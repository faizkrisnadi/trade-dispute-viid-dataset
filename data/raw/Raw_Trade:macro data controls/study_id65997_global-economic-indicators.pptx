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2.7-->
<p:presentation xmlns:r="http://schemas.openxmlformats.org/officeDocument/2006/relationships" xmlns:a="http://schemas.openxmlformats.org/drawingml/2006/main" xmlns:p="http://schemas.openxmlformats.org/presentationml/2006/main" saveSubsetFonts="1">
  <p:sldMasterIdLst>
    <p:sldMasterId id="2147483648" r:id="rId1"/>
  </p:sldMasterIdLst>
  <p:sldIdLst>
    <p:sldId id="258" r:id="rId2"/>
    <p:sldId id="260" r:id="rId3"/>
    <p:sldId id="262" r:id="rId4"/>
    <p:sldId id="264" r:id="rId5"/>
    <p:sldId id="266" r:id="rId6"/>
    <p:sldId id="268" r:id="rId7"/>
    <p:sldId id="270" r:id="rId8"/>
    <p:sldId id="272" r:id="rId9"/>
    <p:sldId id="274" r:id="rId10"/>
    <p:sldId id="276" r:id="rId11"/>
    <p:sldId id="278" r:id="rId12"/>
    <p:sldId id="280" r:id="rId13"/>
    <p:sldId id="282" r:id="rId14"/>
    <p:sldId id="284" r:id="rId15"/>
    <p:sldId id="286" r:id="rId16"/>
    <p:sldId id="288" r:id="rId17"/>
    <p:sldId id="290" r:id="rId18"/>
    <p:sldId id="292" r:id="rId19"/>
    <p:sldId id="294" r:id="rId20"/>
    <p:sldId id="296" r:id="rId21"/>
    <p:sldId id="298" r:id="rId22"/>
    <p:sldId id="300" r:id="rId23"/>
    <p:sldId id="302" r:id="rId24"/>
    <p:sldId id="304" r:id="rId25"/>
    <p:sldId id="306" r:id="rId26"/>
    <p:sldId id="308" r:id="rId27"/>
    <p:sldId id="310" r:id="rId28"/>
    <p:sldId id="312" r:id="rId29"/>
    <p:sldId id="314" r:id="rId30"/>
    <p:sldId id="316" r:id="rId31"/>
    <p:sldId id="318" r:id="rId32"/>
    <p:sldId id="320" r:id="rId33"/>
    <p:sldId id="322" r:id="rId34"/>
    <p:sldId id="324" r:id="rId35"/>
    <p:sldId id="326" r:id="rId36"/>
    <p:sldId id="328" r:id="rId37"/>
    <p:sldId id="330" r:id="rId38"/>
    <p:sldId id="332" r:id="rId39"/>
    <p:sldId id="334" r:id="rId40"/>
    <p:sldId id="336" r:id="rId41"/>
    <p:sldId id="338" r:id="rId42"/>
    <p:sldId id="340" r:id="rId43"/>
    <p:sldId id="342" r:id="rId44"/>
    <p:sldId id="344" r:id="rId45"/>
    <p:sldId id="346" r:id="rId46"/>
    <p:sldId id="348" r:id="rId47"/>
    <p:sldId id="350" r:id="rId48"/>
    <p:sldId id="352" r:id="rId49"/>
    <p:sldId id="354" r:id="rId50"/>
    <p:sldId id="356" r:id="rId51"/>
    <p:sldId id="358" r:id="rId52"/>
    <p:sldId id="360" r:id="rId53"/>
  </p:sldIdLst>
  <p:sldSz cx="12192120" cy="6858000"/>
  <p:notesSz cx="6858000" cy="9144000"/>
  <p:custDataLst>
    <p:tags r:id="rId5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 Type="http://schemas.openxmlformats.org/officeDocument/2006/relationships/slide" Target="slides/slide1.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 Type="http://schemas.openxmlformats.org/officeDocument/2006/relationships/slide" Target="slides/slide2.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 Type="http://schemas.openxmlformats.org/officeDocument/2006/relationships/slide" Target="slides/slide3.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 Type="http://schemas.openxmlformats.org/officeDocument/2006/relationships/slide" Target="slides/slide4.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tags" Target="tags/tag1.xml" /><Relationship Id="rId55" Type="http://schemas.openxmlformats.org/officeDocument/2006/relationships/presProps" Target="presProps.xml" /><Relationship Id="rId56" Type="http://schemas.openxmlformats.org/officeDocument/2006/relationships/viewProps" Target="viewProps.xml" /><Relationship Id="rId57" Type="http://schemas.openxmlformats.org/officeDocument/2006/relationships/theme" Target="theme/theme1.xml" /><Relationship Id="rId58" Type="http://schemas.openxmlformats.org/officeDocument/2006/relationships/tableStyles" Target="tableStyles.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_rels/chart3.xml.rels>&#65279;<?xml version="1.0" encoding="utf-8" standalone="yes"?><Relationships xmlns="http://schemas.openxmlformats.org/package/2006/relationships"><Relationship Id="rId1" Type="http://schemas.openxmlformats.org/officeDocument/2006/relationships/package" Target="../embeddings/Microsoft_Excel_Worksheet3.xlsx" /></Relationships>
</file>

<file path=ppt/charts/_rels/chart4.xml.rels>&#65279;<?xml version="1.0" encoding="utf-8" standalone="yes"?><Relationships xmlns="http://schemas.openxmlformats.org/package/2006/relationships"><Relationship Id="rId1" Type="http://schemas.openxmlformats.org/officeDocument/2006/relationships/package" Target="../embeddings/Microsoft_Excel_Worksheet5.xlsx" /></Relationships>
</file>

<file path=ppt/charts/_rels/chart5.xml.rels>&#65279;<?xml version="1.0" encoding="utf-8" standalone="yes"?><Relationships xmlns="http://schemas.openxmlformats.org/package/2006/relationships"><Relationship Id="rId1" Type="http://schemas.openxmlformats.org/officeDocument/2006/relationships/package" Target="../embeddings/Microsoft_Excel_Worksheet6.xlsx" /></Relationships>
</file>

<file path=ppt/charts/_rels/chart6.xml.rels>&#65279;<?xml version="1.0" encoding="utf-8" standalone="yes"?><Relationships xmlns="http://schemas.openxmlformats.org/package/2006/relationships"><Relationship Id="rId1" Type="http://schemas.openxmlformats.org/officeDocument/2006/relationships/package" Target="../embeddings/Microsoft_Excel_Worksheet7.xlsx" /></Relationships>
</file>

<file path=ppt/charts/_rels/chart7.xml.rels>&#65279;<?xml version="1.0" encoding="utf-8" standalone="yes"?><Relationships xmlns="http://schemas.openxmlformats.org/package/2006/relationships"><Relationship Id="rId1" Type="http://schemas.openxmlformats.org/officeDocument/2006/relationships/package" Target="../embeddings/Microsoft_Excel_Worksheet9.xlsx" /></Relationships>
</file>

<file path=ppt/charts/_rels/chart8.xml.rels>&#65279;<?xml version="1.0" encoding="utf-8" standalone="yes"?><Relationships xmlns="http://schemas.openxmlformats.org/package/2006/relationships"><Relationship Id="rId1" Type="http://schemas.openxmlformats.org/officeDocument/2006/relationships/package" Target="../embeddings/Microsoft_Excel_Worksheet10.xlsx" /></Relationships>
</file>

<file path=ppt/charts/_rels/chart9.xml.rels>&#65279;<?xml version="1.0" encoding="utf-8" standalone="yes"?><Relationships xmlns="http://schemas.openxmlformats.org/package/2006/relationships"><Relationship Id="rId1" Type="http://schemas.openxmlformats.org/officeDocument/2006/relationships/package" Target="../embeddings/Microsoft_Excel_Worksheet12.xlsx" /></Relationships>
</file>

<file path=ppt/charts/_rels/chart10.xml.rels>&#65279;<?xml version="1.0" encoding="utf-8" standalone="yes"?><Relationships xmlns="http://schemas.openxmlformats.org/package/2006/relationships"><Relationship Id="rId1" Type="http://schemas.openxmlformats.org/officeDocument/2006/relationships/package" Target="../embeddings/Microsoft_Excel_Worksheet13.xlsx" /></Relationships>
</file>

<file path=ppt/charts/_rels/chart11.xml.rels>&#65279;<?xml version="1.0" encoding="utf-8" standalone="yes"?><Relationships xmlns="http://schemas.openxmlformats.org/package/2006/relationships"><Relationship Id="rId1" Type="http://schemas.openxmlformats.org/officeDocument/2006/relationships/package" Target="../embeddings/Microsoft_Excel_Worksheet14.xlsx" /></Relationships>
</file>

<file path=ppt/charts/_rels/chart12.xml.rels>&#65279;<?xml version="1.0" encoding="utf-8" standalone="yes"?><Relationships xmlns="http://schemas.openxmlformats.org/package/2006/relationships"><Relationship Id="rId1" Type="http://schemas.openxmlformats.org/officeDocument/2006/relationships/package" Target="../embeddings/Microsoft_Excel_Worksheet15.xlsx" /></Relationships>
</file>

<file path=ppt/charts/_rels/chart13.xml.rels>&#65279;<?xml version="1.0" encoding="utf-8" standalone="yes"?><Relationships xmlns="http://schemas.openxmlformats.org/package/2006/relationships"><Relationship Id="rId1" Type="http://schemas.openxmlformats.org/officeDocument/2006/relationships/package" Target="../embeddings/Microsoft_Excel_Worksheet16.xlsx" /></Relationships>
</file>

<file path=ppt/charts/_rels/chart14.xml.rels>&#65279;<?xml version="1.0" encoding="utf-8" standalone="yes"?><Relationships xmlns="http://schemas.openxmlformats.org/package/2006/relationships"><Relationship Id="rId1" Type="http://schemas.openxmlformats.org/officeDocument/2006/relationships/package" Target="../embeddings/Microsoft_Excel_Worksheet17.xlsx" /></Relationships>
</file>

<file path=ppt/charts/_rels/chart15.xml.rels>&#65279;<?xml version="1.0" encoding="utf-8" standalone="yes"?><Relationships xmlns="http://schemas.openxmlformats.org/package/2006/relationships"><Relationship Id="rId1" Type="http://schemas.openxmlformats.org/officeDocument/2006/relationships/package" Target="../embeddings/Microsoft_Excel_Worksheet18.xlsx" /></Relationships>
</file>

<file path=ppt/charts/_rels/chart16.xml.rels>&#65279;<?xml version="1.0" encoding="utf-8" standalone="yes"?><Relationships xmlns="http://schemas.openxmlformats.org/package/2006/relationships"><Relationship Id="rId1" Type="http://schemas.openxmlformats.org/officeDocument/2006/relationships/package" Target="../embeddings/Microsoft_Excel_Worksheet19.xlsx" /></Relationships>
</file>

<file path=ppt/charts/_rels/chart17.xml.rels>&#65279;<?xml version="1.0" encoding="utf-8" standalone="yes"?><Relationships xmlns="http://schemas.openxmlformats.org/package/2006/relationships"><Relationship Id="rId1" Type="http://schemas.openxmlformats.org/officeDocument/2006/relationships/package" Target="../embeddings/Microsoft_Excel_Worksheet20.xlsx" /></Relationships>
</file>

<file path=ppt/charts/_rels/chart18.xml.rels>&#65279;<?xml version="1.0" encoding="utf-8" standalone="yes"?><Relationships xmlns="http://schemas.openxmlformats.org/package/2006/relationships"><Relationship Id="rId1" Type="http://schemas.openxmlformats.org/officeDocument/2006/relationships/package" Target="../embeddings/Microsoft_Excel_Worksheet21.xlsx" /></Relationships>
</file>

<file path=ppt/charts/_rels/chart19.xml.rels>&#65279;<?xml version="1.0" encoding="utf-8" standalone="yes"?><Relationships xmlns="http://schemas.openxmlformats.org/package/2006/relationships"><Relationship Id="rId1" Type="http://schemas.openxmlformats.org/officeDocument/2006/relationships/package" Target="../embeddings/Microsoft_Excel_Worksheet22.xlsx" /></Relationships>
</file>

<file path=ppt/charts/_rels/chart20.xml.rels>&#65279;<?xml version="1.0" encoding="utf-8" standalone="yes"?><Relationships xmlns="http://schemas.openxmlformats.org/package/2006/relationships"><Relationship Id="rId1" Type="http://schemas.openxmlformats.org/officeDocument/2006/relationships/package" Target="../embeddings/Microsoft_Excel_Worksheet23.xlsx" /></Relationships>
</file>

<file path=ppt/charts/_rels/chart21.xml.rels>&#65279;<?xml version="1.0" encoding="utf-8" standalone="yes"?><Relationships xmlns="http://schemas.openxmlformats.org/package/2006/relationships"><Relationship Id="rId1" Type="http://schemas.openxmlformats.org/officeDocument/2006/relationships/package" Target="../embeddings/Microsoft_Excel_Worksheet24.xlsx" /></Relationships>
</file>

<file path=ppt/charts/_rels/chart22.xml.rels>&#65279;<?xml version="1.0" encoding="utf-8" standalone="yes"?><Relationships xmlns="http://schemas.openxmlformats.org/package/2006/relationships"><Relationship Id="rId1" Type="http://schemas.openxmlformats.org/officeDocument/2006/relationships/package" Target="../embeddings/Microsoft_Excel_Worksheet25.xlsx" /></Relationships>
</file>

<file path=ppt/charts/_rels/chart23.xml.rels>&#65279;<?xml version="1.0" encoding="utf-8" standalone="yes"?><Relationships xmlns="http://schemas.openxmlformats.org/package/2006/relationships"><Relationship Id="rId1" Type="http://schemas.openxmlformats.org/officeDocument/2006/relationships/package" Target="../embeddings/Microsoft_Excel_Worksheet26.xlsx" /></Relationships>
</file>

<file path=ppt/charts/_rels/chart24.xml.rels>&#65279;<?xml version="1.0" encoding="utf-8" standalone="yes"?><Relationships xmlns="http://schemas.openxmlformats.org/package/2006/relationships"><Relationship Id="rId1" Type="http://schemas.openxmlformats.org/officeDocument/2006/relationships/package" Target="../embeddings/Microsoft_Excel_Worksheet27.xlsx" /></Relationships>
</file>

<file path=ppt/charts/_rels/chart25.xml.rels>&#65279;<?xml version="1.0" encoding="utf-8" standalone="yes"?><Relationships xmlns="http://schemas.openxmlformats.org/package/2006/relationships"><Relationship Id="rId1" Type="http://schemas.openxmlformats.org/officeDocument/2006/relationships/package" Target="../embeddings/Microsoft_Excel_Worksheet28.xlsx" /></Relationships>
</file>

<file path=ppt/charts/_rels/chart26.xml.rels>&#65279;<?xml version="1.0" encoding="utf-8" standalone="yes"?><Relationships xmlns="http://schemas.openxmlformats.org/package/2006/relationships"><Relationship Id="rId1" Type="http://schemas.openxmlformats.org/officeDocument/2006/relationships/package" Target="../embeddings/Microsoft_Excel_Worksheet29.xlsx" /></Relationships>
</file>

<file path=ppt/charts/_rels/chart27.xml.rels>&#65279;<?xml version="1.0" encoding="utf-8" standalone="yes"?><Relationships xmlns="http://schemas.openxmlformats.org/package/2006/relationships"><Relationship Id="rId1" Type="http://schemas.openxmlformats.org/officeDocument/2006/relationships/package" Target="../embeddings/Microsoft_Excel_Worksheet30.xlsx" /></Relationships>
</file>

<file path=ppt/charts/_rels/chart28.xml.rels>&#65279;<?xml version="1.0" encoding="utf-8" standalone="yes"?><Relationships xmlns="http://schemas.openxmlformats.org/package/2006/relationships"><Relationship Id="rId1" Type="http://schemas.openxmlformats.org/officeDocument/2006/relationships/package" Target="../embeddings/Microsoft_Excel_Worksheet31.xlsx" /></Relationships>
</file>

<file path=ppt/charts/_rels/chart29.xml.rels>&#65279;<?xml version="1.0" encoding="utf-8" standalone="yes"?><Relationships xmlns="http://schemas.openxmlformats.org/package/2006/relationships"><Relationship Id="rId1" Type="http://schemas.openxmlformats.org/officeDocument/2006/relationships/package" Target="../embeddings/Microsoft_Excel_Worksheet32.xlsx" /></Relationships>
</file>

<file path=ppt/charts/_rels/chart30.xml.rels>&#65279;<?xml version="1.0" encoding="utf-8" standalone="yes"?><Relationships xmlns="http://schemas.openxmlformats.org/package/2006/relationships"><Relationship Id="rId1" Type="http://schemas.openxmlformats.org/officeDocument/2006/relationships/package" Target="../embeddings/Microsoft_Excel_Worksheet33.xlsx" /></Relationships>
</file>

<file path=ppt/charts/_rels/chart31.xml.rels>&#65279;<?xml version="1.0" encoding="utf-8" standalone="yes"?><Relationships xmlns="http://schemas.openxmlformats.org/package/2006/relationships"><Relationship Id="rId1" Type="http://schemas.openxmlformats.org/officeDocument/2006/relationships/package" Target="../embeddings/Microsoft_Excel_Worksheet34.xlsx" /></Relationships>
</file>

<file path=ppt/charts/_rels/chart32.xml.rels>&#65279;<?xml version="1.0" encoding="utf-8" standalone="yes"?><Relationships xmlns="http://schemas.openxmlformats.org/package/2006/relationships"><Relationship Id="rId1" Type="http://schemas.openxmlformats.org/officeDocument/2006/relationships/package" Target="../embeddings/Microsoft_Excel_Worksheet35.xlsx" /></Relationships>
</file>

<file path=ppt/charts/_rels/chart33.xml.rels>&#65279;<?xml version="1.0" encoding="utf-8" standalone="yes"?><Relationships xmlns="http://schemas.openxmlformats.org/package/2006/relationships"><Relationship Id="rId1" Type="http://schemas.openxmlformats.org/officeDocument/2006/relationships/package" Target="../embeddings/Microsoft_Excel_Worksheet36.xlsx" /></Relationships>
</file>

<file path=ppt/charts/_rels/chart34.xml.rels>&#65279;<?xml version="1.0" encoding="utf-8" standalone="yes"?><Relationships xmlns="http://schemas.openxmlformats.org/package/2006/relationships"><Relationship Id="rId1" Type="http://schemas.openxmlformats.org/officeDocument/2006/relationships/package" Target="../embeddings/Microsoft_Excel_Worksheet37.xlsx" /></Relationships>
</file>

<file path=ppt/charts/_rels/chart35.xml.rels>&#65279;<?xml version="1.0" encoding="utf-8" standalone="yes"?><Relationships xmlns="http://schemas.openxmlformats.org/package/2006/relationships"><Relationship Id="rId1" Type="http://schemas.openxmlformats.org/officeDocument/2006/relationships/package" Target="../embeddings/Microsoft_Excel_Worksheet38.xlsx" /></Relationships>
</file>

<file path=ppt/charts/_rels/chart36.xml.rels>&#65279;<?xml version="1.0" encoding="utf-8" standalone="yes"?><Relationships xmlns="http://schemas.openxmlformats.org/package/2006/relationships"><Relationship Id="rId1" Type="http://schemas.openxmlformats.org/officeDocument/2006/relationships/package" Target="../embeddings/Microsoft_Excel_Worksheet39.xlsx" /></Relationships>
</file>

<file path=ppt/charts/_rels/chart37.xml.rels>&#65279;<?xml version="1.0" encoding="utf-8" standalone="yes"?><Relationships xmlns="http://schemas.openxmlformats.org/package/2006/relationships"><Relationship Id="rId1" Type="http://schemas.openxmlformats.org/officeDocument/2006/relationships/package" Target="../embeddings/Microsoft_Excel_Worksheet40.xlsx" /></Relationships>
</file>

<file path=ppt/charts/_rels/chart38.xml.rels>&#65279;<?xml version="1.0" encoding="utf-8" standalone="yes"?><Relationships xmlns="http://schemas.openxmlformats.org/package/2006/relationships"><Relationship Id="rId1" Type="http://schemas.openxmlformats.org/officeDocument/2006/relationships/package" Target="../embeddings/Microsoft_Excel_Worksheet41.xlsx" /></Relationships>
</file>

<file path=ppt/charts/_rels/chart39.xml.rels>&#65279;<?xml version="1.0" encoding="utf-8" standalone="yes"?><Relationships xmlns="http://schemas.openxmlformats.org/package/2006/relationships"><Relationship Id="rId1" Type="http://schemas.openxmlformats.org/officeDocument/2006/relationships/package" Target="../embeddings/Microsoft_Excel_Worksheet42.xlsx" /></Relationships>
</file>

<file path=ppt/charts/_rels/chart40.xml.rels>&#65279;<?xml version="1.0" encoding="utf-8" standalone="yes"?><Relationships xmlns="http://schemas.openxmlformats.org/package/2006/relationships"><Relationship Id="rId1" Type="http://schemas.openxmlformats.org/officeDocument/2006/relationships/package" Target="../embeddings/Microsoft_Excel_Worksheet43.xlsx" /></Relationships>
</file>

<file path=ppt/charts/_rels/chart41.xml.rels>&#65279;<?xml version="1.0" encoding="utf-8" standalone="yes"?><Relationships xmlns="http://schemas.openxmlformats.org/package/2006/relationships"><Relationship Id="rId1" Type="http://schemas.openxmlformats.org/officeDocument/2006/relationships/package" Target="../embeddings/Microsoft_Excel_Worksheet45.xlsx" /></Relationships>
</file>

<file path=ppt/charts/_rels/chart42.xml.rels>&#65279;<?xml version="1.0" encoding="utf-8" standalone="yes"?><Relationships xmlns="http://schemas.openxmlformats.org/package/2006/relationships"><Relationship Id="rId1" Type="http://schemas.openxmlformats.org/officeDocument/2006/relationships/package" Target="../embeddings/Microsoft_Excel_Worksheet47.xlsx"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Sheet1!$A$2:$A$52</c:f>
              <c:numCache>
                <c:formatCode>General</c:formatCode>
                <c:ptCount val="51"/>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pt idx="45">
                  <c:v>2025</c:v>
                </c:pt>
                <c:pt idx="46">
                  <c:v>2026</c:v>
                </c:pt>
                <c:pt idx="47">
                  <c:v>2027</c:v>
                </c:pt>
                <c:pt idx="48">
                  <c:v>2028</c:v>
                </c:pt>
                <c:pt idx="49">
                  <c:v>2029</c:v>
                </c:pt>
                <c:pt idx="50">
                  <c:v>2030</c:v>
                </c:pt>
              </c:numCache>
            </c:numRef>
          </c:cat>
          <c:val>
            <c:numRef>
              <c:f>Sheet1!$B$2:$B$52</c:f>
              <c:numCache>
                <c:ptCount val="51"/>
                <c:pt idx="0">
                  <c:v>0.0223</c:v>
                </c:pt>
                <c:pt idx="1">
                  <c:v>0.0201</c:v>
                </c:pt>
                <c:pt idx="2">
                  <c:v>0.0075</c:v>
                </c:pt>
                <c:pt idx="3">
                  <c:v>0.0272</c:v>
                </c:pt>
                <c:pt idx="4">
                  <c:v>0.0463</c:v>
                </c:pt>
                <c:pt idx="5">
                  <c:v>0.0366</c:v>
                </c:pt>
                <c:pt idx="6">
                  <c:v>0.0338</c:v>
                </c:pt>
                <c:pt idx="7">
                  <c:v>0.0395</c:v>
                </c:pt>
                <c:pt idx="8">
                  <c:v>0.0452</c:v>
                </c:pt>
                <c:pt idx="9">
                  <c:v>0.0373</c:v>
                </c:pt>
                <c:pt idx="10">
                  <c:v>0.0323</c:v>
                </c:pt>
                <c:pt idx="11">
                  <c:v>0.0243</c:v>
                </c:pt>
                <c:pt idx="12">
                  <c:v>0.0218</c:v>
                </c:pt>
                <c:pt idx="13">
                  <c:v>0.0195</c:v>
                </c:pt>
                <c:pt idx="14">
                  <c:v>0.0315</c:v>
                </c:pt>
                <c:pt idx="15">
                  <c:v>0.0329</c:v>
                </c:pt>
                <c:pt idx="16">
                  <c:v>0.0386</c:v>
                </c:pt>
                <c:pt idx="17">
                  <c:v>0.0401</c:v>
                </c:pt>
                <c:pt idx="18">
                  <c:v>0.0265</c:v>
                </c:pt>
                <c:pt idx="19">
                  <c:v>0.0358</c:v>
                </c:pt>
                <c:pt idx="20">
                  <c:v>0.0477</c:v>
                </c:pt>
                <c:pt idx="21">
                  <c:v>0.0247</c:v>
                </c:pt>
                <c:pt idx="22">
                  <c:v>0.0279</c:v>
                </c:pt>
                <c:pt idx="23">
                  <c:v>0.0378</c:v>
                </c:pt>
                <c:pt idx="24">
                  <c:v>0.0525</c:v>
                </c:pt>
                <c:pt idx="25">
                  <c:v>0.0469</c:v>
                </c:pt>
                <c:pt idx="26">
                  <c:v>0.0527</c:v>
                </c:pt>
                <c:pt idx="27">
                  <c:v>0.0533</c:v>
                </c:pt>
                <c:pt idx="28">
                  <c:v>0.029</c:v>
                </c:pt>
                <c:pt idx="29">
                  <c:v>-0.0038</c:v>
                </c:pt>
                <c:pt idx="30">
                  <c:v>0.0521</c:v>
                </c:pt>
                <c:pt idx="31">
                  <c:v>0.0405</c:v>
                </c:pt>
                <c:pt idx="32">
                  <c:v>0.0334</c:v>
                </c:pt>
                <c:pt idx="33">
                  <c:v>0.0336</c:v>
                </c:pt>
                <c:pt idx="34">
                  <c:v>0.0351</c:v>
                </c:pt>
                <c:pt idx="35">
                  <c:v>0.0343</c:v>
                </c:pt>
                <c:pt idx="36">
                  <c:v>0.0326</c:v>
                </c:pt>
                <c:pt idx="37">
                  <c:v>0.0384</c:v>
                </c:pt>
                <c:pt idx="38">
                  <c:v>0.0365</c:v>
                </c:pt>
                <c:pt idx="39">
                  <c:v>0.0295</c:v>
                </c:pt>
                <c:pt idx="40">
                  <c:v>-0.0267</c:v>
                </c:pt>
                <c:pt idx="41">
                  <c:v>0.0661</c:v>
                </c:pt>
                <c:pt idx="42">
                  <c:v>0.0365</c:v>
                </c:pt>
                <c:pt idx="43">
                  <c:v>0.0349</c:v>
                </c:pt>
                <c:pt idx="44">
                  <c:v>0.0329</c:v>
                </c:pt>
                <c:pt idx="45">
                  <c:v>0.0279</c:v>
                </c:pt>
                <c:pt idx="46">
                  <c:v>0.0296</c:v>
                </c:pt>
                <c:pt idx="47">
                  <c:v>0.0322</c:v>
                </c:pt>
                <c:pt idx="48">
                  <c:v>0.0322</c:v>
                </c:pt>
                <c:pt idx="49">
                  <c:v>0.0318</c:v>
                </c:pt>
                <c:pt idx="50">
                  <c:v>0.0312</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GDP growth compared to previous year</a:t>
                </a:r>
              </a:p>
            </c:rich>
          </c:tx>
          <c:overlay val="0"/>
        </c:title>
        <c:numFmt formatCode="#,##0.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Compared to the previous quarter</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Sheet1!$A$2:$A$10</c:f>
              <c:strCache>
                <c:ptCount val="9"/>
                <c:pt idx="0">
                  <c:v>Q1 2021</c:v>
                </c:pt>
                <c:pt idx="1">
                  <c:v>Q2 2021</c:v>
                </c:pt>
                <c:pt idx="2">
                  <c:v>Q3 2021</c:v>
                </c:pt>
                <c:pt idx="3">
                  <c:v>Q4 2021</c:v>
                </c:pt>
                <c:pt idx="4">
                  <c:v>Q1 2022</c:v>
                </c:pt>
                <c:pt idx="5">
                  <c:v>Q2 2022</c:v>
                </c:pt>
                <c:pt idx="6">
                  <c:v>Q3 2022</c:v>
                </c:pt>
                <c:pt idx="7">
                  <c:v>Q4 2022</c:v>
                </c:pt>
                <c:pt idx="8">
                  <c:v>Q1 2023</c:v>
                </c:pt>
              </c:strCache>
            </c:strRef>
          </c:cat>
          <c:val>
            <c:numRef>
              <c:f>Sheet1!$B$2:$B$10</c:f>
              <c:numCache>
                <c:ptCount val="9"/>
                <c:pt idx="0">
                  <c:v>0.0086</c:v>
                </c:pt>
                <c:pt idx="1">
                  <c:v>0.0171</c:v>
                </c:pt>
                <c:pt idx="2">
                  <c:v>0.0116</c:v>
                </c:pt>
                <c:pt idx="3">
                  <c:v>0.015</c:v>
                </c:pt>
                <c:pt idx="4">
                  <c:v>0.005</c:v>
                </c:pt>
                <c:pt idx="5">
                  <c:v>0.0046</c:v>
                </c:pt>
                <c:pt idx="6">
                  <c:v>0.014</c:v>
                </c:pt>
                <c:pt idx="7">
                  <c:v>0.004</c:v>
                </c:pt>
                <c:pt idx="8">
                  <c:v>0.009</c:v>
                </c:pt>
              </c:numCache>
            </c:numRef>
          </c:val>
        </c:ser>
        <c:ser>
          <c:idx val="1"/>
          <c:order val="1"/>
          <c:tx>
            <c:strRef>
              <c:f>Sheet1!$C$1</c:f>
              <c:strCache>
                <c:ptCount val="1"/>
                <c:pt idx="0">
                  <c:v>Compared to the same quarter of the previous year</c:v>
                </c:pt>
              </c:strCache>
            </c:strRef>
          </c:tx>
          <c:spPr>
            <a:solidFill>
              <a:srgbClr val="0F283E"/>
            </a:solidFill>
            <a:ln>
              <a:solidFill>
                <a:srgbClr val="0F283E"/>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Sheet1!$A$2:$A$10</c:f>
              <c:strCache>
                <c:ptCount val="9"/>
                <c:pt idx="0">
                  <c:v>Q1 2021</c:v>
                </c:pt>
                <c:pt idx="1">
                  <c:v>Q2 2021</c:v>
                </c:pt>
                <c:pt idx="2">
                  <c:v>Q3 2021</c:v>
                </c:pt>
                <c:pt idx="3">
                  <c:v>Q4 2021</c:v>
                </c:pt>
                <c:pt idx="4">
                  <c:v>Q1 2022</c:v>
                </c:pt>
                <c:pt idx="5">
                  <c:v>Q2 2022</c:v>
                </c:pt>
                <c:pt idx="6">
                  <c:v>Q3 2022</c:v>
                </c:pt>
                <c:pt idx="7">
                  <c:v>Q4 2022</c:v>
                </c:pt>
                <c:pt idx="8">
                  <c:v>Q1 2023</c:v>
                </c:pt>
              </c:strCache>
            </c:strRef>
          </c:cat>
          <c:val>
            <c:numRef>
              <c:f>Sheet1!$C$2:$C$10</c:f>
              <c:numCache>
                <c:ptCount val="9"/>
                <c:pt idx="0">
                  <c:v>0.037</c:v>
                </c:pt>
                <c:pt idx="1">
                  <c:v>0.134</c:v>
                </c:pt>
                <c:pt idx="2">
                  <c:v>0.05</c:v>
                </c:pt>
                <c:pt idx="3">
                  <c:v>0.052</c:v>
                </c:pt>
                <c:pt idx="4">
                  <c:v>0.046</c:v>
                </c:pt>
                <c:pt idx="5">
                  <c:v>0.033</c:v>
                </c:pt>
                <c:pt idx="6">
                  <c:v>0.033</c:v>
                </c:pt>
                <c:pt idx="7">
                  <c:v>0.023</c:v>
                </c:pt>
                <c:pt idx="8">
                  <c:v>0.027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title>
          <c:tx>
            <c:rich>
              <a:bodyPr/>
              <a:lstStyle/>
              <a:p>
                <a:pPr>
                  <a:defRPr/>
                </a:pPr>
                <a:r>
                  <a:rPr sz="1100" b="0">
                    <a:solidFill>
                      <a:srgbClr val="0F2741"/>
                    </a:solidFill>
                    <a:latin typeface="Open Sans"/>
                  </a:rPr>
                  <a:t>Quarters</a:t>
                </a:r>
              </a:p>
            </c:rich>
          </c:tx>
          <c:overlay val="0"/>
        </c:title>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GDP growth</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Compared to the same quarter of the previous year</c:v>
                </c:pt>
              </c:strCache>
            </c:strRef>
          </c:tx>
          <c:spPr>
            <a:solidFill>
              <a:srgbClr val="0F283E"/>
            </a:solidFill>
            <a:ln>
              <a:solidFill>
                <a:srgbClr val="0F283E"/>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Turkey</c:v>
                </c:pt>
                <c:pt idx="1">
                  <c:v>India</c:v>
                </c:pt>
                <c:pt idx="2">
                  <c:v>Japan</c:v>
                </c:pt>
                <c:pt idx="3">
                  <c:v>Brazil</c:v>
                </c:pt>
                <c:pt idx="4">
                  <c:v>Mexico</c:v>
                </c:pt>
                <c:pt idx="5">
                  <c:v>China</c:v>
                </c:pt>
                <c:pt idx="6">
                  <c:v>Indonesia</c:v>
                </c:pt>
                <c:pt idx="7">
                  <c:v>South Korea</c:v>
                </c:pt>
                <c:pt idx="8">
                  <c:v>South Africa</c:v>
                </c:pt>
                <c:pt idx="9">
                  <c:v>United States</c:v>
                </c:pt>
                <c:pt idx="10">
                  <c:v>G20</c:v>
                </c:pt>
                <c:pt idx="11">
                  <c:v>France</c:v>
                </c:pt>
                <c:pt idx="12">
                  <c:v>Australia</c:v>
                </c:pt>
                <c:pt idx="13">
                  <c:v>United Kingdom</c:v>
                </c:pt>
              </c:strCache>
            </c:strRef>
          </c:cat>
          <c:val>
            <c:numRef>
              <c:f>Sheet1!$B$2:$B$15</c:f>
              <c:numCache>
                <c:ptCount val="14"/>
                <c:pt idx="0">
                  <c:v>0.051</c:v>
                </c:pt>
                <c:pt idx="1">
                  <c:v>0.073</c:v>
                </c:pt>
                <c:pt idx="2">
                  <c:v>0.017</c:v>
                </c:pt>
                <c:pt idx="3">
                  <c:v>0.033</c:v>
                </c:pt>
                <c:pt idx="4">
                  <c:v>0.035</c:v>
                </c:pt>
                <c:pt idx="5">
                  <c:v>0.063</c:v>
                </c:pt>
                <c:pt idx="6">
                  <c:v>0.049</c:v>
                </c:pt>
                <c:pt idx="7">
                  <c:v>0.009</c:v>
                </c:pt>
                <c:pt idx="8">
                  <c:v>0.017</c:v>
                </c:pt>
                <c:pt idx="9">
                  <c:v>0.025</c:v>
                </c:pt>
                <c:pt idx="10">
                  <c:v>0.016</c:v>
                </c:pt>
                <c:pt idx="11">
                  <c:v>0.01</c:v>
                </c:pt>
                <c:pt idx="12">
                  <c:v>0.021</c:v>
                </c:pt>
                <c:pt idx="13">
                  <c:v>0.004</c:v>
                </c:pt>
              </c:numCache>
            </c:numRef>
          </c:val>
        </c:ser>
        <c:ser>
          <c:idx val="1"/>
          <c:order val="1"/>
          <c:tx>
            <c:strRef>
              <c:f>Sheet1!$C$1</c:f>
              <c:strCache>
                <c:ptCount val="1"/>
                <c:pt idx="0">
                  <c:v>Compared to the previous quarter</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Turkey</c:v>
                </c:pt>
                <c:pt idx="1">
                  <c:v>India</c:v>
                </c:pt>
                <c:pt idx="2">
                  <c:v>Japan</c:v>
                </c:pt>
                <c:pt idx="3">
                  <c:v>Brazil</c:v>
                </c:pt>
                <c:pt idx="4">
                  <c:v>Mexico</c:v>
                </c:pt>
                <c:pt idx="5">
                  <c:v>China</c:v>
                </c:pt>
                <c:pt idx="6">
                  <c:v>Indonesia</c:v>
                </c:pt>
                <c:pt idx="7">
                  <c:v>South Korea</c:v>
                </c:pt>
                <c:pt idx="8">
                  <c:v>South Africa</c:v>
                </c:pt>
                <c:pt idx="9">
                  <c:v>United States</c:v>
                </c:pt>
                <c:pt idx="10">
                  <c:v>G20</c:v>
                </c:pt>
                <c:pt idx="11">
                  <c:v>France</c:v>
                </c:pt>
                <c:pt idx="12">
                  <c:v>Australia</c:v>
                </c:pt>
                <c:pt idx="13">
                  <c:v>United Kingdom</c:v>
                </c:pt>
              </c:strCache>
            </c:strRef>
          </c:cat>
          <c:val>
            <c:numRef>
              <c:f>Sheet1!$C$2:$C$15</c:f>
              <c:numCache>
                <c:ptCount val="14"/>
                <c:pt idx="0">
                  <c:v>0.035</c:v>
                </c:pt>
                <c:pt idx="1">
                  <c:v>0.019</c:v>
                </c:pt>
                <c:pt idx="2">
                  <c:v>0.012</c:v>
                </c:pt>
                <c:pt idx="3">
                  <c:v>0.009</c:v>
                </c:pt>
                <c:pt idx="4">
                  <c:v>0.008</c:v>
                </c:pt>
                <c:pt idx="5">
                  <c:v>0.008</c:v>
                </c:pt>
                <c:pt idx="6">
                  <c:v>0.008</c:v>
                </c:pt>
                <c:pt idx="7">
                  <c:v>0.006</c:v>
                </c:pt>
                <c:pt idx="8">
                  <c:v>0.006</c:v>
                </c:pt>
                <c:pt idx="9">
                  <c:v>0.005</c:v>
                </c:pt>
                <c:pt idx="10">
                  <c:v>0.005</c:v>
                </c:pt>
                <c:pt idx="11">
                  <c:v>0.005</c:v>
                </c:pt>
                <c:pt idx="12">
                  <c:v>0.004</c:v>
                </c:pt>
                <c:pt idx="13">
                  <c:v>0.002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World (ex. U.S.)</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Sheet1!$A$2:$A$77</c:f>
              <c:strCache>
                <c:ptCount val="76"/>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pt idx="68">
                  <c:v>Sep '24</c:v>
                </c:pt>
                <c:pt idx="69">
                  <c:v>Oct '24</c:v>
                </c:pt>
                <c:pt idx="70">
                  <c:v>Nov '24</c:v>
                </c:pt>
                <c:pt idx="71">
                  <c:v>Dec '24</c:v>
                </c:pt>
                <c:pt idx="72">
                  <c:v>Jan '25</c:v>
                </c:pt>
                <c:pt idx="73">
                  <c:v>Feb '25</c:v>
                </c:pt>
                <c:pt idx="74">
                  <c:v>Mar '25</c:v>
                </c:pt>
                <c:pt idx="75">
                  <c:v>Apr '25</c:v>
                </c:pt>
              </c:strCache>
            </c:strRef>
          </c:cat>
          <c:val>
            <c:numRef>
              <c:f>Sheet1!$B$2:$B$77</c:f>
              <c:numCache>
                <c:ptCount val="76"/>
                <c:pt idx="0">
                  <c:v>0.0181</c:v>
                </c:pt>
                <c:pt idx="1">
                  <c:v>0.0158</c:v>
                </c:pt>
                <c:pt idx="2">
                  <c:v>0.0174</c:v>
                </c:pt>
                <c:pt idx="3">
                  <c:v>0.021</c:v>
                </c:pt>
                <c:pt idx="4">
                  <c:v>0.0238</c:v>
                </c:pt>
                <c:pt idx="5">
                  <c:v>0.0097</c:v>
                </c:pt>
                <c:pt idx="6">
                  <c:v>0.0152</c:v>
                </c:pt>
                <c:pt idx="7">
                  <c:v>0.0088</c:v>
                </c:pt>
                <c:pt idx="8">
                  <c:v>0.0192</c:v>
                </c:pt>
                <c:pt idx="9">
                  <c:v>0.009</c:v>
                </c:pt>
                <c:pt idx="10">
                  <c:v>0.0154</c:v>
                </c:pt>
                <c:pt idx="11">
                  <c:v>0.0139</c:v>
                </c:pt>
                <c:pt idx="12">
                  <c:v>-0.0342</c:v>
                </c:pt>
                <c:pt idx="13">
                  <c:v>-0.0269</c:v>
                </c:pt>
                <c:pt idx="14">
                  <c:v>-0.0482</c:v>
                </c:pt>
                <c:pt idx="15">
                  <c:v>-0.1594</c:v>
                </c:pt>
                <c:pt idx="16">
                  <c:v>-0.1074</c:v>
                </c:pt>
                <c:pt idx="17">
                  <c:v>-0.0358</c:v>
                </c:pt>
                <c:pt idx="18">
                  <c:v>-0.004</c:v>
                </c:pt>
                <c:pt idx="19">
                  <c:v>0.01</c:v>
                </c:pt>
                <c:pt idx="20">
                  <c:v>0.0415</c:v>
                </c:pt>
                <c:pt idx="21">
                  <c:v>0.0561</c:v>
                </c:pt>
                <c:pt idx="22">
                  <c:v>0.0621</c:v>
                </c:pt>
                <c:pt idx="23">
                  <c:v>0.0714</c:v>
                </c:pt>
                <c:pt idx="24">
                  <c:v>0.127</c:v>
                </c:pt>
                <c:pt idx="25">
                  <c:v>0.1126</c:v>
                </c:pt>
                <c:pt idx="26">
                  <c:v>0.1362</c:v>
                </c:pt>
                <c:pt idx="27">
                  <c:v>0.318</c:v>
                </c:pt>
                <c:pt idx="28">
                  <c:v>0.2138</c:v>
                </c:pt>
                <c:pt idx="29">
                  <c:v>0.1509</c:v>
                </c:pt>
                <c:pt idx="30">
                  <c:v>0.1089</c:v>
                </c:pt>
                <c:pt idx="31">
                  <c:v>0.0892</c:v>
                </c:pt>
                <c:pt idx="32">
                  <c:v>0.047</c:v>
                </c:pt>
                <c:pt idx="33">
                  <c:v>0.0432</c:v>
                </c:pt>
                <c:pt idx="34">
                  <c:v>0.0511</c:v>
                </c:pt>
                <c:pt idx="35">
                  <c:v>0.0513</c:v>
                </c:pt>
                <c:pt idx="36">
                  <c:v>0.0468</c:v>
                </c:pt>
                <c:pt idx="37">
                  <c:v>0.0587</c:v>
                </c:pt>
                <c:pt idx="38">
                  <c:v>0.0477</c:v>
                </c:pt>
                <c:pt idx="39">
                  <c:v>0.0081</c:v>
                </c:pt>
                <c:pt idx="40">
                  <c:v>0.0319</c:v>
                </c:pt>
                <c:pt idx="41">
                  <c:v>0.0295</c:v>
                </c:pt>
                <c:pt idx="42">
                  <c:v>0.0261</c:v>
                </c:pt>
                <c:pt idx="43">
                  <c:v>0.0348</c:v>
                </c:pt>
                <c:pt idx="44">
                  <c:v>0.0445</c:v>
                </c:pt>
                <c:pt idx="45">
                  <c:v>0.0261</c:v>
                </c:pt>
                <c:pt idx="46">
                  <c:v>0.0136</c:v>
                </c:pt>
                <c:pt idx="47">
                  <c:v>0.0037</c:v>
                </c:pt>
                <c:pt idx="48">
                  <c:v>0.0012</c:v>
                </c:pt>
                <c:pt idx="49">
                  <c:v>0.0025</c:v>
                </c:pt>
                <c:pt idx="50">
                  <c:v>0.0131</c:v>
                </c:pt>
                <c:pt idx="51">
                  <c:v>0.0097</c:v>
                </c:pt>
                <c:pt idx="52">
                  <c:v>0.0179</c:v>
                </c:pt>
                <c:pt idx="53">
                  <c:v>0.0091</c:v>
                </c:pt>
                <c:pt idx="54">
                  <c:v>0.0071</c:v>
                </c:pt>
                <c:pt idx="55">
                  <c:v>0.0111</c:v>
                </c:pt>
                <c:pt idx="56">
                  <c:v>0.0069</c:v>
                </c:pt>
                <c:pt idx="57">
                  <c:v>0.015</c:v>
                </c:pt>
                <c:pt idx="58">
                  <c:v>0.0152</c:v>
                </c:pt>
                <c:pt idx="59">
                  <c:v>0.0172</c:v>
                </c:pt>
                <c:pt idx="60">
                  <c:v>0.0189</c:v>
                </c:pt>
                <c:pt idx="61">
                  <c:v>0.0161</c:v>
                </c:pt>
                <c:pt idx="62">
                  <c:v>0.0067</c:v>
                </c:pt>
                <c:pt idx="63">
                  <c:v>0.0248</c:v>
                </c:pt>
                <c:pt idx="64">
                  <c:v>0.0147</c:v>
                </c:pt>
                <c:pt idx="65">
                  <c:v>0.0121</c:v>
                </c:pt>
                <c:pt idx="66">
                  <c:v>0.0199</c:v>
                </c:pt>
                <c:pt idx="67">
                  <c:v>0.0113</c:v>
                </c:pt>
                <c:pt idx="68">
                  <c:v>0.014</c:v>
                </c:pt>
                <c:pt idx="69">
                  <c:v>0.0215</c:v>
                </c:pt>
                <c:pt idx="70">
                  <c:v>0.0173</c:v>
                </c:pt>
                <c:pt idx="71">
                  <c:v>0.021</c:v>
                </c:pt>
                <c:pt idx="72">
                  <c:v>0.0215</c:v>
                </c:pt>
                <c:pt idx="73">
                  <c:v>0.0233</c:v>
                </c:pt>
                <c:pt idx="74">
                  <c:v>0.0319</c:v>
                </c:pt>
                <c:pt idx="75">
                  <c:v>0.0297</c:v>
                </c:pt>
              </c:numCache>
            </c:numRef>
          </c:val>
          <c:smooth val="0"/>
        </c:ser>
        <c:ser>
          <c:idx val="1"/>
          <c:order val="1"/>
          <c:tx>
            <c:strRef>
              <c:f>Sheet1!$C$1</c:f>
              <c:strCache>
                <c:ptCount val="1"/>
                <c:pt idx="0">
                  <c:v>Advanced (ex. U.S.)</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Sheet1!$A$2:$A$77</c:f>
              <c:strCache>
                <c:ptCount val="76"/>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pt idx="68">
                  <c:v>Sep '24</c:v>
                </c:pt>
                <c:pt idx="69">
                  <c:v>Oct '24</c:v>
                </c:pt>
                <c:pt idx="70">
                  <c:v>Nov '24</c:v>
                </c:pt>
                <c:pt idx="71">
                  <c:v>Dec '24</c:v>
                </c:pt>
                <c:pt idx="72">
                  <c:v>Jan '25</c:v>
                </c:pt>
                <c:pt idx="73">
                  <c:v>Feb '25</c:v>
                </c:pt>
                <c:pt idx="74">
                  <c:v>Mar '25</c:v>
                </c:pt>
                <c:pt idx="75">
                  <c:v>Apr '25</c:v>
                </c:pt>
              </c:strCache>
            </c:strRef>
          </c:cat>
          <c:val>
            <c:numRef>
              <c:f>Sheet1!$C$2:$C$77</c:f>
              <c:numCache>
                <c:ptCount val="76"/>
                <c:pt idx="0">
                  <c:v>0.0055</c:v>
                </c:pt>
                <c:pt idx="1">
                  <c:v>0.0003</c:v>
                </c:pt>
                <c:pt idx="2">
                  <c:v>-0.0114</c:v>
                </c:pt>
                <c:pt idx="3">
                  <c:v>0.0036</c:v>
                </c:pt>
                <c:pt idx="4">
                  <c:v>0.0063</c:v>
                </c:pt>
                <c:pt idx="5">
                  <c:v>-0.0082</c:v>
                </c:pt>
                <c:pt idx="6">
                  <c:v>0.0044</c:v>
                </c:pt>
                <c:pt idx="7">
                  <c:v>-0.0087</c:v>
                </c:pt>
                <c:pt idx="8">
                  <c:v>0.007</c:v>
                </c:pt>
                <c:pt idx="9">
                  <c:v>-0.0132</c:v>
                </c:pt>
                <c:pt idx="10">
                  <c:v>-0.0047</c:v>
                </c:pt>
                <c:pt idx="11">
                  <c:v>-0.0086</c:v>
                </c:pt>
                <c:pt idx="12">
                  <c:v>-0.0023</c:v>
                </c:pt>
                <c:pt idx="13">
                  <c:v>0.004</c:v>
                </c:pt>
                <c:pt idx="14">
                  <c:v>-0.0766</c:v>
                </c:pt>
                <c:pt idx="15">
                  <c:v>-0.2128</c:v>
                </c:pt>
                <c:pt idx="16">
                  <c:v>-0.1647</c:v>
                </c:pt>
                <c:pt idx="17">
                  <c:v>-0.0903</c:v>
                </c:pt>
                <c:pt idx="18">
                  <c:v>-0.0556</c:v>
                </c:pt>
                <c:pt idx="19">
                  <c:v>-0.0372</c:v>
                </c:pt>
                <c:pt idx="20">
                  <c:v>-0.0199</c:v>
                </c:pt>
                <c:pt idx="21">
                  <c:v>-0.002</c:v>
                </c:pt>
                <c:pt idx="22">
                  <c:v>0.0042</c:v>
                </c:pt>
                <c:pt idx="23">
                  <c:v>0.0125</c:v>
                </c:pt>
                <c:pt idx="24">
                  <c:v>0.0094</c:v>
                </c:pt>
                <c:pt idx="25">
                  <c:v>-0.0004</c:v>
                </c:pt>
                <c:pt idx="26">
                  <c:v>0.1009</c:v>
                </c:pt>
                <c:pt idx="27">
                  <c:v>0.2905</c:v>
                </c:pt>
                <c:pt idx="28">
                  <c:v>0.1863</c:v>
                </c:pt>
                <c:pt idx="29">
                  <c:v>0.1189</c:v>
                </c:pt>
                <c:pt idx="30">
                  <c:v>0.0712</c:v>
                </c:pt>
                <c:pt idx="31">
                  <c:v>0.0396</c:v>
                </c:pt>
                <c:pt idx="32">
                  <c:v>0.0071</c:v>
                </c:pt>
                <c:pt idx="33">
                  <c:v>0.0059</c:v>
                </c:pt>
                <c:pt idx="34">
                  <c:v>0.021</c:v>
                </c:pt>
                <c:pt idx="35">
                  <c:v>0.0201</c:v>
                </c:pt>
                <c:pt idx="36">
                  <c:v>0.0055</c:v>
                </c:pt>
                <c:pt idx="37">
                  <c:v>0.0192</c:v>
                </c:pt>
                <c:pt idx="38">
                  <c:v>-0.0025</c:v>
                </c:pt>
                <c:pt idx="39">
                  <c:v>-0.0027</c:v>
                </c:pt>
                <c:pt idx="40">
                  <c:v>0.008</c:v>
                </c:pt>
                <c:pt idx="41">
                  <c:v>0.0018</c:v>
                </c:pt>
                <c:pt idx="42">
                  <c:v>-0.0016</c:v>
                </c:pt>
                <c:pt idx="43">
                  <c:v>0.0172</c:v>
                </c:pt>
                <c:pt idx="44">
                  <c:v>0.0305</c:v>
                </c:pt>
                <c:pt idx="45">
                  <c:v>0.0059</c:v>
                </c:pt>
                <c:pt idx="46">
                  <c:v>-0.008</c:v>
                </c:pt>
                <c:pt idx="47">
                  <c:v>-0.0156</c:v>
                </c:pt>
                <c:pt idx="48">
                  <c:v>-0.0187</c:v>
                </c:pt>
                <c:pt idx="49">
                  <c:v>-0.0099</c:v>
                </c:pt>
                <c:pt idx="50">
                  <c:v>0.0003</c:v>
                </c:pt>
                <c:pt idx="51">
                  <c:v>-0.0187</c:v>
                </c:pt>
                <c:pt idx="52">
                  <c:v>-0.004</c:v>
                </c:pt>
                <c:pt idx="53">
                  <c:v>-0.0126</c:v>
                </c:pt>
                <c:pt idx="54">
                  <c:v>-0.0186</c:v>
                </c:pt>
                <c:pt idx="55">
                  <c:v>-0.0171</c:v>
                </c:pt>
                <c:pt idx="56">
                  <c:v>-0.0218</c:v>
                </c:pt>
                <c:pt idx="57">
                  <c:v>-0.0075</c:v>
                </c:pt>
                <c:pt idx="58">
                  <c:v>-0.0111</c:v>
                </c:pt>
                <c:pt idx="59">
                  <c:v>-0.0057</c:v>
                </c:pt>
                <c:pt idx="60">
                  <c:v>-0.0054</c:v>
                </c:pt>
                <c:pt idx="61">
                  <c:v>-0.0168</c:v>
                </c:pt>
                <c:pt idx="62">
                  <c:v>-0.019</c:v>
                </c:pt>
                <c:pt idx="63">
                  <c:v>-0.0027</c:v>
                </c:pt>
                <c:pt idx="64">
                  <c:v>-0.014</c:v>
                </c:pt>
                <c:pt idx="65">
                  <c:v>-0.0158</c:v>
                </c:pt>
                <c:pt idx="66">
                  <c:v>-0.0036</c:v>
                </c:pt>
                <c:pt idx="67">
                  <c:v>-0.0085</c:v>
                </c:pt>
                <c:pt idx="68">
                  <c:v>-0.0105</c:v>
                </c:pt>
                <c:pt idx="69">
                  <c:v>-0.0032</c:v>
                </c:pt>
                <c:pt idx="70">
                  <c:v>-0.0088</c:v>
                </c:pt>
                <c:pt idx="71">
                  <c:v>-0.0088</c:v>
                </c:pt>
                <c:pt idx="72">
                  <c:v>-0.0021</c:v>
                </c:pt>
                <c:pt idx="73">
                  <c:v>0.0057</c:v>
                </c:pt>
                <c:pt idx="74">
                  <c:v>0.0122</c:v>
                </c:pt>
                <c:pt idx="75">
                  <c:v>0.0109</c:v>
                </c:pt>
              </c:numCache>
            </c:numRef>
          </c:val>
          <c:smooth val="0"/>
        </c:ser>
        <c:ser>
          <c:idx val="2"/>
          <c:order val="2"/>
          <c:tx>
            <c:strRef>
              <c:f>Sheet1!$D$1</c:f>
              <c:strCache>
                <c:ptCount val="1"/>
                <c:pt idx="0">
                  <c:v>Emerging</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Sheet1!$A$2:$A$77</c:f>
              <c:strCache>
                <c:ptCount val="76"/>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pt idx="68">
                  <c:v>Sep '24</c:v>
                </c:pt>
                <c:pt idx="69">
                  <c:v>Oct '24</c:v>
                </c:pt>
                <c:pt idx="70">
                  <c:v>Nov '24</c:v>
                </c:pt>
                <c:pt idx="71">
                  <c:v>Dec '24</c:v>
                </c:pt>
                <c:pt idx="72">
                  <c:v>Jan '25</c:v>
                </c:pt>
                <c:pt idx="73">
                  <c:v>Feb '25</c:v>
                </c:pt>
                <c:pt idx="74">
                  <c:v>Mar '25</c:v>
                </c:pt>
                <c:pt idx="75">
                  <c:v>Apr '25</c:v>
                </c:pt>
              </c:strCache>
            </c:strRef>
          </c:cat>
          <c:val>
            <c:numRef>
              <c:f>Sheet1!$D$2:$D$77</c:f>
              <c:numCache>
                <c:ptCount val="76"/>
                <c:pt idx="0">
                  <c:v>0.0298</c:v>
                </c:pt>
                <c:pt idx="1">
                  <c:v>0.03</c:v>
                </c:pt>
                <c:pt idx="2">
                  <c:v>0.0443</c:v>
                </c:pt>
                <c:pt idx="3">
                  <c:v>0.0371</c:v>
                </c:pt>
                <c:pt idx="4">
                  <c:v>0.0401</c:v>
                </c:pt>
                <c:pt idx="5">
                  <c:v>0.0262</c:v>
                </c:pt>
                <c:pt idx="6">
                  <c:v>0.0249</c:v>
                </c:pt>
                <c:pt idx="7">
                  <c:v>0.0248</c:v>
                </c:pt>
                <c:pt idx="8">
                  <c:v>0.0302</c:v>
                </c:pt>
                <c:pt idx="9">
                  <c:v>0.0295</c:v>
                </c:pt>
                <c:pt idx="10">
                  <c:v>0.0336</c:v>
                </c:pt>
                <c:pt idx="11">
                  <c:v>0.0343</c:v>
                </c:pt>
                <c:pt idx="12">
                  <c:v>-0.0651</c:v>
                </c:pt>
                <c:pt idx="13">
                  <c:v>-0.0569</c:v>
                </c:pt>
                <c:pt idx="14">
                  <c:v>-0.0286</c:v>
                </c:pt>
                <c:pt idx="15">
                  <c:v>-0.115</c:v>
                </c:pt>
                <c:pt idx="16">
                  <c:v>-0.0596</c:v>
                </c:pt>
                <c:pt idx="17">
                  <c:v>0.0082</c:v>
                </c:pt>
                <c:pt idx="18">
                  <c:v>0.0369</c:v>
                </c:pt>
                <c:pt idx="19">
                  <c:v>0.0465</c:v>
                </c:pt>
                <c:pt idx="20">
                  <c:v>0.0916</c:v>
                </c:pt>
                <c:pt idx="21">
                  <c:v>0.1027</c:v>
                </c:pt>
                <c:pt idx="22">
                  <c:v>0.1086</c:v>
                </c:pt>
                <c:pt idx="23">
                  <c:v>0.1189</c:v>
                </c:pt>
                <c:pt idx="24">
                  <c:v>0.2389</c:v>
                </c:pt>
                <c:pt idx="25">
                  <c:v>0.2197</c:v>
                </c:pt>
                <c:pt idx="26">
                  <c:v>0.1683</c:v>
                </c:pt>
                <c:pt idx="27">
                  <c:v>0.3415</c:v>
                </c:pt>
                <c:pt idx="28">
                  <c:v>0.2376</c:v>
                </c:pt>
                <c:pt idx="29">
                  <c:v>0.1791</c:v>
                </c:pt>
                <c:pt idx="30">
                  <c:v>0.1427</c:v>
                </c:pt>
                <c:pt idx="31">
                  <c:v>0.1339</c:v>
                </c:pt>
                <c:pt idx="32">
                  <c:v>0.0821</c:v>
                </c:pt>
                <c:pt idx="33">
                  <c:v>0.076</c:v>
                </c:pt>
                <c:pt idx="34">
                  <c:v>0.0771</c:v>
                </c:pt>
                <c:pt idx="35">
                  <c:v>0.078</c:v>
                </c:pt>
                <c:pt idx="36">
                  <c:v>0.0819</c:v>
                </c:pt>
                <c:pt idx="37">
                  <c:v>0.0921</c:v>
                </c:pt>
                <c:pt idx="38">
                  <c:v>0.091</c:v>
                </c:pt>
                <c:pt idx="39">
                  <c:v>0.0174</c:v>
                </c:pt>
                <c:pt idx="40">
                  <c:v>0.0519</c:v>
                </c:pt>
                <c:pt idx="41">
                  <c:v>0.0525</c:v>
                </c:pt>
                <c:pt idx="42">
                  <c:v>0.0489</c:v>
                </c:pt>
                <c:pt idx="43">
                  <c:v>0.0487</c:v>
                </c:pt>
                <c:pt idx="44">
                  <c:v>0.0553</c:v>
                </c:pt>
                <c:pt idx="45">
                  <c:v>0.0418</c:v>
                </c:pt>
                <c:pt idx="46">
                  <c:v>0.0307</c:v>
                </c:pt>
                <c:pt idx="47">
                  <c:v>0.0185</c:v>
                </c:pt>
                <c:pt idx="48">
                  <c:v>0.0167</c:v>
                </c:pt>
                <c:pt idx="49">
                  <c:v>0.0118</c:v>
                </c:pt>
                <c:pt idx="50">
                  <c:v>0.0228</c:v>
                </c:pt>
                <c:pt idx="51">
                  <c:v>0.032</c:v>
                </c:pt>
                <c:pt idx="52">
                  <c:v>0.0351</c:v>
                </c:pt>
                <c:pt idx="53">
                  <c:v>0.0262</c:v>
                </c:pt>
                <c:pt idx="54">
                  <c:v>0.0276</c:v>
                </c:pt>
                <c:pt idx="55">
                  <c:v>0.0337</c:v>
                </c:pt>
                <c:pt idx="56">
                  <c:v>0.03</c:v>
                </c:pt>
                <c:pt idx="57">
                  <c:v>0.033</c:v>
                </c:pt>
                <c:pt idx="58">
                  <c:v>0.0362</c:v>
                </c:pt>
                <c:pt idx="59">
                  <c:v>0.0355</c:v>
                </c:pt>
                <c:pt idx="60">
                  <c:v>0.0384</c:v>
                </c:pt>
                <c:pt idx="61">
                  <c:v>0.0427</c:v>
                </c:pt>
                <c:pt idx="62">
                  <c:v>0.0273</c:v>
                </c:pt>
                <c:pt idx="63">
                  <c:v>0.047</c:v>
                </c:pt>
                <c:pt idx="64">
                  <c:v>0.0379</c:v>
                </c:pt>
                <c:pt idx="65">
                  <c:v>0.0346</c:v>
                </c:pt>
                <c:pt idx="66">
                  <c:v>0.0387</c:v>
                </c:pt>
                <c:pt idx="67">
                  <c:v>0.0271</c:v>
                </c:pt>
                <c:pt idx="68">
                  <c:v>0.0336</c:v>
                </c:pt>
                <c:pt idx="69">
                  <c:v>0.0414</c:v>
                </c:pt>
                <c:pt idx="70">
                  <c:v>0.0383</c:v>
                </c:pt>
                <c:pt idx="71">
                  <c:v>0.045</c:v>
                </c:pt>
                <c:pt idx="72">
                  <c:v>0.0405</c:v>
                </c:pt>
                <c:pt idx="73">
                  <c:v>0.0373</c:v>
                </c:pt>
                <c:pt idx="74">
                  <c:v>0.0476</c:v>
                </c:pt>
                <c:pt idx="75">
                  <c:v>0.0447</c:v>
                </c:pt>
              </c:numCache>
            </c:numRef>
          </c:val>
          <c:smooth val="0"/>
        </c:ser>
        <c:ser>
          <c:idx val="3"/>
          <c:order val="3"/>
          <c:tx>
            <c:strRef>
              <c:f>Sheet1!$E$1</c:f>
              <c:strCache>
                <c:ptCount val="1"/>
                <c:pt idx="0">
                  <c:v>U.S.</c:v>
                </c:pt>
              </c:strCache>
            </c:strRef>
          </c:tx>
          <c:spPr>
            <a:ln>
              <a:solidFill>
                <a:srgbClr val="A60B0B"/>
              </a:solidFill>
            </a:ln>
          </c:spPr>
          <c:marker>
            <c:symbol val="circle"/>
            <c:spPr>
              <a:solidFill>
                <a:srgbClr val="A60B0B"/>
              </a:solidFill>
              <a:ln>
                <a:solidFill>
                  <a:srgbClr val="A60B0B"/>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Sheet1!$A$2:$A$77</c:f>
              <c:strCache>
                <c:ptCount val="76"/>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pt idx="68">
                  <c:v>Sep '24</c:v>
                </c:pt>
                <c:pt idx="69">
                  <c:v>Oct '24</c:v>
                </c:pt>
                <c:pt idx="70">
                  <c:v>Nov '24</c:v>
                </c:pt>
                <c:pt idx="71">
                  <c:v>Dec '24</c:v>
                </c:pt>
                <c:pt idx="72">
                  <c:v>Jan '25</c:v>
                </c:pt>
                <c:pt idx="73">
                  <c:v>Feb '25</c:v>
                </c:pt>
                <c:pt idx="74">
                  <c:v>Mar '25</c:v>
                </c:pt>
                <c:pt idx="75">
                  <c:v>Apr '25</c:v>
                </c:pt>
              </c:strCache>
            </c:strRef>
          </c:cat>
          <c:val>
            <c:numRef>
              <c:f>Sheet1!$E$2:$E$77</c:f>
              <c:numCache>
                <c:ptCount val="76"/>
                <c:pt idx="0">
                  <c:v>0.0187</c:v>
                </c:pt>
                <c:pt idx="1">
                  <c:v>0.0108</c:v>
                </c:pt>
                <c:pt idx="2">
                  <c:v>0.0059</c:v>
                </c:pt>
                <c:pt idx="3">
                  <c:v>-0.0106</c:v>
                </c:pt>
                <c:pt idx="4">
                  <c:v>0</c:v>
                </c:pt>
                <c:pt idx="5">
                  <c:v>-0.0068</c:v>
                </c:pt>
                <c:pt idx="6">
                  <c:v>-0.0135</c:v>
                </c:pt>
                <c:pt idx="7">
                  <c:v>-0.0125</c:v>
                </c:pt>
                <c:pt idx="8">
                  <c:v>-0.0154</c:v>
                </c:pt>
                <c:pt idx="9">
                  <c:v>-0.0221</c:v>
                </c:pt>
                <c:pt idx="10">
                  <c:v>-0.0183</c:v>
                </c:pt>
                <c:pt idx="11">
                  <c:v>-0.0202</c:v>
                </c:pt>
                <c:pt idx="12">
                  <c:v>-0.0203</c:v>
                </c:pt>
                <c:pt idx="13">
                  <c:v>-0.0107</c:v>
                </c:pt>
                <c:pt idx="14">
                  <c:v>-0.0506</c:v>
                </c:pt>
                <c:pt idx="15">
                  <c:v>-0.172</c:v>
                </c:pt>
                <c:pt idx="16">
                  <c:v>-0.1602</c:v>
                </c:pt>
                <c:pt idx="17">
                  <c:v>-0.1054</c:v>
                </c:pt>
                <c:pt idx="18">
                  <c:v>-0.0686</c:v>
                </c:pt>
                <c:pt idx="19">
                  <c:v>-0.0671</c:v>
                </c:pt>
                <c:pt idx="20">
                  <c:v>-0.0644</c:v>
                </c:pt>
                <c:pt idx="21">
                  <c:v>-0.0502</c:v>
                </c:pt>
                <c:pt idx="22">
                  <c:v>-0.05</c:v>
                </c:pt>
                <c:pt idx="23">
                  <c:v>-0.0363</c:v>
                </c:pt>
                <c:pt idx="24">
                  <c:v>-0.0247</c:v>
                </c:pt>
                <c:pt idx="25">
                  <c:v>-0.061</c:v>
                </c:pt>
                <c:pt idx="26">
                  <c:v>0.0061</c:v>
                </c:pt>
                <c:pt idx="27">
                  <c:v>0.1606</c:v>
                </c:pt>
                <c:pt idx="28">
                  <c:v>0.1535</c:v>
                </c:pt>
                <c:pt idx="29">
                  <c:v>0.0862</c:v>
                </c:pt>
                <c:pt idx="30">
                  <c:v>0.0537</c:v>
                </c:pt>
                <c:pt idx="31">
                  <c:v>0.0428</c:v>
                </c:pt>
                <c:pt idx="32">
                  <c:v>0.0323</c:v>
                </c:pt>
                <c:pt idx="33">
                  <c:v>0.0404</c:v>
                </c:pt>
                <c:pt idx="34">
                  <c:v>0.0443</c:v>
                </c:pt>
                <c:pt idx="35">
                  <c:v>0.0305</c:v>
                </c:pt>
                <c:pt idx="36">
                  <c:v>0.0243</c:v>
                </c:pt>
                <c:pt idx="37">
                  <c:v>0.066</c:v>
                </c:pt>
                <c:pt idx="38">
                  <c:v>0.0458</c:v>
                </c:pt>
                <c:pt idx="39">
                  <c:v>0.0468</c:v>
                </c:pt>
                <c:pt idx="40">
                  <c:v>0.0383</c:v>
                </c:pt>
                <c:pt idx="41">
                  <c:v>0.0321</c:v>
                </c:pt>
                <c:pt idx="42">
                  <c:v>0.03</c:v>
                </c:pt>
                <c:pt idx="43">
                  <c:v>0.032</c:v>
                </c:pt>
                <c:pt idx="44">
                  <c:v>0.0455</c:v>
                </c:pt>
                <c:pt idx="45">
                  <c:v>0.0299</c:v>
                </c:pt>
                <c:pt idx="46">
                  <c:v>0.0178</c:v>
                </c:pt>
                <c:pt idx="47">
                  <c:v>0.0059</c:v>
                </c:pt>
                <c:pt idx="48">
                  <c:v>0.0148</c:v>
                </c:pt>
                <c:pt idx="49">
                  <c:v>0.0098</c:v>
                </c:pt>
                <c:pt idx="50">
                  <c:v>0.001</c:v>
                </c:pt>
                <c:pt idx="51">
                  <c:v>0.0029</c:v>
                </c:pt>
                <c:pt idx="52">
                  <c:v>0</c:v>
                </c:pt>
                <c:pt idx="53">
                  <c:v>-0.0039</c:v>
                </c:pt>
                <c:pt idx="54">
                  <c:v>0</c:v>
                </c:pt>
                <c:pt idx="55">
                  <c:v>-0.001</c:v>
                </c:pt>
                <c:pt idx="56">
                  <c:v>-0.0019</c:v>
                </c:pt>
                <c:pt idx="57">
                  <c:v>-0.0077</c:v>
                </c:pt>
                <c:pt idx="58">
                  <c:v>-0.0019</c:v>
                </c:pt>
                <c:pt idx="59">
                  <c:v>0.0079</c:v>
                </c:pt>
                <c:pt idx="60">
                  <c:v>-0.0117</c:v>
                </c:pt>
                <c:pt idx="61">
                  <c:v>-0.001</c:v>
                </c:pt>
                <c:pt idx="62">
                  <c:v>-0.0029</c:v>
                </c:pt>
                <c:pt idx="63">
                  <c:v>-0.0078</c:v>
                </c:pt>
                <c:pt idx="64">
                  <c:v>0</c:v>
                </c:pt>
                <c:pt idx="65">
                  <c:v>0.0088</c:v>
                </c:pt>
                <c:pt idx="66">
                  <c:v>-0.0058</c:v>
                </c:pt>
                <c:pt idx="67">
                  <c:v>-0.001</c:v>
                </c:pt>
                <c:pt idx="68">
                  <c:v>-0.0068</c:v>
                </c:pt>
                <c:pt idx="69">
                  <c:v>-0.0039</c:v>
                </c:pt>
                <c:pt idx="70">
                  <c:v>-0.0087</c:v>
                </c:pt>
                <c:pt idx="71">
                  <c:v>0.0039</c:v>
                </c:pt>
                <c:pt idx="72">
                  <c:v>0.0138</c:v>
                </c:pt>
                <c:pt idx="73">
                  <c:v>0.0127</c:v>
                </c:pt>
                <c:pt idx="74">
                  <c:v>0.0117</c:v>
                </c:pt>
                <c:pt idx="75">
                  <c:v>0.0137</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Year-on-year percent growth</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Sheet1!$A$2:$A$67</c:f>
              <c:strCache>
                <c:ptCount val="66"/>
                <c:pt idx="0">
                  <c:v>Jan 2020</c:v>
                </c:pt>
                <c:pt idx="1">
                  <c:v>Feb 2020</c:v>
                </c:pt>
                <c:pt idx="2">
                  <c:v>Mar 2020</c:v>
                </c:pt>
                <c:pt idx="3">
                  <c:v>Apr 2020</c:v>
                </c:pt>
                <c:pt idx="4">
                  <c:v>May 2020</c:v>
                </c:pt>
                <c:pt idx="5">
                  <c:v>Jun 2020</c:v>
                </c:pt>
                <c:pt idx="6">
                  <c:v>Jul 2020</c:v>
                </c:pt>
                <c:pt idx="7">
                  <c:v>Aug 2020</c:v>
                </c:pt>
                <c:pt idx="8">
                  <c:v>Sep 2020</c:v>
                </c:pt>
                <c:pt idx="9">
                  <c:v>Oct 2020</c:v>
                </c:pt>
                <c:pt idx="10">
                  <c:v>Nov 2020</c:v>
                </c:pt>
                <c:pt idx="11">
                  <c:v>Dec 2020</c:v>
                </c:pt>
                <c:pt idx="12">
                  <c:v>Jan 2021</c:v>
                </c:pt>
                <c:pt idx="13">
                  <c:v>Feb 2021</c:v>
                </c:pt>
                <c:pt idx="14">
                  <c:v>Mar 2021</c:v>
                </c:pt>
                <c:pt idx="15">
                  <c:v>Apr 2021</c:v>
                </c:pt>
                <c:pt idx="16">
                  <c:v>May 2021</c:v>
                </c:pt>
                <c:pt idx="17">
                  <c:v>Jun 2021</c:v>
                </c:pt>
                <c:pt idx="18">
                  <c:v>Jul 2021</c:v>
                </c:pt>
                <c:pt idx="19">
                  <c:v>Aug 2021</c:v>
                </c:pt>
                <c:pt idx="20">
                  <c:v>Sep 2021</c:v>
                </c:pt>
                <c:pt idx="21">
                  <c:v>Oct 2021</c:v>
                </c:pt>
                <c:pt idx="22">
                  <c:v>Nov 2021</c:v>
                </c:pt>
                <c:pt idx="23">
                  <c:v>Dec 2021</c:v>
                </c:pt>
                <c:pt idx="24">
                  <c:v>Jan 2022</c:v>
                </c:pt>
                <c:pt idx="25">
                  <c:v>Feb 2022</c:v>
                </c:pt>
                <c:pt idx="26">
                  <c:v>Mar 2022</c:v>
                </c:pt>
                <c:pt idx="27">
                  <c:v>Apr 2022</c:v>
                </c:pt>
                <c:pt idx="28">
                  <c:v>May 2022</c:v>
                </c:pt>
                <c:pt idx="29">
                  <c:v>Jun 2022</c:v>
                </c:pt>
                <c:pt idx="30">
                  <c:v>Jul 2022</c:v>
                </c:pt>
                <c:pt idx="31">
                  <c:v>Aug 2022</c:v>
                </c:pt>
                <c:pt idx="32">
                  <c:v>Sep 2022</c:v>
                </c:pt>
                <c:pt idx="33">
                  <c:v>Oct 2022</c:v>
                </c:pt>
                <c:pt idx="34">
                  <c:v>Nov 2022</c:v>
                </c:pt>
                <c:pt idx="35">
                  <c:v>Dec 2022</c:v>
                </c:pt>
                <c:pt idx="36">
                  <c:v>Jan 2023</c:v>
                </c:pt>
                <c:pt idx="37">
                  <c:v>Feb 2023**</c:v>
                </c:pt>
                <c:pt idx="38">
                  <c:v>Mar 2023</c:v>
                </c:pt>
                <c:pt idx="39">
                  <c:v>Apr 2023</c:v>
                </c:pt>
                <c:pt idx="40">
                  <c:v>May 2023</c:v>
                </c:pt>
                <c:pt idx="41">
                  <c:v>Jun 2023</c:v>
                </c:pt>
                <c:pt idx="42">
                  <c:v>Jul 2023</c:v>
                </c:pt>
                <c:pt idx="43">
                  <c:v>Aug 2023</c:v>
                </c:pt>
                <c:pt idx="44">
                  <c:v>Sep 2023</c:v>
                </c:pt>
                <c:pt idx="45">
                  <c:v>Oct 2023</c:v>
                </c:pt>
                <c:pt idx="46">
                  <c:v>Nov 2023</c:v>
                </c:pt>
                <c:pt idx="47">
                  <c:v>Dec 2023</c:v>
                </c:pt>
                <c:pt idx="48">
                  <c:v>Jan 2024</c:v>
                </c:pt>
                <c:pt idx="49">
                  <c:v>Feb 2024</c:v>
                </c:pt>
                <c:pt idx="50">
                  <c:v>Mar 2024</c:v>
                </c:pt>
                <c:pt idx="51">
                  <c:v>Apr 2024</c:v>
                </c:pt>
                <c:pt idx="52">
                  <c:v>May 2024</c:v>
                </c:pt>
                <c:pt idx="53">
                  <c:v>Jun 2024</c:v>
                </c:pt>
                <c:pt idx="54">
                  <c:v>Jul 2024</c:v>
                </c:pt>
                <c:pt idx="55">
                  <c:v>Aug 2024</c:v>
                </c:pt>
                <c:pt idx="56">
                  <c:v>Sept 2024</c:v>
                </c:pt>
                <c:pt idx="57">
                  <c:v>Oct 2024</c:v>
                </c:pt>
                <c:pt idx="58">
                  <c:v>Nov 2024</c:v>
                </c:pt>
                <c:pt idx="59">
                  <c:v>Dec 2024</c:v>
                </c:pt>
                <c:pt idx="60">
                  <c:v>Feb 2025</c:v>
                </c:pt>
                <c:pt idx="61">
                  <c:v>Mar 2025</c:v>
                </c:pt>
                <c:pt idx="62">
                  <c:v>Apr 2025</c:v>
                </c:pt>
                <c:pt idx="63">
                  <c:v>May 2025</c:v>
                </c:pt>
                <c:pt idx="64">
                  <c:v>Jun 2025</c:v>
                </c:pt>
                <c:pt idx="65">
                  <c:v>Jul 2025</c:v>
                </c:pt>
              </c:strCache>
            </c:strRef>
          </c:cat>
          <c:val>
            <c:numRef>
              <c:f>Sheet1!$B$2:$B$67</c:f>
              <c:numCache>
                <c:ptCount val="66"/>
                <c:pt idx="0">
                  <c:v>49</c:v>
                </c:pt>
                <c:pt idx="1">
                  <c:v>48.3</c:v>
                </c:pt>
                <c:pt idx="2">
                  <c:v>48.4</c:v>
                </c:pt>
                <c:pt idx="3">
                  <c:v>39.5</c:v>
                </c:pt>
                <c:pt idx="4">
                  <c:v>39.4</c:v>
                </c:pt>
                <c:pt idx="5">
                  <c:v>40.6</c:v>
                </c:pt>
                <c:pt idx="6">
                  <c:v>41.6</c:v>
                </c:pt>
                <c:pt idx="7">
                  <c:v>41.6</c:v>
                </c:pt>
                <c:pt idx="8">
                  <c:v>42.1</c:v>
                </c:pt>
                <c:pt idx="9">
                  <c:v>42.6</c:v>
                </c:pt>
                <c:pt idx="10">
                  <c:v>41.7</c:v>
                </c:pt>
                <c:pt idx="11">
                  <c:v>43.2</c:v>
                </c:pt>
                <c:pt idx="12">
                  <c:v>44.4</c:v>
                </c:pt>
                <c:pt idx="13">
                  <c:v>43.7</c:v>
                </c:pt>
                <c:pt idx="14">
                  <c:v>45.6</c:v>
                </c:pt>
                <c:pt idx="15">
                  <c:v>46.2</c:v>
                </c:pt>
                <c:pt idx="16">
                  <c:v>46.8</c:v>
                </c:pt>
                <c:pt idx="17">
                  <c:v>48.2</c:v>
                </c:pt>
                <c:pt idx="18">
                  <c:v>49.1</c:v>
                </c:pt>
                <c:pt idx="19">
                  <c:v>48.3</c:v>
                </c:pt>
                <c:pt idx="20">
                  <c:v>48.7</c:v>
                </c:pt>
                <c:pt idx="21">
                  <c:v>48.4</c:v>
                </c:pt>
                <c:pt idx="22">
                  <c:v>48.4</c:v>
                </c:pt>
                <c:pt idx="23">
                  <c:v>48.5</c:v>
                </c:pt>
                <c:pt idx="24">
                  <c:v>48.8</c:v>
                </c:pt>
                <c:pt idx="25">
                  <c:v>48.6</c:v>
                </c:pt>
                <c:pt idx="26">
                  <c:v>48.5</c:v>
                </c:pt>
                <c:pt idx="27">
                  <c:v>47</c:v>
                </c:pt>
                <c:pt idx="28">
                  <c:v>47.7</c:v>
                </c:pt>
                <c:pt idx="29">
                  <c:v>47.6</c:v>
                </c:pt>
                <c:pt idx="30">
                  <c:v>45.9</c:v>
                </c:pt>
                <c:pt idx="31">
                  <c:v>45.5</c:v>
                </c:pt>
                <c:pt idx="32">
                  <c:v>45.8</c:v>
                </c:pt>
                <c:pt idx="33">
                  <c:v>43.3</c:v>
                </c:pt>
                <c:pt idx="34">
                  <c:v>43</c:v>
                </c:pt>
                <c:pt idx="35">
                  <c:v>44</c:v>
                </c:pt>
                <c:pt idx="36">
                  <c:v>44.8</c:v>
                </c:pt>
                <c:pt idx="37">
                  <c:v>46.2</c:v>
                </c:pt>
                <c:pt idx="38">
                  <c:v>45.9</c:v>
                </c:pt>
                <c:pt idx="39">
                  <c:v>46.2</c:v>
                </c:pt>
                <c:pt idx="40">
                  <c:v>47.2</c:v>
                </c:pt>
                <c:pt idx="41">
                  <c:v>47.4</c:v>
                </c:pt>
                <c:pt idx="42">
                  <c:v>47.6</c:v>
                </c:pt>
                <c:pt idx="43">
                  <c:v>47.4</c:v>
                </c:pt>
                <c:pt idx="44">
                  <c:v>47.6</c:v>
                </c:pt>
                <c:pt idx="45">
                  <c:v>47.2</c:v>
                </c:pt>
                <c:pt idx="46">
                  <c:v>47.2</c:v>
                </c:pt>
                <c:pt idx="47">
                  <c:v>47.7</c:v>
                </c:pt>
                <c:pt idx="48">
                  <c:v>49.3</c:v>
                </c:pt>
                <c:pt idx="49">
                  <c:v>49.1</c:v>
                </c:pt>
                <c:pt idx="50">
                  <c:v>48.6</c:v>
                </c:pt>
                <c:pt idx="51">
                  <c:v>48.9</c:v>
                </c:pt>
                <c:pt idx="52">
                  <c:v>48.8</c:v>
                </c:pt>
                <c:pt idx="53">
                  <c:v>48.5</c:v>
                </c:pt>
                <c:pt idx="54">
                  <c:v>48.5</c:v>
                </c:pt>
                <c:pt idx="55">
                  <c:v>48.7</c:v>
                </c:pt>
                <c:pt idx="56">
                  <c:v>49.1</c:v>
                </c:pt>
                <c:pt idx="57">
                  <c:v>49.1</c:v>
                </c:pt>
                <c:pt idx="58">
                  <c:v>48.6</c:v>
                </c:pt>
                <c:pt idx="59">
                  <c:v>47.9</c:v>
                </c:pt>
                <c:pt idx="60">
                  <c:v>48.8</c:v>
                </c:pt>
                <c:pt idx="61">
                  <c:v>48.2</c:v>
                </c:pt>
                <c:pt idx="62">
                  <c:v>47.7</c:v>
                </c:pt>
                <c:pt idx="63">
                  <c:v>47.7</c:v>
                </c:pt>
                <c:pt idx="64">
                  <c:v>48.2</c:v>
                </c:pt>
                <c:pt idx="65">
                  <c:v>48.1</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38"/>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Index score</a:t>
                </a:r>
              </a:p>
            </c:rich>
          </c:tx>
          <c:overlay val="0"/>
        </c:title>
        <c:numFmt formatCode="#,##0.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800" smtId="4294967295"/>
      </a:pPr>
      <a:endParaRPr sz="800" smtId="4294967295"/>
    </a:p>
  </c:txPr>
  <c:externalData r:id="rId1"/>
</c:chartSpace>
</file>

<file path=ppt/charts/chart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Pt>
            <c:idx val="0"/>
            <c:invertIfNegative val="0"/>
            <c:spPr>
              <a:solidFill>
                <a:srgbClr val="7F7F7F"/>
              </a:solidFill>
            </c:spPr>
          </c:dPt>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Global average</c:v>
                </c:pt>
                <c:pt idx="1">
                  <c:v>Singapore</c:v>
                </c:pt>
                <c:pt idx="2">
                  <c:v>India</c:v>
                </c:pt>
                <c:pt idx="3">
                  <c:v>Indonesia</c:v>
                </c:pt>
                <c:pt idx="4">
                  <c:v>Netherlands</c:v>
                </c:pt>
                <c:pt idx="5">
                  <c:v>Mexico</c:v>
                </c:pt>
                <c:pt idx="6">
                  <c:v>United States</c:v>
                </c:pt>
                <c:pt idx="7">
                  <c:v>United Kingdom</c:v>
                </c:pt>
                <c:pt idx="8">
                  <c:v>Sweden</c:v>
                </c:pt>
                <c:pt idx="9">
                  <c:v>Germany</c:v>
                </c:pt>
                <c:pt idx="10">
                  <c:v>Thailand</c:v>
                </c:pt>
                <c:pt idx="11">
                  <c:v>Brazil</c:v>
                </c:pt>
                <c:pt idx="12">
                  <c:v>Malaysia</c:v>
                </c:pt>
                <c:pt idx="13">
                  <c:v>South Africa</c:v>
                </c:pt>
                <c:pt idx="14">
                  <c:v>Australia</c:v>
                </c:pt>
              </c:strCache>
            </c:strRef>
          </c:cat>
          <c:val>
            <c:numRef>
              <c:f>Sheet1!$B$2:$B$16</c:f>
              <c:numCache>
                <c:ptCount val="15"/>
                <c:pt idx="0">
                  <c:v>49.1</c:v>
                </c:pt>
                <c:pt idx="1">
                  <c:v>62.5</c:v>
                </c:pt>
                <c:pt idx="2">
                  <c:v>62</c:v>
                </c:pt>
                <c:pt idx="3">
                  <c:v>61.5</c:v>
                </c:pt>
                <c:pt idx="4">
                  <c:v>57.4</c:v>
                </c:pt>
                <c:pt idx="5">
                  <c:v>55.9</c:v>
                </c:pt>
                <c:pt idx="6">
                  <c:v>55</c:v>
                </c:pt>
                <c:pt idx="7">
                  <c:v>54.1</c:v>
                </c:pt>
                <c:pt idx="8">
                  <c:v>54</c:v>
                </c:pt>
                <c:pt idx="9">
                  <c:v>53.7</c:v>
                </c:pt>
                <c:pt idx="10">
                  <c:v>52.1</c:v>
                </c:pt>
                <c:pt idx="11">
                  <c:v>51.3</c:v>
                </c:pt>
                <c:pt idx="12">
                  <c:v>51.2</c:v>
                </c:pt>
                <c:pt idx="13">
                  <c:v>50.5</c:v>
                </c:pt>
                <c:pt idx="14">
                  <c:v>50.2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tx>
                <c:rich>
                  <a:bodyPr/>
                  <a:lstStyle/>
                  <a:p>
                    <a:pPr>
                      <a:defRPr/>
                    </a:pPr>
                    <a:r>
                      <a:t>9/11 terrorist attack</a:t>
                    </a:r>
                  </a:p>
                </c:rich>
              </c:tx>
              <c:numFmt formatCode="#,##0.00" sourceLinked="0"/>
              <c:spPr>
                <a:solidFill>
                  <a:srgbClr val="FFFFFF"/>
                </a:solidFill>
              </c:spPr>
              <c:txPr>
                <a:bodyPr/>
                <a:p>
                  <a:pPr>
                    <a:defRPr sz="1100" b="0" smtId="4294967295">
                      <a:solidFill>
                        <a:prstClr val="black"/>
                      </a:solidFill>
                      <a:latin typeface="Open Sans"/>
                    </a:defRPr>
                  </a:pPr>
                  <a:endParaRPr sz="1100" b="0" smtId="4294967295">
                    <a:solidFill>
                      <a:prstClr val="black"/>
                    </a:solidFill>
                    <a:latin typeface="Open Sans"/>
                  </a:endParaRPr>
                </a:p>
              </c:txPr>
              <c:dLblPos val="t"/>
              <c:showLegendKey val="0"/>
              <c:showVal val="0"/>
              <c:showCatName val="0"/>
              <c:showSerName val="0"/>
              <c:showPercent val="0"/>
              <c:showBubbleSize val="0"/>
              <c:extLst>
                <c:ext xmlns:c15="http://schemas.microsoft.com/office/drawing/2012/chart" uri="{CE6537A1-D6FC-4f65-9D91-7224C49458BB}">
                  <c15:spPr>
                    <a:prstGeom prst="wedgeRectCallout">
                      <a:avLst/>
                    </a:prstGeom>
                  </c15:spPr>
                </c:ext>
              </c:extLst>
            </c:dLbl>
            <c:dLbl>
              <c:idx val="5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tx>
                <c:rich>
                  <a:bodyPr/>
                  <a:lstStyle/>
                  <a:p>
                    <a:pPr>
                      <a:defRPr/>
                    </a:pPr>
                    <a:r>
                      <a:t>U.S. invasion of Iraq</a:t>
                    </a:r>
                  </a:p>
                </c:rich>
              </c:tx>
              <c:numFmt formatCode="#,##0.00" sourceLinked="0"/>
              <c:spPr>
                <a:solidFill>
                  <a:srgbClr val="FFFFFF"/>
                </a:solidFill>
              </c:spPr>
              <c:txPr>
                <a:bodyPr/>
                <a:p>
                  <a:pPr>
                    <a:defRPr sz="1100" b="0" smtId="4294967295">
                      <a:solidFill>
                        <a:prstClr val="black"/>
                      </a:solidFill>
                      <a:latin typeface="Open Sans"/>
                    </a:defRPr>
                  </a:pPr>
                  <a:endParaRPr sz="1100" b="0" smtId="4294967295">
                    <a:solidFill>
                      <a:prstClr val="black"/>
                    </a:solidFill>
                    <a:latin typeface="Open Sans"/>
                  </a:endParaRPr>
                </a:p>
              </c:txPr>
              <c:dLblPos val="t"/>
              <c:showLegendKey val="0"/>
              <c:showVal val="0"/>
              <c:showCatName val="0"/>
              <c:showSerName val="0"/>
              <c:showPercent val="0"/>
              <c:showBubbleSize val="0"/>
              <c:extLst>
                <c:ext xmlns:c15="http://schemas.microsoft.com/office/drawing/2012/chart" uri="{CE6537A1-D6FC-4f65-9D91-7224C49458BB}">
                  <c15:spPr>
                    <a:prstGeom prst="wedgeRectCallout">
                      <a:avLst/>
                    </a:prstGeom>
                  </c15:spPr>
                </c:ext>
              </c:extLst>
            </c:dLbl>
            <c:dLbl>
              <c:idx val="7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7"/>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2"/>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5"/>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2"/>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5"/>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1"/>
              <c:tx>
                <c:rich>
                  <a:bodyPr/>
                  <a:lstStyle/>
                  <a:p>
                    <a:pPr>
                      <a:defRPr/>
                    </a:pPr>
                    <a:r>
                      <a:t>Global financial crisis</a:t>
                    </a:r>
                  </a:p>
                </c:rich>
              </c:tx>
              <c:numFmt formatCode="#,##0.0" sourceLinked="0"/>
              <c:spPr>
                <a:solidFill>
                  <a:srgbClr val="FFFFFF"/>
                </a:solidFill>
              </c:spPr>
              <c:txPr>
                <a:bodyPr/>
                <a:p>
                  <a:pPr>
                    <a:defRPr sz="1100" b="0" smtId="4294967295">
                      <a:solidFill>
                        <a:prstClr val="black"/>
                      </a:solidFill>
                      <a:latin typeface="Open Sans"/>
                    </a:defRPr>
                  </a:pPr>
                  <a:endParaRPr sz="1100" b="0" smtId="4294967295">
                    <a:solidFill>
                      <a:prstClr val="black"/>
                    </a:solidFill>
                    <a:latin typeface="Open Sans"/>
                  </a:endParaRPr>
                </a:p>
              </c:txPr>
              <c:dLblPos val="t"/>
              <c:showLegendKey val="0"/>
              <c:showVal val="0"/>
              <c:showCatName val="0"/>
              <c:showSerName val="0"/>
              <c:showPercent val="0"/>
              <c:showBubbleSize val="0"/>
              <c:extLst>
                <c:ext xmlns:c15="http://schemas.microsoft.com/office/drawing/2012/chart" uri="{CE6537A1-D6FC-4f65-9D91-7224C49458BB}">
                  <c15:spPr>
                    <a:prstGeom prst="wedgeRectCallout">
                      <a:avLst/>
                    </a:prstGeom>
                  </c15:spPr>
                </c:ext>
              </c:extLst>
            </c:dLbl>
            <c:dLbl>
              <c:idx val="14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3"/>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4"/>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5"/>
              <c:tx>
                <c:rich>
                  <a:bodyPr/>
                  <a:lstStyle/>
                  <a:p>
                    <a:pPr>
                      <a:defRPr/>
                    </a:pPr>
                    <a:r>
                      <a:t>Euro crisis</a:t>
                    </a:r>
                  </a:p>
                </c:rich>
              </c:tx>
              <c:numFmt formatCode="#,##0.00" sourceLinked="0"/>
              <c:spPr>
                <a:solidFill>
                  <a:srgbClr val="FFFFFF"/>
                </a:solidFill>
              </c:spPr>
              <c:txPr>
                <a:bodyPr/>
                <a:p>
                  <a:pPr>
                    <a:defRPr sz="1100" b="0" smtId="4294967295">
                      <a:solidFill>
                        <a:prstClr val="black"/>
                      </a:solidFill>
                      <a:latin typeface="Open Sans"/>
                    </a:defRPr>
                  </a:pPr>
                  <a:endParaRPr sz="1100" b="0" smtId="4294967295">
                    <a:solidFill>
                      <a:prstClr val="black"/>
                    </a:solidFill>
                    <a:latin typeface="Open Sans"/>
                  </a:endParaRPr>
                </a:p>
              </c:txPr>
              <c:dLblPos val="t"/>
              <c:showLegendKey val="0"/>
              <c:showVal val="0"/>
              <c:showCatName val="0"/>
              <c:showSerName val="0"/>
              <c:showPercent val="0"/>
              <c:showBubbleSize val="0"/>
              <c:extLst>
                <c:ext xmlns:c15="http://schemas.microsoft.com/office/drawing/2012/chart" uri="{CE6537A1-D6FC-4f65-9D91-7224C49458BB}">
                  <c15:spPr>
                    <a:prstGeom prst="wedgeRectCallout">
                      <a:avLst/>
                    </a:prstGeom>
                  </c15:spPr>
                </c:ext>
              </c:extLst>
            </c:dLbl>
            <c:dLbl>
              <c:idx val="17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9"/>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4"/>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5"/>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4"/>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9"/>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3"/>
              <c:tx>
                <c:rich>
                  <a:bodyPr/>
                  <a:lstStyle/>
                  <a:p>
                    <a:pPr>
                      <a:defRPr/>
                    </a:pPr>
                    <a:r>
                      <a:t>Brexit vote</a:t>
                    </a:r>
                  </a:p>
                </c:rich>
              </c:tx>
              <c:numFmt formatCode="#,##0.0" sourceLinked="0"/>
              <c:spPr>
                <a:solidFill>
                  <a:srgbClr val="FFFFFF"/>
                </a:solidFill>
              </c:spPr>
              <c:txPr>
                <a:bodyPr/>
                <a:p>
                  <a:pPr>
                    <a:defRPr sz="1100" b="0" smtId="4294967295">
                      <a:solidFill>
                        <a:prstClr val="black"/>
                      </a:solidFill>
                      <a:latin typeface="Open Sans"/>
                    </a:defRPr>
                  </a:pPr>
                  <a:endParaRPr sz="1100" b="0" smtId="4294967295">
                    <a:solidFill>
                      <a:prstClr val="black"/>
                    </a:solidFill>
                    <a:latin typeface="Open Sans"/>
                  </a:endParaRPr>
                </a:p>
              </c:txPr>
              <c:dLblPos val="t"/>
              <c:showLegendKey val="0"/>
              <c:showVal val="0"/>
              <c:showCatName val="0"/>
              <c:showSerName val="0"/>
              <c:showPercent val="0"/>
              <c:showBubbleSize val="0"/>
              <c:extLst>
                <c:ext xmlns:c15="http://schemas.microsoft.com/office/drawing/2012/chart" uri="{CE6537A1-D6FC-4f65-9D91-7224C49458BB}">
                  <c15:spPr>
                    <a:prstGeom prst="wedgeRectCallout">
                      <a:avLst/>
                    </a:prstGeom>
                  </c15:spPr>
                </c:ext>
              </c:extLst>
            </c:dLbl>
            <c:dLbl>
              <c:idx val="23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0"/>
              <c:tx>
                <c:rich>
                  <a:bodyPr/>
                  <a:lstStyle/>
                  <a:p>
                    <a:pPr>
                      <a:defRPr/>
                    </a:pPr>
                    <a:r>
                      <a:t>Beginning of Trump's presidency</a:t>
                    </a:r>
                  </a:p>
                </c:rich>
              </c:tx>
              <c:numFmt formatCode="#,##0.00" sourceLinked="0"/>
              <c:spPr>
                <a:solidFill>
                  <a:srgbClr val="FFFFFF"/>
                </a:solidFill>
              </c:spPr>
              <c:txPr>
                <a:bodyPr/>
                <a:p>
                  <a:pPr>
                    <a:defRPr sz="1100" b="0" smtId="4294967295">
                      <a:solidFill>
                        <a:prstClr val="black"/>
                      </a:solidFill>
                      <a:latin typeface="Open Sans"/>
                    </a:defRPr>
                  </a:pPr>
                  <a:endParaRPr sz="1100" b="0" smtId="4294967295">
                    <a:solidFill>
                      <a:prstClr val="black"/>
                    </a:solidFill>
                    <a:latin typeface="Open Sans"/>
                  </a:endParaRPr>
                </a:p>
              </c:txPr>
              <c:dLblPos val="t"/>
              <c:showLegendKey val="0"/>
              <c:showVal val="0"/>
              <c:showCatName val="0"/>
              <c:showSerName val="0"/>
              <c:showPercent val="0"/>
              <c:showBubbleSize val="0"/>
              <c:extLst>
                <c:ext xmlns:c15="http://schemas.microsoft.com/office/drawing/2012/chart" uri="{CE6537A1-D6FC-4f65-9D91-7224C49458BB}">
                  <c15:spPr>
                    <a:prstGeom prst="wedgeRectCallout">
                      <a:avLst/>
                    </a:prstGeom>
                  </c15:spPr>
                </c:ext>
              </c:extLst>
            </c:dLbl>
            <c:dLbl>
              <c:idx val="24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2"/>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0"/>
              <c:tx>
                <c:rich>
                  <a:bodyPr/>
                  <a:lstStyle/>
                  <a:p>
                    <a:pPr>
                      <a:defRPr/>
                    </a:pPr>
                    <a:r>
                      <a:t>COVID-19 pandemic</a:t>
                    </a:r>
                  </a:p>
                </c:rich>
              </c:tx>
              <c:numFmt formatCode="#,##0.00" sourceLinked="0"/>
              <c:spPr>
                <a:solidFill>
                  <a:srgbClr val="FFFFFF"/>
                </a:solidFill>
              </c:spPr>
              <c:txPr>
                <a:bodyPr/>
                <a:p>
                  <a:pPr>
                    <a:defRPr sz="1100" b="0" smtId="4294967295">
                      <a:solidFill>
                        <a:prstClr val="black"/>
                      </a:solidFill>
                      <a:latin typeface="Open Sans"/>
                    </a:defRPr>
                  </a:pPr>
                  <a:endParaRPr sz="1100" b="0" smtId="4294967295">
                    <a:solidFill>
                      <a:prstClr val="black"/>
                    </a:solidFill>
                    <a:latin typeface="Open Sans"/>
                  </a:endParaRPr>
                </a:p>
              </c:txPr>
              <c:dLblPos val="t"/>
              <c:showLegendKey val="0"/>
              <c:showVal val="0"/>
              <c:showCatName val="0"/>
              <c:showSerName val="0"/>
              <c:showPercent val="0"/>
              <c:showBubbleSize val="0"/>
              <c:extLst>
                <c:ext xmlns:c15="http://schemas.microsoft.com/office/drawing/2012/chart" uri="{CE6537A1-D6FC-4f65-9D91-7224C49458BB}">
                  <c15:spPr>
                    <a:prstGeom prst="wedgeRectCallout">
                      <a:avLst/>
                    </a:prstGeom>
                  </c15:spPr>
                </c:ext>
              </c:extLst>
            </c:dLbl>
            <c:dLbl>
              <c:idx val="28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2"/>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2"/>
              <c:tx>
                <c:rich>
                  <a:bodyPr/>
                  <a:lstStyle/>
                  <a:p>
                    <a:pPr>
                      <a:defRPr/>
                    </a:pPr>
                    <a:r>
                      <a:t>Russian invasion of Ukraine</a:t>
                    </a:r>
                  </a:p>
                </c:rich>
              </c:tx>
              <c:numFmt formatCode="#,##0.00" sourceLinked="0"/>
              <c:spPr>
                <a:solidFill>
                  <a:srgbClr val="FFFFFF"/>
                </a:solidFill>
              </c:spPr>
              <c:txPr>
                <a:bodyPr/>
                <a:p>
                  <a:pPr>
                    <a:defRPr sz="1100" b="0" smtId="4294967295">
                      <a:solidFill>
                        <a:prstClr val="black"/>
                      </a:solidFill>
                      <a:latin typeface="Open Sans"/>
                    </a:defRPr>
                  </a:pPr>
                  <a:endParaRPr sz="1100" b="0" smtId="4294967295">
                    <a:solidFill>
                      <a:prstClr val="black"/>
                    </a:solidFill>
                    <a:latin typeface="Open Sans"/>
                  </a:endParaRPr>
                </a:p>
              </c:txPr>
              <c:dLblPos val="t"/>
              <c:showLegendKey val="0"/>
              <c:showVal val="0"/>
              <c:showCatName val="0"/>
              <c:showSerName val="0"/>
              <c:showPercent val="0"/>
              <c:showBubbleSize val="0"/>
              <c:extLst>
                <c:ext xmlns:c15="http://schemas.microsoft.com/office/drawing/2012/chart" uri="{CE6537A1-D6FC-4f65-9D91-7224C49458BB}">
                  <c15:spPr>
                    <a:prstGeom prst="wedgeRectCallout">
                      <a:avLst/>
                    </a:prstGeom>
                  </c15:spPr>
                </c:ext>
              </c:extLst>
            </c:dLbl>
            <c:dLbl>
              <c:idx val="30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3"/>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7"/>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1"/>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3"/>
              <c:tx>
                <c:rich>
                  <a:bodyPr/>
                  <a:lstStyle/>
                  <a:p>
                    <a:pPr>
                      <a:defRPr/>
                    </a:pPr>
                  </a:p>
                </c:rich>
              </c:tx>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4"/>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6"/>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7"/>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8"/>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9"/>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0"/>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1"/>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2"/>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3"/>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4"/>
              <c:tx>
                <c:rich>
                  <a:bodyPr/>
                  <a:lstStyle/>
                  <a:p>
                    <a:pPr>
                      <a:defRPr/>
                    </a:pPr>
                    <a:r>
                      <a:t>Donald Trump re-elected</a:t>
                    </a:r>
                  </a:p>
                </c:rich>
              </c:tx>
              <c:numFmt formatCode="#,##0.00" sourceLinked="0"/>
              <c:spPr>
                <a:solidFill>
                  <a:srgbClr val="FFFFFF"/>
                </a:solidFill>
              </c:spPr>
              <c:txPr>
                <a:bodyPr/>
                <a:p>
                  <a:pPr>
                    <a:defRPr sz="1100" b="0" smtId="4294967295">
                      <a:solidFill>
                        <a:prstClr val="black"/>
                      </a:solidFill>
                      <a:latin typeface="Open Sans"/>
                    </a:defRPr>
                  </a:pPr>
                  <a:endParaRPr sz="1100" b="0" smtId="4294967295">
                    <a:solidFill>
                      <a:prstClr val="black"/>
                    </a:solidFill>
                    <a:latin typeface="Open Sans"/>
                  </a:endParaRPr>
                </a:p>
              </c:txPr>
              <c:dLblPos val="b"/>
              <c:showLegendKey val="0"/>
              <c:showVal val="0"/>
              <c:showCatName val="0"/>
              <c:showSerName val="0"/>
              <c:showPercent val="0"/>
              <c:showBubbleSize val="0"/>
              <c:extLst>
                <c:ext xmlns:c15="http://schemas.microsoft.com/office/drawing/2012/chart" uri="{CE6537A1-D6FC-4f65-9D91-7224C49458BB}">
                  <c15:spPr>
                    <a:prstGeom prst="wedgeRectCallout">
                      <a:avLst/>
                    </a:prstGeom>
                  </c15:spPr>
                </c:ext>
              </c:extLst>
            </c:dLbl>
            <c:dLbl>
              <c:idx val="335"/>
              <c:tx>
                <c:rich>
                  <a:bodyPr/>
                  <a:lstStyle/>
                  <a:p>
                    <a:pPr>
                      <a:defRPr/>
                    </a:pPr>
                  </a:p>
                </c:rich>
              </c:tx>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Sheet1!$A$2:$A$337</c:f>
              <c:strCache>
                <c:ptCount val="336"/>
                <c:pt idx="0">
                  <c:v>1997-01</c:v>
                </c:pt>
                <c:pt idx="1">
                  <c:v>1997-02</c:v>
                </c:pt>
                <c:pt idx="2">
                  <c:v>1997-03</c:v>
                </c:pt>
                <c:pt idx="3">
                  <c:v>1997-04</c:v>
                </c:pt>
                <c:pt idx="4">
                  <c:v>1997-05</c:v>
                </c:pt>
                <c:pt idx="5">
                  <c:v>1997-06</c:v>
                </c:pt>
                <c:pt idx="6">
                  <c:v>1997-07</c:v>
                </c:pt>
                <c:pt idx="7">
                  <c:v>1997-08</c:v>
                </c:pt>
                <c:pt idx="8">
                  <c:v>1997-09</c:v>
                </c:pt>
                <c:pt idx="9">
                  <c:v>1997-10</c:v>
                </c:pt>
                <c:pt idx="10">
                  <c:v>1997-11</c:v>
                </c:pt>
                <c:pt idx="11">
                  <c:v>1997-12</c:v>
                </c:pt>
                <c:pt idx="12">
                  <c:v>1998-01</c:v>
                </c:pt>
                <c:pt idx="13">
                  <c:v>1998-02</c:v>
                </c:pt>
                <c:pt idx="14">
                  <c:v>1998-03</c:v>
                </c:pt>
                <c:pt idx="15">
                  <c:v>1998-04</c:v>
                </c:pt>
                <c:pt idx="16">
                  <c:v>1998-05</c:v>
                </c:pt>
                <c:pt idx="17">
                  <c:v>1998-06</c:v>
                </c:pt>
                <c:pt idx="18">
                  <c:v>1998-07</c:v>
                </c:pt>
                <c:pt idx="19">
                  <c:v>1998-08</c:v>
                </c:pt>
                <c:pt idx="20">
                  <c:v>1998-09</c:v>
                </c:pt>
                <c:pt idx="21">
                  <c:v>1998-10</c:v>
                </c:pt>
                <c:pt idx="22">
                  <c:v>1998-11</c:v>
                </c:pt>
                <c:pt idx="23">
                  <c:v>1998-12</c:v>
                </c:pt>
                <c:pt idx="24">
                  <c:v>1999-01</c:v>
                </c:pt>
                <c:pt idx="25">
                  <c:v>1999-02</c:v>
                </c:pt>
                <c:pt idx="26">
                  <c:v>1999-03</c:v>
                </c:pt>
                <c:pt idx="27">
                  <c:v>1999-04</c:v>
                </c:pt>
                <c:pt idx="28">
                  <c:v>1999-05</c:v>
                </c:pt>
                <c:pt idx="29">
                  <c:v>1999-06</c:v>
                </c:pt>
                <c:pt idx="30">
                  <c:v>1999-07</c:v>
                </c:pt>
                <c:pt idx="31">
                  <c:v>1999-08</c:v>
                </c:pt>
                <c:pt idx="32">
                  <c:v>1999-09</c:v>
                </c:pt>
                <c:pt idx="33">
                  <c:v>1999-10</c:v>
                </c:pt>
                <c:pt idx="34">
                  <c:v>1999-11</c:v>
                </c:pt>
                <c:pt idx="35">
                  <c:v>1999-12</c:v>
                </c:pt>
                <c:pt idx="36">
                  <c:v>2000-01</c:v>
                </c:pt>
                <c:pt idx="37">
                  <c:v>2000-02</c:v>
                </c:pt>
                <c:pt idx="38">
                  <c:v>2000-03</c:v>
                </c:pt>
                <c:pt idx="39">
                  <c:v>2000-04</c:v>
                </c:pt>
                <c:pt idx="40">
                  <c:v>2000-05</c:v>
                </c:pt>
                <c:pt idx="41">
                  <c:v>2000-06</c:v>
                </c:pt>
                <c:pt idx="42">
                  <c:v>2000-07</c:v>
                </c:pt>
                <c:pt idx="43">
                  <c:v>2000-08</c:v>
                </c:pt>
                <c:pt idx="44">
                  <c:v>2000-09</c:v>
                </c:pt>
                <c:pt idx="45">
                  <c:v>2000-10</c:v>
                </c:pt>
                <c:pt idx="46">
                  <c:v>2000-11</c:v>
                </c:pt>
                <c:pt idx="47">
                  <c:v>2000-12</c:v>
                </c:pt>
                <c:pt idx="48">
                  <c:v>2001-01</c:v>
                </c:pt>
                <c:pt idx="49">
                  <c:v>2001-02</c:v>
                </c:pt>
                <c:pt idx="50">
                  <c:v>2001-03</c:v>
                </c:pt>
                <c:pt idx="51">
                  <c:v>2001-04</c:v>
                </c:pt>
                <c:pt idx="52">
                  <c:v>2001-05</c:v>
                </c:pt>
                <c:pt idx="53">
                  <c:v>2001-06</c:v>
                </c:pt>
                <c:pt idx="54">
                  <c:v>2001-07</c:v>
                </c:pt>
                <c:pt idx="55">
                  <c:v>2001-08</c:v>
                </c:pt>
                <c:pt idx="56">
                  <c:v>2001-09</c:v>
                </c:pt>
                <c:pt idx="57">
                  <c:v>2001-10</c:v>
                </c:pt>
                <c:pt idx="58">
                  <c:v>2001-11</c:v>
                </c:pt>
                <c:pt idx="59">
                  <c:v>2001-12</c:v>
                </c:pt>
                <c:pt idx="60">
                  <c:v>2002-01</c:v>
                </c:pt>
                <c:pt idx="61">
                  <c:v>2002-02</c:v>
                </c:pt>
                <c:pt idx="62">
                  <c:v>2002-03</c:v>
                </c:pt>
                <c:pt idx="63">
                  <c:v>2002-04</c:v>
                </c:pt>
                <c:pt idx="64">
                  <c:v>2002-05</c:v>
                </c:pt>
                <c:pt idx="65">
                  <c:v>2002-06</c:v>
                </c:pt>
                <c:pt idx="66">
                  <c:v>2002-07</c:v>
                </c:pt>
                <c:pt idx="67">
                  <c:v>2002-08</c:v>
                </c:pt>
                <c:pt idx="68">
                  <c:v>2002-09</c:v>
                </c:pt>
                <c:pt idx="69">
                  <c:v>2002-10</c:v>
                </c:pt>
                <c:pt idx="70">
                  <c:v>2002-11</c:v>
                </c:pt>
                <c:pt idx="71">
                  <c:v>2002-12</c:v>
                </c:pt>
                <c:pt idx="72">
                  <c:v>2003-01</c:v>
                </c:pt>
                <c:pt idx="73">
                  <c:v>2003-02</c:v>
                </c:pt>
                <c:pt idx="74">
                  <c:v>2003-03</c:v>
                </c:pt>
                <c:pt idx="75">
                  <c:v>2003-04</c:v>
                </c:pt>
                <c:pt idx="76">
                  <c:v>2003-05</c:v>
                </c:pt>
                <c:pt idx="77">
                  <c:v>2003-06</c:v>
                </c:pt>
                <c:pt idx="78">
                  <c:v>2003-07</c:v>
                </c:pt>
                <c:pt idx="79">
                  <c:v>2003-08</c:v>
                </c:pt>
                <c:pt idx="80">
                  <c:v>2003-09</c:v>
                </c:pt>
                <c:pt idx="81">
                  <c:v>2003-10</c:v>
                </c:pt>
                <c:pt idx="82">
                  <c:v>2003-11</c:v>
                </c:pt>
                <c:pt idx="83">
                  <c:v>2003-12</c:v>
                </c:pt>
                <c:pt idx="84">
                  <c:v>2004-01</c:v>
                </c:pt>
                <c:pt idx="85">
                  <c:v>2004-02</c:v>
                </c:pt>
                <c:pt idx="86">
                  <c:v>2004-03</c:v>
                </c:pt>
                <c:pt idx="87">
                  <c:v>2004-04</c:v>
                </c:pt>
                <c:pt idx="88">
                  <c:v>2004-05</c:v>
                </c:pt>
                <c:pt idx="89">
                  <c:v>2004-06</c:v>
                </c:pt>
                <c:pt idx="90">
                  <c:v>2004-07</c:v>
                </c:pt>
                <c:pt idx="91">
                  <c:v>2004-08</c:v>
                </c:pt>
                <c:pt idx="92">
                  <c:v>2004-09</c:v>
                </c:pt>
                <c:pt idx="93">
                  <c:v>2004-10</c:v>
                </c:pt>
                <c:pt idx="94">
                  <c:v>2004-11</c:v>
                </c:pt>
                <c:pt idx="95">
                  <c:v>2004-12</c:v>
                </c:pt>
                <c:pt idx="96">
                  <c:v>2005-01</c:v>
                </c:pt>
                <c:pt idx="97">
                  <c:v>2005-02</c:v>
                </c:pt>
                <c:pt idx="98">
                  <c:v>2005-03</c:v>
                </c:pt>
                <c:pt idx="99">
                  <c:v>2005-04</c:v>
                </c:pt>
                <c:pt idx="100">
                  <c:v>2005-05</c:v>
                </c:pt>
                <c:pt idx="101">
                  <c:v>2005-06</c:v>
                </c:pt>
                <c:pt idx="102">
                  <c:v>2005-07</c:v>
                </c:pt>
                <c:pt idx="103">
                  <c:v>2005-08</c:v>
                </c:pt>
                <c:pt idx="104">
                  <c:v>2005-09</c:v>
                </c:pt>
                <c:pt idx="105">
                  <c:v>2005-10</c:v>
                </c:pt>
                <c:pt idx="106">
                  <c:v>2005-11</c:v>
                </c:pt>
                <c:pt idx="107">
                  <c:v>2005-12</c:v>
                </c:pt>
                <c:pt idx="108">
                  <c:v>2006-01</c:v>
                </c:pt>
                <c:pt idx="109">
                  <c:v>2006-02</c:v>
                </c:pt>
                <c:pt idx="110">
                  <c:v>2006-03</c:v>
                </c:pt>
                <c:pt idx="111">
                  <c:v>2006-04</c:v>
                </c:pt>
                <c:pt idx="112">
                  <c:v>2006-05</c:v>
                </c:pt>
                <c:pt idx="113">
                  <c:v>2006-06</c:v>
                </c:pt>
                <c:pt idx="114">
                  <c:v>2006-07</c:v>
                </c:pt>
                <c:pt idx="115">
                  <c:v>2006-08</c:v>
                </c:pt>
                <c:pt idx="116">
                  <c:v>2006-09</c:v>
                </c:pt>
                <c:pt idx="117">
                  <c:v>2006-10</c:v>
                </c:pt>
                <c:pt idx="118">
                  <c:v>2006-11</c:v>
                </c:pt>
                <c:pt idx="119">
                  <c:v>2006-12</c:v>
                </c:pt>
                <c:pt idx="120">
                  <c:v>2007-01</c:v>
                </c:pt>
                <c:pt idx="121">
                  <c:v>2007-02</c:v>
                </c:pt>
                <c:pt idx="122">
                  <c:v>2007-03</c:v>
                </c:pt>
                <c:pt idx="123">
                  <c:v>2007-04</c:v>
                </c:pt>
                <c:pt idx="124">
                  <c:v>2007-05</c:v>
                </c:pt>
                <c:pt idx="125">
                  <c:v>2007-06</c:v>
                </c:pt>
                <c:pt idx="126">
                  <c:v>2007-07</c:v>
                </c:pt>
                <c:pt idx="127">
                  <c:v>2007-08</c:v>
                </c:pt>
                <c:pt idx="128">
                  <c:v>2007-09</c:v>
                </c:pt>
                <c:pt idx="129">
                  <c:v>2007-10</c:v>
                </c:pt>
                <c:pt idx="130">
                  <c:v>2007-11</c:v>
                </c:pt>
                <c:pt idx="131">
                  <c:v>2007-12</c:v>
                </c:pt>
                <c:pt idx="132">
                  <c:v>2008-01</c:v>
                </c:pt>
                <c:pt idx="133">
                  <c:v>2008-02</c:v>
                </c:pt>
                <c:pt idx="134">
                  <c:v>2008-03</c:v>
                </c:pt>
                <c:pt idx="135">
                  <c:v>2008-04</c:v>
                </c:pt>
                <c:pt idx="136">
                  <c:v>2008-05</c:v>
                </c:pt>
                <c:pt idx="137">
                  <c:v>2008-06</c:v>
                </c:pt>
                <c:pt idx="138">
                  <c:v>2008-07</c:v>
                </c:pt>
                <c:pt idx="139">
                  <c:v>2008-08</c:v>
                </c:pt>
                <c:pt idx="140">
                  <c:v>2008-09</c:v>
                </c:pt>
                <c:pt idx="141">
                  <c:v>2008-10</c:v>
                </c:pt>
                <c:pt idx="142">
                  <c:v>2008-11</c:v>
                </c:pt>
                <c:pt idx="143">
                  <c:v>2008-12</c:v>
                </c:pt>
                <c:pt idx="144">
                  <c:v>2009-01</c:v>
                </c:pt>
                <c:pt idx="145">
                  <c:v>2009-02</c:v>
                </c:pt>
                <c:pt idx="146">
                  <c:v>2009-03</c:v>
                </c:pt>
                <c:pt idx="147">
                  <c:v>2009-04</c:v>
                </c:pt>
                <c:pt idx="148">
                  <c:v>2009-05</c:v>
                </c:pt>
                <c:pt idx="149">
                  <c:v>2009-06</c:v>
                </c:pt>
                <c:pt idx="150">
                  <c:v>2009-07</c:v>
                </c:pt>
                <c:pt idx="151">
                  <c:v>2009-08</c:v>
                </c:pt>
                <c:pt idx="152">
                  <c:v>2009-09</c:v>
                </c:pt>
                <c:pt idx="153">
                  <c:v>2009-10</c:v>
                </c:pt>
                <c:pt idx="154">
                  <c:v>2009-11</c:v>
                </c:pt>
                <c:pt idx="155">
                  <c:v>2009-12</c:v>
                </c:pt>
                <c:pt idx="156">
                  <c:v>2010-01</c:v>
                </c:pt>
                <c:pt idx="157">
                  <c:v>2010-02</c:v>
                </c:pt>
                <c:pt idx="158">
                  <c:v>2010-03</c:v>
                </c:pt>
                <c:pt idx="159">
                  <c:v>2010-04</c:v>
                </c:pt>
                <c:pt idx="160">
                  <c:v>2010-05</c:v>
                </c:pt>
                <c:pt idx="161">
                  <c:v>2010-06</c:v>
                </c:pt>
                <c:pt idx="162">
                  <c:v>2010-07</c:v>
                </c:pt>
                <c:pt idx="163">
                  <c:v>2010-08</c:v>
                </c:pt>
                <c:pt idx="164">
                  <c:v>2010-09</c:v>
                </c:pt>
                <c:pt idx="165">
                  <c:v>2010-10</c:v>
                </c:pt>
                <c:pt idx="166">
                  <c:v>2010-11</c:v>
                </c:pt>
                <c:pt idx="167">
                  <c:v>2010-12</c:v>
                </c:pt>
                <c:pt idx="168">
                  <c:v>2011-01</c:v>
                </c:pt>
                <c:pt idx="169">
                  <c:v>2011-02</c:v>
                </c:pt>
                <c:pt idx="170">
                  <c:v>2011-03</c:v>
                </c:pt>
                <c:pt idx="171">
                  <c:v>2011-04</c:v>
                </c:pt>
                <c:pt idx="172">
                  <c:v>2011-05</c:v>
                </c:pt>
                <c:pt idx="173">
                  <c:v>2011-06</c:v>
                </c:pt>
                <c:pt idx="174">
                  <c:v>2011-07</c:v>
                </c:pt>
                <c:pt idx="175">
                  <c:v>2011-08</c:v>
                </c:pt>
                <c:pt idx="176">
                  <c:v>2011-09</c:v>
                </c:pt>
                <c:pt idx="177">
                  <c:v>2011-10</c:v>
                </c:pt>
                <c:pt idx="178">
                  <c:v>2011-11</c:v>
                </c:pt>
                <c:pt idx="179">
                  <c:v>2011-12</c:v>
                </c:pt>
                <c:pt idx="180">
                  <c:v>2012-01</c:v>
                </c:pt>
                <c:pt idx="181">
                  <c:v>2012-02</c:v>
                </c:pt>
                <c:pt idx="182">
                  <c:v>2012-03</c:v>
                </c:pt>
                <c:pt idx="183">
                  <c:v>2012-04</c:v>
                </c:pt>
                <c:pt idx="184">
                  <c:v>2012-05</c:v>
                </c:pt>
                <c:pt idx="185">
                  <c:v>2012-06</c:v>
                </c:pt>
                <c:pt idx="186">
                  <c:v>2012-07</c:v>
                </c:pt>
                <c:pt idx="187">
                  <c:v>2012-08</c:v>
                </c:pt>
                <c:pt idx="188">
                  <c:v>2012-09</c:v>
                </c:pt>
                <c:pt idx="189">
                  <c:v>2012-10</c:v>
                </c:pt>
                <c:pt idx="190">
                  <c:v>2012-11</c:v>
                </c:pt>
                <c:pt idx="191">
                  <c:v>2012-12</c:v>
                </c:pt>
                <c:pt idx="192">
                  <c:v>2013-01</c:v>
                </c:pt>
                <c:pt idx="193">
                  <c:v>2013-02</c:v>
                </c:pt>
                <c:pt idx="194">
                  <c:v>2013-03</c:v>
                </c:pt>
                <c:pt idx="195">
                  <c:v>2013-04</c:v>
                </c:pt>
                <c:pt idx="196">
                  <c:v>2013-05</c:v>
                </c:pt>
                <c:pt idx="197">
                  <c:v>2013-06</c:v>
                </c:pt>
                <c:pt idx="198">
                  <c:v>2013-07</c:v>
                </c:pt>
                <c:pt idx="199">
                  <c:v>2013-08</c:v>
                </c:pt>
                <c:pt idx="200">
                  <c:v>2013-09</c:v>
                </c:pt>
                <c:pt idx="201">
                  <c:v>2013-10</c:v>
                </c:pt>
                <c:pt idx="202">
                  <c:v>2013-11</c:v>
                </c:pt>
                <c:pt idx="203">
                  <c:v>2013-12</c:v>
                </c:pt>
                <c:pt idx="204">
                  <c:v>2014-01</c:v>
                </c:pt>
                <c:pt idx="205">
                  <c:v>2014-02</c:v>
                </c:pt>
                <c:pt idx="206">
                  <c:v>2014-03</c:v>
                </c:pt>
                <c:pt idx="207">
                  <c:v>2014-04</c:v>
                </c:pt>
                <c:pt idx="208">
                  <c:v>2014-05</c:v>
                </c:pt>
                <c:pt idx="209">
                  <c:v>2014-06</c:v>
                </c:pt>
                <c:pt idx="210">
                  <c:v>2014-07</c:v>
                </c:pt>
                <c:pt idx="211">
                  <c:v>2014-08</c:v>
                </c:pt>
                <c:pt idx="212">
                  <c:v>2014-09</c:v>
                </c:pt>
                <c:pt idx="213">
                  <c:v>2014-10</c:v>
                </c:pt>
                <c:pt idx="214">
                  <c:v>2014-11</c:v>
                </c:pt>
                <c:pt idx="215">
                  <c:v>2014-12</c:v>
                </c:pt>
                <c:pt idx="216">
                  <c:v>2015-01</c:v>
                </c:pt>
                <c:pt idx="217">
                  <c:v>2015-02</c:v>
                </c:pt>
                <c:pt idx="218">
                  <c:v>2015-03</c:v>
                </c:pt>
                <c:pt idx="219">
                  <c:v>2015-04</c:v>
                </c:pt>
                <c:pt idx="220">
                  <c:v>2015-05</c:v>
                </c:pt>
                <c:pt idx="221">
                  <c:v>2015-06</c:v>
                </c:pt>
                <c:pt idx="222">
                  <c:v>2015-07</c:v>
                </c:pt>
                <c:pt idx="223">
                  <c:v>2015-08</c:v>
                </c:pt>
                <c:pt idx="224">
                  <c:v>2015-09</c:v>
                </c:pt>
                <c:pt idx="225">
                  <c:v>2015-10</c:v>
                </c:pt>
                <c:pt idx="226">
                  <c:v>2015-11</c:v>
                </c:pt>
                <c:pt idx="227">
                  <c:v>2015-12</c:v>
                </c:pt>
                <c:pt idx="228">
                  <c:v>2016-01</c:v>
                </c:pt>
                <c:pt idx="229">
                  <c:v>2016-02</c:v>
                </c:pt>
                <c:pt idx="230">
                  <c:v>2016-03</c:v>
                </c:pt>
                <c:pt idx="231">
                  <c:v>2016-04</c:v>
                </c:pt>
                <c:pt idx="232">
                  <c:v>2016-05</c:v>
                </c:pt>
                <c:pt idx="233">
                  <c:v>2016-06</c:v>
                </c:pt>
                <c:pt idx="234">
                  <c:v>2016-07</c:v>
                </c:pt>
                <c:pt idx="235">
                  <c:v>2016-08</c:v>
                </c:pt>
                <c:pt idx="236">
                  <c:v>2016-09</c:v>
                </c:pt>
                <c:pt idx="237">
                  <c:v>2016-10</c:v>
                </c:pt>
                <c:pt idx="238">
                  <c:v>2016-11</c:v>
                </c:pt>
                <c:pt idx="239">
                  <c:v>2016-12</c:v>
                </c:pt>
                <c:pt idx="240">
                  <c:v>2017-01</c:v>
                </c:pt>
                <c:pt idx="241">
                  <c:v>2017-02</c:v>
                </c:pt>
                <c:pt idx="242">
                  <c:v>2017-03</c:v>
                </c:pt>
                <c:pt idx="243">
                  <c:v>2017-04</c:v>
                </c:pt>
                <c:pt idx="244">
                  <c:v>2017-05</c:v>
                </c:pt>
                <c:pt idx="245">
                  <c:v>2017-06</c:v>
                </c:pt>
                <c:pt idx="246">
                  <c:v>2017-07</c:v>
                </c:pt>
                <c:pt idx="247">
                  <c:v>2017-08</c:v>
                </c:pt>
                <c:pt idx="248">
                  <c:v>2017-09</c:v>
                </c:pt>
                <c:pt idx="249">
                  <c:v>2017-10</c:v>
                </c:pt>
                <c:pt idx="250">
                  <c:v>2017-11</c:v>
                </c:pt>
                <c:pt idx="251">
                  <c:v>2017-12</c:v>
                </c:pt>
                <c:pt idx="252">
                  <c:v>2018-01</c:v>
                </c:pt>
                <c:pt idx="253">
                  <c:v>2018-02</c:v>
                </c:pt>
                <c:pt idx="254">
                  <c:v>2018-03</c:v>
                </c:pt>
                <c:pt idx="255">
                  <c:v>2018-04</c:v>
                </c:pt>
                <c:pt idx="256">
                  <c:v>2018-05</c:v>
                </c:pt>
                <c:pt idx="257">
                  <c:v>2018-06</c:v>
                </c:pt>
                <c:pt idx="258">
                  <c:v>2018-07</c:v>
                </c:pt>
                <c:pt idx="259">
                  <c:v>2018-08</c:v>
                </c:pt>
                <c:pt idx="260">
                  <c:v>2018-09</c:v>
                </c:pt>
                <c:pt idx="261">
                  <c:v>2018-10</c:v>
                </c:pt>
                <c:pt idx="262">
                  <c:v>2018-11</c:v>
                </c:pt>
                <c:pt idx="263">
                  <c:v>2018-12</c:v>
                </c:pt>
                <c:pt idx="264">
                  <c:v>2019-01</c:v>
                </c:pt>
                <c:pt idx="265">
                  <c:v>2019-02</c:v>
                </c:pt>
                <c:pt idx="266">
                  <c:v>2019-03</c:v>
                </c:pt>
                <c:pt idx="267">
                  <c:v>2019-04</c:v>
                </c:pt>
                <c:pt idx="268">
                  <c:v>2019-05</c:v>
                </c:pt>
                <c:pt idx="269">
                  <c:v>2019-06</c:v>
                </c:pt>
                <c:pt idx="270">
                  <c:v>2019-07</c:v>
                </c:pt>
                <c:pt idx="271">
                  <c:v>2019-08</c:v>
                </c:pt>
                <c:pt idx="272">
                  <c:v>2019-09</c:v>
                </c:pt>
                <c:pt idx="273">
                  <c:v>2019-10</c:v>
                </c:pt>
                <c:pt idx="274">
                  <c:v>2019-11</c:v>
                </c:pt>
                <c:pt idx="275">
                  <c:v>2019-12</c:v>
                </c:pt>
                <c:pt idx="276">
                  <c:v>2020-01</c:v>
                </c:pt>
                <c:pt idx="277">
                  <c:v>2020-02</c:v>
                </c:pt>
                <c:pt idx="278">
                  <c:v>2020-03</c:v>
                </c:pt>
                <c:pt idx="279">
                  <c:v>2020-04</c:v>
                </c:pt>
                <c:pt idx="280">
                  <c:v>2020-05</c:v>
                </c:pt>
                <c:pt idx="281">
                  <c:v>2020-06</c:v>
                </c:pt>
                <c:pt idx="282">
                  <c:v>2020-07</c:v>
                </c:pt>
                <c:pt idx="283">
                  <c:v>2020-08</c:v>
                </c:pt>
                <c:pt idx="284">
                  <c:v>2020-09</c:v>
                </c:pt>
                <c:pt idx="285">
                  <c:v>2020-10</c:v>
                </c:pt>
                <c:pt idx="286">
                  <c:v>2020-11</c:v>
                </c:pt>
                <c:pt idx="287">
                  <c:v>2020-12</c:v>
                </c:pt>
                <c:pt idx="288">
                  <c:v>2021-01</c:v>
                </c:pt>
                <c:pt idx="289">
                  <c:v>2021-02</c:v>
                </c:pt>
                <c:pt idx="290">
                  <c:v>2021-03</c:v>
                </c:pt>
                <c:pt idx="291">
                  <c:v>2021-04</c:v>
                </c:pt>
                <c:pt idx="292">
                  <c:v>2021-05</c:v>
                </c:pt>
                <c:pt idx="293">
                  <c:v>2021-06</c:v>
                </c:pt>
                <c:pt idx="294">
                  <c:v>2021-07</c:v>
                </c:pt>
                <c:pt idx="295">
                  <c:v>2021-08</c:v>
                </c:pt>
                <c:pt idx="296">
                  <c:v>2021-09</c:v>
                </c:pt>
                <c:pt idx="297">
                  <c:v>2021-10</c:v>
                </c:pt>
                <c:pt idx="298">
                  <c:v>2021-11</c:v>
                </c:pt>
                <c:pt idx="299">
                  <c:v>2021-12</c:v>
                </c:pt>
                <c:pt idx="300">
                  <c:v>2022-01</c:v>
                </c:pt>
                <c:pt idx="301">
                  <c:v>2022-02</c:v>
                </c:pt>
                <c:pt idx="302">
                  <c:v>2022-03</c:v>
                </c:pt>
                <c:pt idx="303">
                  <c:v>2022-04</c:v>
                </c:pt>
                <c:pt idx="304">
                  <c:v>2022-05</c:v>
                </c:pt>
                <c:pt idx="305">
                  <c:v>2022-06</c:v>
                </c:pt>
                <c:pt idx="306">
                  <c:v>2022-07</c:v>
                </c:pt>
                <c:pt idx="307">
                  <c:v>2022-08</c:v>
                </c:pt>
                <c:pt idx="308">
                  <c:v>2022-09</c:v>
                </c:pt>
                <c:pt idx="309">
                  <c:v>2022-10</c:v>
                </c:pt>
                <c:pt idx="310">
                  <c:v>2022-11</c:v>
                </c:pt>
                <c:pt idx="311">
                  <c:v>2022-12</c:v>
                </c:pt>
                <c:pt idx="312">
                  <c:v>2023-01</c:v>
                </c:pt>
                <c:pt idx="313">
                  <c:v>2023-02</c:v>
                </c:pt>
                <c:pt idx="314">
                  <c:v>2023-03</c:v>
                </c:pt>
                <c:pt idx="315">
                  <c:v>2023-04</c:v>
                </c:pt>
                <c:pt idx="316">
                  <c:v>2023-05</c:v>
                </c:pt>
                <c:pt idx="317">
                  <c:v>2023-06</c:v>
                </c:pt>
                <c:pt idx="318">
                  <c:v>2023-07</c:v>
                </c:pt>
                <c:pt idx="319">
                  <c:v>2023-08</c:v>
                </c:pt>
                <c:pt idx="320">
                  <c:v>2023-09</c:v>
                </c:pt>
                <c:pt idx="321">
                  <c:v>2023-10</c:v>
                </c:pt>
                <c:pt idx="322">
                  <c:v>2023-11</c:v>
                </c:pt>
                <c:pt idx="323">
                  <c:v>2023-12</c:v>
                </c:pt>
                <c:pt idx="324">
                  <c:v>2024-01</c:v>
                </c:pt>
                <c:pt idx="325">
                  <c:v>2024-02</c:v>
                </c:pt>
                <c:pt idx="326">
                  <c:v>2024-03</c:v>
                </c:pt>
                <c:pt idx="327">
                  <c:v>2024-04</c:v>
                </c:pt>
                <c:pt idx="328">
                  <c:v>2024-05</c:v>
                </c:pt>
                <c:pt idx="329">
                  <c:v>2024-06</c:v>
                </c:pt>
                <c:pt idx="330">
                  <c:v>2024-07</c:v>
                </c:pt>
                <c:pt idx="331">
                  <c:v>2024-08</c:v>
                </c:pt>
                <c:pt idx="332">
                  <c:v>2024-09</c:v>
                </c:pt>
                <c:pt idx="333">
                  <c:v>2024-10</c:v>
                </c:pt>
                <c:pt idx="334">
                  <c:v>2024-11</c:v>
                </c:pt>
                <c:pt idx="335">
                  <c:v>2024-12</c:v>
                </c:pt>
              </c:strCache>
            </c:strRef>
          </c:cat>
          <c:val>
            <c:numRef>
              <c:f>Sheet1!$B$2:$B$337</c:f>
              <c:numCache>
                <c:ptCount val="336"/>
                <c:pt idx="0">
                  <c:v>76.65</c:v>
                </c:pt>
                <c:pt idx="1">
                  <c:v>80.08</c:v>
                </c:pt>
                <c:pt idx="2">
                  <c:v>65.38</c:v>
                </c:pt>
                <c:pt idx="3">
                  <c:v>74.74</c:v>
                </c:pt>
                <c:pt idx="4">
                  <c:v>73.52</c:v>
                </c:pt>
                <c:pt idx="5">
                  <c:v>79.77</c:v>
                </c:pt>
                <c:pt idx="6">
                  <c:v>61.81</c:v>
                </c:pt>
                <c:pt idx="7">
                  <c:v>58.76</c:v>
                </c:pt>
                <c:pt idx="8">
                  <c:v>64.91</c:v>
                </c:pt>
                <c:pt idx="9">
                  <c:v>78.47</c:v>
                </c:pt>
                <c:pt idx="10">
                  <c:v>89.57</c:v>
                </c:pt>
                <c:pt idx="11">
                  <c:v>94.76</c:v>
                </c:pt>
                <c:pt idx="12">
                  <c:v>92.54</c:v>
                </c:pt>
                <c:pt idx="13">
                  <c:v>80.72</c:v>
                </c:pt>
                <c:pt idx="14">
                  <c:v>81.62</c:v>
                </c:pt>
                <c:pt idx="15">
                  <c:v>71.78</c:v>
                </c:pt>
                <c:pt idx="16">
                  <c:v>79.4</c:v>
                </c:pt>
                <c:pt idx="17">
                  <c:v>80.1</c:v>
                </c:pt>
                <c:pt idx="18">
                  <c:v>96.19</c:v>
                </c:pt>
                <c:pt idx="19">
                  <c:v>105.85</c:v>
                </c:pt>
                <c:pt idx="20">
                  <c:v>137.43</c:v>
                </c:pt>
                <c:pt idx="21">
                  <c:v>113.4</c:v>
                </c:pt>
                <c:pt idx="22">
                  <c:v>89.48</c:v>
                </c:pt>
                <c:pt idx="23">
                  <c:v>87.54</c:v>
                </c:pt>
                <c:pt idx="24">
                  <c:v>95.32</c:v>
                </c:pt>
                <c:pt idx="25">
                  <c:v>77.96</c:v>
                </c:pt>
                <c:pt idx="26">
                  <c:v>61.63</c:v>
                </c:pt>
                <c:pt idx="27">
                  <c:v>58.41</c:v>
                </c:pt>
                <c:pt idx="28">
                  <c:v>72.06</c:v>
                </c:pt>
                <c:pt idx="29">
                  <c:v>70.96</c:v>
                </c:pt>
                <c:pt idx="30">
                  <c:v>70.47</c:v>
                </c:pt>
                <c:pt idx="31">
                  <c:v>61.11</c:v>
                </c:pt>
                <c:pt idx="32">
                  <c:v>65.16</c:v>
                </c:pt>
                <c:pt idx="33">
                  <c:v>66.9</c:v>
                </c:pt>
                <c:pt idx="34">
                  <c:v>65.2</c:v>
                </c:pt>
                <c:pt idx="35">
                  <c:v>56.47</c:v>
                </c:pt>
                <c:pt idx="36">
                  <c:v>61.93</c:v>
                </c:pt>
                <c:pt idx="37">
                  <c:v>54.17</c:v>
                </c:pt>
                <c:pt idx="38">
                  <c:v>57.86</c:v>
                </c:pt>
                <c:pt idx="39">
                  <c:v>60.74</c:v>
                </c:pt>
                <c:pt idx="40">
                  <c:v>83.03</c:v>
                </c:pt>
                <c:pt idx="41">
                  <c:v>82.19</c:v>
                </c:pt>
                <c:pt idx="42">
                  <c:v>58.75</c:v>
                </c:pt>
                <c:pt idx="43">
                  <c:v>51.14</c:v>
                </c:pt>
                <c:pt idx="44">
                  <c:v>61.4</c:v>
                </c:pt>
                <c:pt idx="45">
                  <c:v>67.85</c:v>
                </c:pt>
                <c:pt idx="46">
                  <c:v>103.55</c:v>
                </c:pt>
                <c:pt idx="47">
                  <c:v>97.45</c:v>
                </c:pt>
                <c:pt idx="48">
                  <c:v>94.59</c:v>
                </c:pt>
                <c:pt idx="49">
                  <c:v>93.79</c:v>
                </c:pt>
                <c:pt idx="50">
                  <c:v>105.66</c:v>
                </c:pt>
                <c:pt idx="51">
                  <c:v>100.74</c:v>
                </c:pt>
                <c:pt idx="52">
                  <c:v>80.03</c:v>
                </c:pt>
                <c:pt idx="53">
                  <c:v>69.43</c:v>
                </c:pt>
                <c:pt idx="54">
                  <c:v>94.41</c:v>
                </c:pt>
                <c:pt idx="55">
                  <c:v>84.08</c:v>
                </c:pt>
                <c:pt idx="56">
                  <c:v>167.84</c:v>
                </c:pt>
                <c:pt idx="57">
                  <c:v>166.14</c:v>
                </c:pt>
                <c:pt idx="58">
                  <c:v>120.09</c:v>
                </c:pt>
                <c:pt idx="59">
                  <c:v>103.96</c:v>
                </c:pt>
                <c:pt idx="60">
                  <c:v>104.61</c:v>
                </c:pt>
                <c:pt idx="61">
                  <c:v>88.28</c:v>
                </c:pt>
                <c:pt idx="62">
                  <c:v>79.13</c:v>
                </c:pt>
                <c:pt idx="63">
                  <c:v>82.53</c:v>
                </c:pt>
                <c:pt idx="64">
                  <c:v>75.04</c:v>
                </c:pt>
                <c:pt idx="65">
                  <c:v>93.44</c:v>
                </c:pt>
                <c:pt idx="66">
                  <c:v>94.25</c:v>
                </c:pt>
                <c:pt idx="67">
                  <c:v>103.82</c:v>
                </c:pt>
                <c:pt idx="68">
                  <c:v>120.79</c:v>
                </c:pt>
                <c:pt idx="69">
                  <c:v>117.62</c:v>
                </c:pt>
                <c:pt idx="70">
                  <c:v>116.32</c:v>
                </c:pt>
                <c:pt idx="71">
                  <c:v>113.6</c:v>
                </c:pt>
                <c:pt idx="72">
                  <c:v>117.04</c:v>
                </c:pt>
                <c:pt idx="73">
                  <c:v>125.2</c:v>
                </c:pt>
                <c:pt idx="74">
                  <c:v>158.93</c:v>
                </c:pt>
                <c:pt idx="75">
                  <c:v>128.16</c:v>
                </c:pt>
                <c:pt idx="76">
                  <c:v>101.12</c:v>
                </c:pt>
                <c:pt idx="77">
                  <c:v>82.39</c:v>
                </c:pt>
                <c:pt idx="78">
                  <c:v>79.98</c:v>
                </c:pt>
                <c:pt idx="79">
                  <c:v>70.63</c:v>
                </c:pt>
                <c:pt idx="80">
                  <c:v>78.76</c:v>
                </c:pt>
                <c:pt idx="81">
                  <c:v>78.54</c:v>
                </c:pt>
                <c:pt idx="82">
                  <c:v>73.73</c:v>
                </c:pt>
                <c:pt idx="83">
                  <c:v>70.48</c:v>
                </c:pt>
                <c:pt idx="84">
                  <c:v>77.35</c:v>
                </c:pt>
                <c:pt idx="85">
                  <c:v>76.87</c:v>
                </c:pt>
                <c:pt idx="86">
                  <c:v>75.46</c:v>
                </c:pt>
                <c:pt idx="87">
                  <c:v>76.7</c:v>
                </c:pt>
                <c:pt idx="88">
                  <c:v>99.25</c:v>
                </c:pt>
                <c:pt idx="89">
                  <c:v>76.57</c:v>
                </c:pt>
                <c:pt idx="90">
                  <c:v>70.39</c:v>
                </c:pt>
                <c:pt idx="91">
                  <c:v>68.75</c:v>
                </c:pt>
                <c:pt idx="92">
                  <c:v>76.09</c:v>
                </c:pt>
                <c:pt idx="93">
                  <c:v>89.35</c:v>
                </c:pt>
                <c:pt idx="94">
                  <c:v>81.35</c:v>
                </c:pt>
                <c:pt idx="95">
                  <c:v>66.51</c:v>
                </c:pt>
                <c:pt idx="96">
                  <c:v>63.92</c:v>
                </c:pt>
                <c:pt idx="97">
                  <c:v>56.12</c:v>
                </c:pt>
                <c:pt idx="98">
                  <c:v>58.26</c:v>
                </c:pt>
                <c:pt idx="99">
                  <c:v>71.37</c:v>
                </c:pt>
                <c:pt idx="100">
                  <c:v>68.16</c:v>
                </c:pt>
                <c:pt idx="101">
                  <c:v>69.53</c:v>
                </c:pt>
                <c:pt idx="102">
                  <c:v>60.85</c:v>
                </c:pt>
                <c:pt idx="103">
                  <c:v>62.73</c:v>
                </c:pt>
                <c:pt idx="104">
                  <c:v>89.31</c:v>
                </c:pt>
                <c:pt idx="105">
                  <c:v>65.26</c:v>
                </c:pt>
                <c:pt idx="106">
                  <c:v>66.14</c:v>
                </c:pt>
                <c:pt idx="107">
                  <c:v>63.72</c:v>
                </c:pt>
                <c:pt idx="108">
                  <c:v>73.09</c:v>
                </c:pt>
                <c:pt idx="109">
                  <c:v>58.51</c:v>
                </c:pt>
                <c:pt idx="110">
                  <c:v>60.94</c:v>
                </c:pt>
                <c:pt idx="111">
                  <c:v>76.37</c:v>
                </c:pt>
                <c:pt idx="112">
                  <c:v>63.2</c:v>
                </c:pt>
                <c:pt idx="113">
                  <c:v>74.89</c:v>
                </c:pt>
                <c:pt idx="114">
                  <c:v>67.94</c:v>
                </c:pt>
                <c:pt idx="115">
                  <c:v>59.29</c:v>
                </c:pt>
                <c:pt idx="116">
                  <c:v>59.12</c:v>
                </c:pt>
                <c:pt idx="117">
                  <c:v>64.03</c:v>
                </c:pt>
                <c:pt idx="118">
                  <c:v>60.73</c:v>
                </c:pt>
                <c:pt idx="119">
                  <c:v>59.36</c:v>
                </c:pt>
                <c:pt idx="120">
                  <c:v>67.45</c:v>
                </c:pt>
                <c:pt idx="121">
                  <c:v>57.85</c:v>
                </c:pt>
                <c:pt idx="122">
                  <c:v>65.39</c:v>
                </c:pt>
                <c:pt idx="123">
                  <c:v>64.61</c:v>
                </c:pt>
                <c:pt idx="124">
                  <c:v>56.26</c:v>
                </c:pt>
                <c:pt idx="125">
                  <c:v>57.7</c:v>
                </c:pt>
                <c:pt idx="126">
                  <c:v>55.14</c:v>
                </c:pt>
                <c:pt idx="127">
                  <c:v>74.73</c:v>
                </c:pt>
                <c:pt idx="128">
                  <c:v>93.96</c:v>
                </c:pt>
                <c:pt idx="129">
                  <c:v>79.27</c:v>
                </c:pt>
                <c:pt idx="130">
                  <c:v>81.55</c:v>
                </c:pt>
                <c:pt idx="131">
                  <c:v>96.36</c:v>
                </c:pt>
                <c:pt idx="132">
                  <c:v>133.5</c:v>
                </c:pt>
                <c:pt idx="133">
                  <c:v>103.05</c:v>
                </c:pt>
                <c:pt idx="134">
                  <c:v>125.94</c:v>
                </c:pt>
                <c:pt idx="135">
                  <c:v>98.6</c:v>
                </c:pt>
                <c:pt idx="136">
                  <c:v>80.93</c:v>
                </c:pt>
                <c:pt idx="137">
                  <c:v>95.22</c:v>
                </c:pt>
                <c:pt idx="138">
                  <c:v>104.04</c:v>
                </c:pt>
                <c:pt idx="139">
                  <c:v>98.57</c:v>
                </c:pt>
                <c:pt idx="140">
                  <c:v>169.36</c:v>
                </c:pt>
                <c:pt idx="141">
                  <c:v>204.9</c:v>
                </c:pt>
                <c:pt idx="142">
                  <c:v>145.53</c:v>
                </c:pt>
                <c:pt idx="143">
                  <c:v>150.82</c:v>
                </c:pt>
                <c:pt idx="144">
                  <c:v>146.87</c:v>
                </c:pt>
                <c:pt idx="145">
                  <c:v>144.67</c:v>
                </c:pt>
                <c:pt idx="146">
                  <c:v>136.06</c:v>
                </c:pt>
                <c:pt idx="147">
                  <c:v>106.56</c:v>
                </c:pt>
                <c:pt idx="148">
                  <c:v>100.44</c:v>
                </c:pt>
                <c:pt idx="149">
                  <c:v>116.76</c:v>
                </c:pt>
                <c:pt idx="150">
                  <c:v>108.03</c:v>
                </c:pt>
                <c:pt idx="151">
                  <c:v>100.21</c:v>
                </c:pt>
                <c:pt idx="152">
                  <c:v>106.79</c:v>
                </c:pt>
                <c:pt idx="153">
                  <c:v>87.7</c:v>
                </c:pt>
                <c:pt idx="154">
                  <c:v>98.21</c:v>
                </c:pt>
                <c:pt idx="155">
                  <c:v>97.72</c:v>
                </c:pt>
                <c:pt idx="156">
                  <c:v>111.86</c:v>
                </c:pt>
                <c:pt idx="157">
                  <c:v>114.38</c:v>
                </c:pt>
                <c:pt idx="158">
                  <c:v>108.62</c:v>
                </c:pt>
                <c:pt idx="159">
                  <c:v>99.72</c:v>
                </c:pt>
                <c:pt idx="160">
                  <c:v>141.83</c:v>
                </c:pt>
                <c:pt idx="161">
                  <c:v>133.59</c:v>
                </c:pt>
                <c:pt idx="162">
                  <c:v>134.75</c:v>
                </c:pt>
                <c:pt idx="163">
                  <c:v>117.43</c:v>
                </c:pt>
                <c:pt idx="164">
                  <c:v>126.4</c:v>
                </c:pt>
                <c:pt idx="165">
                  <c:v>115.86</c:v>
                </c:pt>
                <c:pt idx="166">
                  <c:v>121.61</c:v>
                </c:pt>
                <c:pt idx="167">
                  <c:v>131.64</c:v>
                </c:pt>
                <c:pt idx="168">
                  <c:v>116.94</c:v>
                </c:pt>
                <c:pt idx="169">
                  <c:v>93.16</c:v>
                </c:pt>
                <c:pt idx="170">
                  <c:v>125.91</c:v>
                </c:pt>
                <c:pt idx="171">
                  <c:v>117.93</c:v>
                </c:pt>
                <c:pt idx="172">
                  <c:v>85.99</c:v>
                </c:pt>
                <c:pt idx="173">
                  <c:v>112.46</c:v>
                </c:pt>
                <c:pt idx="174">
                  <c:v>155.56</c:v>
                </c:pt>
                <c:pt idx="175">
                  <c:v>212.08</c:v>
                </c:pt>
                <c:pt idx="176">
                  <c:v>187.88</c:v>
                </c:pt>
                <c:pt idx="177">
                  <c:v>171.79</c:v>
                </c:pt>
                <c:pt idx="178">
                  <c:v>204.78</c:v>
                </c:pt>
                <c:pt idx="179">
                  <c:v>192.6</c:v>
                </c:pt>
                <c:pt idx="180">
                  <c:v>168.64</c:v>
                </c:pt>
                <c:pt idx="181">
                  <c:v>149.38</c:v>
                </c:pt>
                <c:pt idx="182">
                  <c:v>149.06</c:v>
                </c:pt>
                <c:pt idx="183">
                  <c:v>131.77</c:v>
                </c:pt>
                <c:pt idx="184">
                  <c:v>165.8</c:v>
                </c:pt>
                <c:pt idx="185">
                  <c:v>196.29</c:v>
                </c:pt>
                <c:pt idx="186">
                  <c:v>163.35</c:v>
                </c:pt>
                <c:pt idx="187">
                  <c:v>127.34</c:v>
                </c:pt>
                <c:pt idx="188">
                  <c:v>152.84</c:v>
                </c:pt>
                <c:pt idx="189">
                  <c:v>163.14</c:v>
                </c:pt>
                <c:pt idx="190">
                  <c:v>171.54</c:v>
                </c:pt>
                <c:pt idx="191">
                  <c:v>166.31</c:v>
                </c:pt>
                <c:pt idx="192">
                  <c:v>165.62</c:v>
                </c:pt>
                <c:pt idx="193">
                  <c:v>126.06</c:v>
                </c:pt>
                <c:pt idx="194">
                  <c:v>139.07</c:v>
                </c:pt>
                <c:pt idx="195">
                  <c:v>135.2</c:v>
                </c:pt>
                <c:pt idx="196">
                  <c:v>105.25</c:v>
                </c:pt>
                <c:pt idx="197">
                  <c:v>117.75</c:v>
                </c:pt>
                <c:pt idx="198">
                  <c:v>107.87</c:v>
                </c:pt>
                <c:pt idx="199">
                  <c:v>125.26</c:v>
                </c:pt>
                <c:pt idx="200">
                  <c:v>132.19</c:v>
                </c:pt>
                <c:pt idx="201">
                  <c:v>152.17</c:v>
                </c:pt>
                <c:pt idx="202">
                  <c:v>96.52</c:v>
                </c:pt>
                <c:pt idx="203">
                  <c:v>121.76</c:v>
                </c:pt>
                <c:pt idx="204">
                  <c:v>113.1</c:v>
                </c:pt>
                <c:pt idx="205">
                  <c:v>96.03</c:v>
                </c:pt>
                <c:pt idx="206">
                  <c:v>111.72</c:v>
                </c:pt>
                <c:pt idx="207">
                  <c:v>105.49</c:v>
                </c:pt>
                <c:pt idx="208">
                  <c:v>106.48</c:v>
                </c:pt>
                <c:pt idx="209">
                  <c:v>89.3</c:v>
                </c:pt>
                <c:pt idx="210">
                  <c:v>97.24</c:v>
                </c:pt>
                <c:pt idx="211">
                  <c:v>107.81</c:v>
                </c:pt>
                <c:pt idx="212">
                  <c:v>129.71</c:v>
                </c:pt>
                <c:pt idx="213">
                  <c:v>122.64</c:v>
                </c:pt>
                <c:pt idx="214">
                  <c:v>120.16</c:v>
                </c:pt>
                <c:pt idx="215">
                  <c:v>113.88</c:v>
                </c:pt>
                <c:pt idx="216">
                  <c:v>142.65</c:v>
                </c:pt>
                <c:pt idx="217">
                  <c:v>118.91</c:v>
                </c:pt>
                <c:pt idx="218">
                  <c:v>106.73</c:v>
                </c:pt>
                <c:pt idx="219">
                  <c:v>100.94</c:v>
                </c:pt>
                <c:pt idx="220">
                  <c:v>103.19</c:v>
                </c:pt>
                <c:pt idx="221">
                  <c:v>115.39</c:v>
                </c:pt>
                <c:pt idx="222">
                  <c:v>127.99</c:v>
                </c:pt>
                <c:pt idx="223">
                  <c:v>130.18</c:v>
                </c:pt>
                <c:pt idx="224">
                  <c:v>178.07</c:v>
                </c:pt>
                <c:pt idx="225">
                  <c:v>125.84</c:v>
                </c:pt>
                <c:pt idx="226">
                  <c:v>100.63</c:v>
                </c:pt>
                <c:pt idx="227">
                  <c:v>116.65</c:v>
                </c:pt>
                <c:pt idx="228">
                  <c:v>146.44</c:v>
                </c:pt>
                <c:pt idx="229">
                  <c:v>155.38</c:v>
                </c:pt>
                <c:pt idx="230">
                  <c:v>169.46</c:v>
                </c:pt>
                <c:pt idx="231">
                  <c:v>147.88</c:v>
                </c:pt>
                <c:pt idx="232">
                  <c:v>130.77</c:v>
                </c:pt>
                <c:pt idx="233">
                  <c:v>235.7</c:v>
                </c:pt>
                <c:pt idx="234">
                  <c:v>227.75</c:v>
                </c:pt>
                <c:pt idx="235">
                  <c:v>146.61</c:v>
                </c:pt>
                <c:pt idx="236">
                  <c:v>154.22</c:v>
                </c:pt>
                <c:pt idx="237">
                  <c:v>131.35</c:v>
                </c:pt>
                <c:pt idx="238">
                  <c:v>241.83</c:v>
                </c:pt>
                <c:pt idx="239">
                  <c:v>231.62</c:v>
                </c:pt>
                <c:pt idx="240">
                  <c:v>275.29</c:v>
                </c:pt>
                <c:pt idx="241">
                  <c:v>208.11</c:v>
                </c:pt>
                <c:pt idx="242">
                  <c:v>245.85</c:v>
                </c:pt>
                <c:pt idx="243">
                  <c:v>181.68</c:v>
                </c:pt>
                <c:pt idx="244">
                  <c:v>167.45</c:v>
                </c:pt>
                <c:pt idx="245">
                  <c:v>170.77</c:v>
                </c:pt>
                <c:pt idx="246">
                  <c:v>150.22</c:v>
                </c:pt>
                <c:pt idx="247">
                  <c:v>141.24</c:v>
                </c:pt>
                <c:pt idx="248">
                  <c:v>160.92</c:v>
                </c:pt>
                <c:pt idx="249">
                  <c:v>155.98</c:v>
                </c:pt>
                <c:pt idx="250">
                  <c:v>160.72</c:v>
                </c:pt>
                <c:pt idx="251">
                  <c:v>155.03</c:v>
                </c:pt>
                <c:pt idx="252">
                  <c:v>146.54</c:v>
                </c:pt>
                <c:pt idx="253">
                  <c:v>127.24</c:v>
                </c:pt>
                <c:pt idx="254">
                  <c:v>162.99</c:v>
                </c:pt>
                <c:pt idx="255">
                  <c:v>162.11</c:v>
                </c:pt>
                <c:pt idx="256">
                  <c:v>175.52</c:v>
                </c:pt>
                <c:pt idx="257">
                  <c:v>177.61</c:v>
                </c:pt>
                <c:pt idx="258">
                  <c:v>228.81</c:v>
                </c:pt>
                <c:pt idx="259">
                  <c:v>188.56</c:v>
                </c:pt>
                <c:pt idx="260">
                  <c:v>205.73</c:v>
                </c:pt>
                <c:pt idx="261">
                  <c:v>231.89</c:v>
                </c:pt>
                <c:pt idx="262">
                  <c:v>260.51</c:v>
                </c:pt>
                <c:pt idx="263">
                  <c:v>274.73</c:v>
                </c:pt>
                <c:pt idx="264">
                  <c:v>263.58</c:v>
                </c:pt>
                <c:pt idx="265">
                  <c:v>213.64</c:v>
                </c:pt>
                <c:pt idx="266">
                  <c:v>260.04</c:v>
                </c:pt>
                <c:pt idx="267">
                  <c:v>202.29</c:v>
                </c:pt>
                <c:pt idx="268">
                  <c:v>255.74</c:v>
                </c:pt>
                <c:pt idx="269">
                  <c:v>337.75</c:v>
                </c:pt>
                <c:pt idx="270">
                  <c:v>271.11</c:v>
                </c:pt>
                <c:pt idx="271">
                  <c:v>320.97</c:v>
                </c:pt>
                <c:pt idx="272">
                  <c:v>290.4</c:v>
                </c:pt>
                <c:pt idx="273">
                  <c:v>273.53</c:v>
                </c:pt>
                <c:pt idx="274">
                  <c:v>267.37</c:v>
                </c:pt>
                <c:pt idx="275">
                  <c:v>281.96</c:v>
                </c:pt>
                <c:pt idx="276">
                  <c:v>239.08</c:v>
                </c:pt>
                <c:pt idx="277">
                  <c:v>235.75</c:v>
                </c:pt>
                <c:pt idx="278">
                  <c:v>354.95</c:v>
                </c:pt>
                <c:pt idx="279">
                  <c:v>367.47</c:v>
                </c:pt>
                <c:pt idx="280">
                  <c:v>437.13</c:v>
                </c:pt>
                <c:pt idx="281">
                  <c:v>342.29</c:v>
                </c:pt>
                <c:pt idx="282">
                  <c:v>350.3</c:v>
                </c:pt>
                <c:pt idx="283">
                  <c:v>313.33</c:v>
                </c:pt>
                <c:pt idx="284">
                  <c:v>298.99</c:v>
                </c:pt>
                <c:pt idx="285">
                  <c:v>310.65</c:v>
                </c:pt>
                <c:pt idx="286">
                  <c:v>378.88</c:v>
                </c:pt>
                <c:pt idx="287">
                  <c:v>301.47</c:v>
                </c:pt>
                <c:pt idx="288">
                  <c:v>288.14</c:v>
                </c:pt>
                <c:pt idx="289">
                  <c:v>220.66</c:v>
                </c:pt>
                <c:pt idx="290">
                  <c:v>220.94</c:v>
                </c:pt>
                <c:pt idx="291">
                  <c:v>207.91</c:v>
                </c:pt>
                <c:pt idx="292">
                  <c:v>196.01</c:v>
                </c:pt>
                <c:pt idx="293">
                  <c:v>187.26</c:v>
                </c:pt>
                <c:pt idx="294">
                  <c:v>206.05</c:v>
                </c:pt>
                <c:pt idx="295">
                  <c:v>222.83</c:v>
                </c:pt>
                <c:pt idx="296">
                  <c:v>208.48</c:v>
                </c:pt>
                <c:pt idx="297">
                  <c:v>200.57</c:v>
                </c:pt>
                <c:pt idx="298">
                  <c:v>228.82</c:v>
                </c:pt>
                <c:pt idx="299">
                  <c:v>270.51</c:v>
                </c:pt>
                <c:pt idx="300">
                  <c:v>240.42</c:v>
                </c:pt>
                <c:pt idx="301">
                  <c:v>202.06</c:v>
                </c:pt>
                <c:pt idx="302">
                  <c:v>338.11</c:v>
                </c:pt>
                <c:pt idx="303">
                  <c:v>322.63</c:v>
                </c:pt>
                <c:pt idx="304">
                  <c:v>302.76</c:v>
                </c:pt>
                <c:pt idx="305">
                  <c:v>291.92</c:v>
                </c:pt>
                <c:pt idx="306">
                  <c:v>327.92</c:v>
                </c:pt>
                <c:pt idx="307">
                  <c:v>262.45</c:v>
                </c:pt>
                <c:pt idx="308">
                  <c:v>288.38</c:v>
                </c:pt>
                <c:pt idx="309">
                  <c:v>306.75</c:v>
                </c:pt>
                <c:pt idx="310">
                  <c:v>345.31</c:v>
                </c:pt>
                <c:pt idx="311">
                  <c:v>278.36</c:v>
                </c:pt>
                <c:pt idx="312">
                  <c:v>262.21</c:v>
                </c:pt>
                <c:pt idx="313">
                  <c:v>260.5</c:v>
                </c:pt>
                <c:pt idx="314">
                  <c:v>328.39</c:v>
                </c:pt>
                <c:pt idx="315">
                  <c:v>249.88</c:v>
                </c:pt>
                <c:pt idx="316">
                  <c:v>231.05</c:v>
                </c:pt>
                <c:pt idx="317">
                  <c:v>243.9</c:v>
                </c:pt>
                <c:pt idx="318">
                  <c:v>241.87</c:v>
                </c:pt>
                <c:pt idx="319">
                  <c:v>228.84</c:v>
                </c:pt>
                <c:pt idx="320">
                  <c:v>262.26</c:v>
                </c:pt>
                <c:pt idx="321">
                  <c:v>240.3</c:v>
                </c:pt>
                <c:pt idx="322">
                  <c:v>265.09</c:v>
                </c:pt>
                <c:pt idx="323">
                  <c:v>285.4</c:v>
                </c:pt>
                <c:pt idx="324">
                  <c:v>245.01</c:v>
                </c:pt>
                <c:pt idx="325">
                  <c:v>215.96</c:v>
                </c:pt>
                <c:pt idx="326">
                  <c:v>183.38</c:v>
                </c:pt>
                <c:pt idx="327">
                  <c:v>192.98</c:v>
                </c:pt>
                <c:pt idx="328">
                  <c:v>211.15</c:v>
                </c:pt>
                <c:pt idx="329">
                  <c:v>224.84</c:v>
                </c:pt>
                <c:pt idx="330">
                  <c:v>247.14</c:v>
                </c:pt>
                <c:pt idx="331">
                  <c:v>242.34</c:v>
                </c:pt>
                <c:pt idx="332">
                  <c:v>235.64</c:v>
                </c:pt>
                <c:pt idx="333">
                  <c:v>236.08</c:v>
                </c:pt>
                <c:pt idx="334">
                  <c:v>381.61</c:v>
                </c:pt>
                <c:pt idx="335">
                  <c:v>392.11</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Global EPU Index (100 = 1997)</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 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Iran</c:v>
                </c:pt>
                <c:pt idx="1">
                  <c:v>Vietnam</c:v>
                </c:pt>
                <c:pt idx="2">
                  <c:v>Indonesia</c:v>
                </c:pt>
                <c:pt idx="3">
                  <c:v>Paraguay</c:v>
                </c:pt>
                <c:pt idx="4">
                  <c:v>South Korea</c:v>
                </c:pt>
                <c:pt idx="5">
                  <c:v>Colombia</c:v>
                </c:pt>
                <c:pt idx="6">
                  <c:v>Laos</c:v>
                </c:pt>
                <c:pt idx="7">
                  <c:v>Uzbekistan</c:v>
                </c:pt>
                <c:pt idx="8">
                  <c:v>Lebanon</c:v>
                </c:pt>
                <c:pt idx="9">
                  <c:v>Chile</c:v>
                </c:pt>
                <c:pt idx="10">
                  <c:v>Mongolia</c:v>
                </c:pt>
                <c:pt idx="11">
                  <c:v>Costa Rica</c:v>
                </c:pt>
                <c:pt idx="12">
                  <c:v>Guinea</c:v>
                </c:pt>
                <c:pt idx="13">
                  <c:v>Iceland</c:v>
                </c:pt>
                <c:pt idx="14">
                  <c:v>Cambodia</c:v>
                </c:pt>
              </c:strCache>
            </c:strRef>
          </c:cat>
          <c:val>
            <c:numRef>
              <c:f>Sheet1!$B$2:$B$16</c:f>
              <c:numCache>
                <c:ptCount val="15"/>
                <c:pt idx="0">
                  <c:v>120324699</c:v>
                </c:pt>
                <c:pt idx="1">
                  <c:v>49388580.61</c:v>
                </c:pt>
                <c:pt idx="2">
                  <c:v>35233079.28</c:v>
                </c:pt>
                <c:pt idx="3">
                  <c:v>23565346.94</c:v>
                </c:pt>
                <c:pt idx="4">
                  <c:v>18872567.96</c:v>
                </c:pt>
                <c:pt idx="5">
                  <c:v>16705791.57</c:v>
                </c:pt>
                <c:pt idx="6">
                  <c:v>12738277.58</c:v>
                </c:pt>
                <c:pt idx="7">
                  <c:v>9378983.15</c:v>
                </c:pt>
                <c:pt idx="8">
                  <c:v>8460696.01</c:v>
                </c:pt>
                <c:pt idx="9">
                  <c:v>6744850.69</c:v>
                </c:pt>
                <c:pt idx="10">
                  <c:v>6252302.26</c:v>
                </c:pt>
                <c:pt idx="11">
                  <c:v>5284673.48</c:v>
                </c:pt>
                <c:pt idx="12">
                  <c:v>4340866.66</c:v>
                </c:pt>
                <c:pt idx="13">
                  <c:v>4003019.04</c:v>
                </c:pt>
                <c:pt idx="14">
                  <c:v>2738690.66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Sheet1!$A$2:$A$35</c:f>
              <c:numCache>
                <c:formatCode>General</c:formatCode>
                <c:ptCount val="34"/>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pt idx="30">
                  <c:v>2021</c:v>
                </c:pt>
                <c:pt idx="31">
                  <c:v>2022</c:v>
                </c:pt>
                <c:pt idx="32">
                  <c:v>2023</c:v>
                </c:pt>
                <c:pt idx="33">
                  <c:v>2024</c:v>
                </c:pt>
              </c:numCache>
            </c:numRef>
          </c:cat>
          <c:val>
            <c:numRef>
              <c:f>Sheet1!$B$2:$B$35</c:f>
              <c:numCache>
                <c:ptCount val="34"/>
                <c:pt idx="0">
                  <c:v>0.0513</c:v>
                </c:pt>
                <c:pt idx="1">
                  <c:v>0.0529</c:v>
                </c:pt>
                <c:pt idx="2">
                  <c:v>0.0556</c:v>
                </c:pt>
                <c:pt idx="3">
                  <c:v>0.058</c:v>
                </c:pt>
                <c:pt idx="4">
                  <c:v>0.0593</c:v>
                </c:pt>
                <c:pt idx="5">
                  <c:v>0.0599</c:v>
                </c:pt>
                <c:pt idx="6">
                  <c:v>0.0602</c:v>
                </c:pt>
                <c:pt idx="7">
                  <c:v>0.0617</c:v>
                </c:pt>
                <c:pt idx="8">
                  <c:v>0.0629</c:v>
                </c:pt>
                <c:pt idx="9">
                  <c:v>0.0612</c:v>
                </c:pt>
                <c:pt idx="10">
                  <c:v>0.062</c:v>
                </c:pt>
                <c:pt idx="11">
                  <c:v>0.0643</c:v>
                </c:pt>
                <c:pt idx="12">
                  <c:v>0.065</c:v>
                </c:pt>
                <c:pt idx="13">
                  <c:v>0.0634</c:v>
                </c:pt>
                <c:pt idx="14">
                  <c:v>0.0623</c:v>
                </c:pt>
                <c:pt idx="15">
                  <c:v>0.0598</c:v>
                </c:pt>
                <c:pt idx="16">
                  <c:v>0.0578</c:v>
                </c:pt>
                <c:pt idx="17">
                  <c:v>0.0583</c:v>
                </c:pt>
                <c:pt idx="18">
                  <c:v>0.0642</c:v>
                </c:pt>
                <c:pt idx="19">
                  <c:v>0.0629</c:v>
                </c:pt>
                <c:pt idx="20">
                  <c:v>0.0616</c:v>
                </c:pt>
                <c:pt idx="21">
                  <c:v>0.0616</c:v>
                </c:pt>
                <c:pt idx="22">
                  <c:v>0.0611</c:v>
                </c:pt>
                <c:pt idx="23">
                  <c:v>0.0597</c:v>
                </c:pt>
                <c:pt idx="24">
                  <c:v>0.0601</c:v>
                </c:pt>
                <c:pt idx="25">
                  <c:v>0.0598</c:v>
                </c:pt>
                <c:pt idx="26">
                  <c:v>0.0591</c:v>
                </c:pt>
                <c:pt idx="27">
                  <c:v>0.0577</c:v>
                </c:pt>
                <c:pt idx="28">
                  <c:v>0.056</c:v>
                </c:pt>
                <c:pt idx="29">
                  <c:v>0.0661</c:v>
                </c:pt>
                <c:pt idx="30">
                  <c:v>0.0606</c:v>
                </c:pt>
                <c:pt idx="31">
                  <c:v>0.0526</c:v>
                </c:pt>
                <c:pt idx="32">
                  <c:v>0.0492</c:v>
                </c:pt>
                <c:pt idx="33">
                  <c:v>0.0489</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045"/>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Unemployment rate</a:t>
                </a:r>
              </a:p>
            </c:rich>
          </c:tx>
          <c:overlay val="0"/>
        </c:title>
        <c:numFmt formatCode="#,##0.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United States</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Sheet1!$A$2:$A$35</c:f>
              <c:strCache>
                <c:ptCount val="34"/>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pt idx="30">
                  <c:v>Q3 2024</c:v>
                </c:pt>
                <c:pt idx="31">
                  <c:v>Q4 2024</c:v>
                </c:pt>
                <c:pt idx="32">
                  <c:v>Q1 2025</c:v>
                </c:pt>
                <c:pt idx="33">
                  <c:v>Q2 2025</c:v>
                </c:pt>
              </c:strCache>
            </c:strRef>
          </c:cat>
          <c:val>
            <c:numRef>
              <c:f>Sheet1!$B$2:$B$35</c:f>
              <c:numCache>
                <c:ptCount val="34"/>
                <c:pt idx="0">
                  <c:v>0.046</c:v>
                </c:pt>
                <c:pt idx="1">
                  <c:v>0.044</c:v>
                </c:pt>
                <c:pt idx="2">
                  <c:v>0.0434</c:v>
                </c:pt>
                <c:pt idx="3">
                  <c:v>0.0414</c:v>
                </c:pt>
                <c:pt idx="4">
                  <c:v>0.0406</c:v>
                </c:pt>
                <c:pt idx="5">
                  <c:v>0.0392</c:v>
                </c:pt>
                <c:pt idx="6">
                  <c:v>0.0383</c:v>
                </c:pt>
                <c:pt idx="7">
                  <c:v>0.0379</c:v>
                </c:pt>
                <c:pt idx="8">
                  <c:v>0.0383</c:v>
                </c:pt>
                <c:pt idx="9">
                  <c:v>0.0363</c:v>
                </c:pt>
                <c:pt idx="10">
                  <c:v>0.0368</c:v>
                </c:pt>
                <c:pt idx="11">
                  <c:v>0.0356</c:v>
                </c:pt>
                <c:pt idx="12">
                  <c:v>0.038</c:v>
                </c:pt>
                <c:pt idx="13">
                  <c:v>0.1316</c:v>
                </c:pt>
                <c:pt idx="14">
                  <c:v>0.088</c:v>
                </c:pt>
                <c:pt idx="15">
                  <c:v>0.0707</c:v>
                </c:pt>
                <c:pt idx="16">
                  <c:v>0.0614</c:v>
                </c:pt>
                <c:pt idx="17">
                  <c:v>0.0583</c:v>
                </c:pt>
                <c:pt idx="18">
                  <c:v>0.0504</c:v>
                </c:pt>
                <c:pt idx="19">
                  <c:v>0.0428</c:v>
                </c:pt>
                <c:pt idx="20">
                  <c:v>0.0383</c:v>
                </c:pt>
                <c:pt idx="21">
                  <c:v>0.0363</c:v>
                </c:pt>
                <c:pt idx="22">
                  <c:v>0.0353</c:v>
                </c:pt>
                <c:pt idx="23">
                  <c:v>0.0357</c:v>
                </c:pt>
                <c:pt idx="24">
                  <c:v>0.0353</c:v>
                </c:pt>
                <c:pt idx="25">
                  <c:v>0.0353</c:v>
                </c:pt>
                <c:pt idx="26">
                  <c:v>0.0367</c:v>
                </c:pt>
                <c:pt idx="27">
                  <c:v>0.038</c:v>
                </c:pt>
                <c:pt idx="28">
                  <c:v>0.0383</c:v>
                </c:pt>
                <c:pt idx="29">
                  <c:v>0.04</c:v>
                </c:pt>
                <c:pt idx="30">
                  <c:v>0.0417</c:v>
                </c:pt>
                <c:pt idx="31">
                  <c:v>0.0413</c:v>
                </c:pt>
                <c:pt idx="32">
                  <c:v>0.041</c:v>
                </c:pt>
                <c:pt idx="33">
                  <c:v>0.0417</c:v>
                </c:pt>
              </c:numCache>
            </c:numRef>
          </c:val>
          <c:smooth val="0"/>
        </c:ser>
        <c:ser>
          <c:idx val="1"/>
          <c:order val="1"/>
          <c:tx>
            <c:strRef>
              <c:f>Sheet1!$C$1</c:f>
              <c:strCache>
                <c:ptCount val="1"/>
                <c:pt idx="0">
                  <c:v>China</c:v>
                </c:pt>
              </c:strCache>
            </c:strRef>
          </c:tx>
          <c:spPr>
            <a:ln>
              <a:solidFill>
                <a:srgbClr val="0F283E"/>
              </a:solidFill>
            </a:ln>
          </c:spPr>
          <c:marker>
            <c:symbol val="circle"/>
            <c:spPr>
              <a:solidFill>
                <a:srgbClr val="0F283E"/>
              </a:solidFill>
              <a:ln>
                <a:solidFill>
                  <a:srgbClr val="0F283E"/>
                </a:solidFill>
              </a:ln>
            </c:spPr>
          </c:marker>
          <c:dPt>
            <c:idx val="0"/>
            <c:invertIfNegative val="1"/>
            <c:marker>
              <c:spPr>
                <a:noFill/>
                <a:ln>
                  <a:noFill/>
                </a:ln>
              </c:spPr>
            </c:marker>
            <c:spPr>
              <a:noFill/>
              <a:ln>
                <a:noFill/>
              </a:ln>
            </c:spPr>
          </c:dPt>
          <c:dPt>
            <c:idx val="1"/>
            <c:invertIfNegative val="1"/>
            <c:spPr>
              <a:ln>
                <a:noFill/>
              </a:ln>
            </c:spPr>
          </c:dPt>
          <c:dLbls>
            <c:dLbl>
              <c:idx val="0"/>
              <c:delete val="1"/>
              <c:txPr>
                <a:bodyPr/>
                <a:p>
                  <a:pPr>
                    <a:defRPr smtId="4294967295">
                      <a:noFill/>
                    </a:defRPr>
                  </a:pPr>
                  <a:endParaRPr smtId="4294967295">
                    <a:noFill/>
                  </a:endParaRPr>
                </a:p>
              </c:txPr>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Sheet1!$A$2:$A$35</c:f>
              <c:strCache>
                <c:ptCount val="34"/>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pt idx="30">
                  <c:v>Q3 2024</c:v>
                </c:pt>
                <c:pt idx="31">
                  <c:v>Q4 2024</c:v>
                </c:pt>
                <c:pt idx="32">
                  <c:v>Q1 2025</c:v>
                </c:pt>
                <c:pt idx="33">
                  <c:v>Q2 2025</c:v>
                </c:pt>
              </c:strCache>
            </c:strRef>
          </c:cat>
          <c:val>
            <c:numRef>
              <c:f>Sheet1!$C$2:$C$27</c:f>
              <c:numCache>
                <c:ptCount val="26"/>
                <c:pt idx="1">
                  <c:v>0.0395</c:v>
                </c:pt>
                <c:pt idx="2">
                  <c:v>0.0395</c:v>
                </c:pt>
                <c:pt idx="3">
                  <c:v>0.039</c:v>
                </c:pt>
                <c:pt idx="4">
                  <c:v>0.0389</c:v>
                </c:pt>
                <c:pt idx="5">
                  <c:v>0.0383</c:v>
                </c:pt>
                <c:pt idx="6">
                  <c:v>0.0382</c:v>
                </c:pt>
                <c:pt idx="7">
                  <c:v>0.038</c:v>
                </c:pt>
                <c:pt idx="8">
                  <c:v>0.0367</c:v>
                </c:pt>
                <c:pt idx="9">
                  <c:v>0.0361</c:v>
                </c:pt>
                <c:pt idx="10">
                  <c:v>0.0361</c:v>
                </c:pt>
                <c:pt idx="11">
                  <c:v>0.0362</c:v>
                </c:pt>
                <c:pt idx="12">
                  <c:v>0.0366</c:v>
                </c:pt>
                <c:pt idx="13">
                  <c:v>0.0384</c:v>
                </c:pt>
                <c:pt idx="14">
                  <c:v>0.0419</c:v>
                </c:pt>
                <c:pt idx="15">
                  <c:v>0.0424</c:v>
                </c:pt>
                <c:pt idx="16">
                  <c:v>0.0394</c:v>
                </c:pt>
                <c:pt idx="17">
                  <c:v>0.0386</c:v>
                </c:pt>
                <c:pt idx="18">
                  <c:v>0.0388</c:v>
                </c:pt>
                <c:pt idx="19">
                  <c:v>0.0396</c:v>
                </c:pt>
                <c:pt idx="20">
                  <c:v>0.055</c:v>
                </c:pt>
                <c:pt idx="21">
                  <c:v>0.058</c:v>
                </c:pt>
                <c:pt idx="22">
                  <c:v>0.054</c:v>
                </c:pt>
                <c:pt idx="23">
                  <c:v>0.056</c:v>
                </c:pt>
                <c:pt idx="24">
                  <c:v>0.055</c:v>
                </c:pt>
                <c:pt idx="25">
                  <c:v>0.052</c:v>
                </c:pt>
              </c:numCache>
            </c:numRef>
          </c:val>
          <c:smooth val="0"/>
        </c:ser>
        <c:ser>
          <c:idx val="2"/>
          <c:order val="2"/>
          <c:tx>
            <c:strRef>
              <c:f>Sheet1!$D$1</c:f>
              <c:strCache>
                <c:ptCount val="1"/>
                <c:pt idx="0">
                  <c:v>Japan</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Sheet1!$A$2:$A$35</c:f>
              <c:strCache>
                <c:ptCount val="34"/>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pt idx="30">
                  <c:v>Q3 2024</c:v>
                </c:pt>
                <c:pt idx="31">
                  <c:v>Q4 2024</c:v>
                </c:pt>
                <c:pt idx="32">
                  <c:v>Q1 2025</c:v>
                </c:pt>
                <c:pt idx="33">
                  <c:v>Q2 2025</c:v>
                </c:pt>
              </c:strCache>
            </c:strRef>
          </c:cat>
          <c:val>
            <c:numRef>
              <c:f>Sheet1!$D$2:$D$35</c:f>
              <c:numCache>
                <c:ptCount val="34"/>
                <c:pt idx="0">
                  <c:v>0.0294</c:v>
                </c:pt>
                <c:pt idx="1">
                  <c:v>0.0292</c:v>
                </c:pt>
                <c:pt idx="2">
                  <c:v>0.0285</c:v>
                </c:pt>
                <c:pt idx="3">
                  <c:v>0.0277</c:v>
                </c:pt>
                <c:pt idx="4">
                  <c:v>0.0252</c:v>
                </c:pt>
                <c:pt idx="5">
                  <c:v>0.0244</c:v>
                </c:pt>
                <c:pt idx="6">
                  <c:v>0.0248</c:v>
                </c:pt>
                <c:pt idx="7">
                  <c:v>0.0252</c:v>
                </c:pt>
                <c:pt idx="8">
                  <c:v>0.0249</c:v>
                </c:pt>
                <c:pt idx="9">
                  <c:v>0.0241</c:v>
                </c:pt>
                <c:pt idx="10">
                  <c:v>0.0235</c:v>
                </c:pt>
                <c:pt idx="11">
                  <c:v>0.0236</c:v>
                </c:pt>
                <c:pt idx="12">
                  <c:v>0.0247</c:v>
                </c:pt>
                <c:pt idx="13">
                  <c:v>0.028</c:v>
                </c:pt>
                <c:pt idx="14">
                  <c:v>0.0301</c:v>
                </c:pt>
                <c:pt idx="15">
                  <c:v>0.031</c:v>
                </c:pt>
                <c:pt idx="16">
                  <c:v>0.0292</c:v>
                </c:pt>
                <c:pt idx="17">
                  <c:v>0.0299</c:v>
                </c:pt>
                <c:pt idx="18">
                  <c:v>0.0282</c:v>
                </c:pt>
                <c:pt idx="19">
                  <c:v>0.0279</c:v>
                </c:pt>
                <c:pt idx="20">
                  <c:v>0.027</c:v>
                </c:pt>
                <c:pt idx="21">
                  <c:v>0.026</c:v>
                </c:pt>
                <c:pt idx="22">
                  <c:v>0.0253</c:v>
                </c:pt>
                <c:pt idx="23">
                  <c:v>0.0253</c:v>
                </c:pt>
                <c:pt idx="24">
                  <c:v>0.026</c:v>
                </c:pt>
                <c:pt idx="25">
                  <c:v>0.0253</c:v>
                </c:pt>
                <c:pt idx="26">
                  <c:v>0.026</c:v>
                </c:pt>
                <c:pt idx="27">
                  <c:v>0.0257</c:v>
                </c:pt>
                <c:pt idx="28">
                  <c:v>0.0257</c:v>
                </c:pt>
                <c:pt idx="29">
                  <c:v>0.0257</c:v>
                </c:pt>
                <c:pt idx="30">
                  <c:v>0.025</c:v>
                </c:pt>
                <c:pt idx="31">
                  <c:v>0.025</c:v>
                </c:pt>
                <c:pt idx="32">
                  <c:v>0.0247</c:v>
                </c:pt>
                <c:pt idx="33">
                  <c:v>0.025</c:v>
                </c:pt>
              </c:numCache>
            </c:numRef>
          </c:val>
          <c:smooth val="0"/>
        </c:ser>
        <c:ser>
          <c:idx val="3"/>
          <c:order val="3"/>
          <c:tx>
            <c:strRef>
              <c:f>Sheet1!$E$1</c:f>
              <c:strCache>
                <c:ptCount val="1"/>
                <c:pt idx="0">
                  <c:v>Germany*</c:v>
                </c:pt>
              </c:strCache>
            </c:strRef>
          </c:tx>
          <c:spPr>
            <a:ln>
              <a:solidFill>
                <a:srgbClr val="A60B0B"/>
              </a:solidFill>
            </a:ln>
          </c:spPr>
          <c:marker>
            <c:symbol val="circle"/>
            <c:spPr>
              <a:solidFill>
                <a:srgbClr val="A60B0B"/>
              </a:solidFill>
              <a:ln>
                <a:solidFill>
                  <a:srgbClr val="A60B0B"/>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Sheet1!$A$2:$A$35</c:f>
              <c:strCache>
                <c:ptCount val="34"/>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pt idx="30">
                  <c:v>Q3 2024</c:v>
                </c:pt>
                <c:pt idx="31">
                  <c:v>Q4 2024</c:v>
                </c:pt>
                <c:pt idx="32">
                  <c:v>Q1 2025</c:v>
                </c:pt>
                <c:pt idx="33">
                  <c:v>Q2 2025</c:v>
                </c:pt>
              </c:strCache>
            </c:strRef>
          </c:cat>
          <c:val>
            <c:numRef>
              <c:f>Sheet1!$E$2:$E$34</c:f>
              <c:numCache>
                <c:ptCount val="33"/>
                <c:pt idx="0">
                  <c:v>0.037</c:v>
                </c:pt>
                <c:pt idx="1">
                  <c:v>0.0357</c:v>
                </c:pt>
                <c:pt idx="2">
                  <c:v>0.035</c:v>
                </c:pt>
                <c:pt idx="3">
                  <c:v>0.0346</c:v>
                </c:pt>
                <c:pt idx="4">
                  <c:v>0.0329</c:v>
                </c:pt>
                <c:pt idx="5">
                  <c:v>0.033</c:v>
                </c:pt>
                <c:pt idx="6">
                  <c:v>0.0317</c:v>
                </c:pt>
                <c:pt idx="7">
                  <c:v>0.0311</c:v>
                </c:pt>
                <c:pt idx="8">
                  <c:v>0.0304</c:v>
                </c:pt>
                <c:pt idx="9">
                  <c:v>0.0294</c:v>
                </c:pt>
                <c:pt idx="10">
                  <c:v>0.0293</c:v>
                </c:pt>
                <c:pt idx="11">
                  <c:v>0.0301</c:v>
                </c:pt>
                <c:pt idx="12">
                  <c:v>0.0333</c:v>
                </c:pt>
                <c:pt idx="13">
                  <c:v>0.0368</c:v>
                </c:pt>
                <c:pt idx="14">
                  <c:v>0.0392</c:v>
                </c:pt>
                <c:pt idx="15">
                  <c:v>0.0377</c:v>
                </c:pt>
                <c:pt idx="16">
                  <c:v>0.0402</c:v>
                </c:pt>
                <c:pt idx="17">
                  <c:v>0.0377</c:v>
                </c:pt>
                <c:pt idx="18">
                  <c:v>0.0343</c:v>
                </c:pt>
                <c:pt idx="19">
                  <c:v>0.034</c:v>
                </c:pt>
                <c:pt idx="20">
                  <c:v>0.031</c:v>
                </c:pt>
                <c:pt idx="21">
                  <c:v>0.0313</c:v>
                </c:pt>
                <c:pt idx="22">
                  <c:v>0.0319</c:v>
                </c:pt>
                <c:pt idx="23">
                  <c:v>0.031</c:v>
                </c:pt>
                <c:pt idx="24">
                  <c:v>0.0297</c:v>
                </c:pt>
                <c:pt idx="25">
                  <c:v>0.0303</c:v>
                </c:pt>
                <c:pt idx="26">
                  <c:v>0.0307</c:v>
                </c:pt>
                <c:pt idx="27">
                  <c:v>0.0318</c:v>
                </c:pt>
                <c:pt idx="28">
                  <c:v>0.0325</c:v>
                </c:pt>
                <c:pt idx="29">
                  <c:v>0.0339</c:v>
                </c:pt>
                <c:pt idx="30">
                  <c:v>0.0348</c:v>
                </c:pt>
                <c:pt idx="31">
                  <c:v>0.0336</c:v>
                </c:pt>
                <c:pt idx="32">
                  <c:v>0.0355</c:v>
                </c:pt>
              </c:numCache>
            </c:numRef>
          </c:val>
          <c:smooth val="0"/>
        </c:ser>
        <c:ser>
          <c:idx val="4"/>
          <c:order val="4"/>
          <c:tx>
            <c:strRef>
              <c:f>Sheet1!$F$1</c:f>
              <c:strCache>
                <c:ptCount val="1"/>
                <c:pt idx="0">
                  <c:v>Euro-Zone</c:v>
                </c:pt>
              </c:strCache>
            </c:strRef>
          </c:tx>
          <c:spPr>
            <a:ln>
              <a:solidFill>
                <a:srgbClr val="87BC24"/>
              </a:solidFill>
            </a:ln>
          </c:spPr>
          <c:marker>
            <c:symbol val="circle"/>
            <c:spPr>
              <a:solidFill>
                <a:srgbClr val="87BC24"/>
              </a:solidFill>
              <a:ln>
                <a:solidFill>
                  <a:srgbClr val="87BC24"/>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Sheet1!$A$2:$A$35</c:f>
              <c:strCache>
                <c:ptCount val="34"/>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pt idx="30">
                  <c:v>Q3 2024</c:v>
                </c:pt>
                <c:pt idx="31">
                  <c:v>Q4 2024</c:v>
                </c:pt>
                <c:pt idx="32">
                  <c:v>Q1 2025</c:v>
                </c:pt>
                <c:pt idx="33">
                  <c:v>Q2 2025</c:v>
                </c:pt>
              </c:strCache>
            </c:strRef>
          </c:cat>
          <c:val>
            <c:numRef>
              <c:f>Sheet1!$F$2:$F$34</c:f>
              <c:numCache>
                <c:ptCount val="33"/>
                <c:pt idx="0">
                  <c:v>0.0957</c:v>
                </c:pt>
                <c:pt idx="1">
                  <c:v>0.0924</c:v>
                </c:pt>
                <c:pt idx="2">
                  <c:v>0.0897</c:v>
                </c:pt>
                <c:pt idx="3">
                  <c:v>0.0877</c:v>
                </c:pt>
                <c:pt idx="4">
                  <c:v>0.0863</c:v>
                </c:pt>
                <c:pt idx="5">
                  <c:v>0.0837</c:v>
                </c:pt>
                <c:pt idx="6">
                  <c:v>0.0798</c:v>
                </c:pt>
                <c:pt idx="7">
                  <c:v>0.0796</c:v>
                </c:pt>
                <c:pt idx="8">
                  <c:v>0.0785</c:v>
                </c:pt>
                <c:pt idx="9">
                  <c:v>0.0759</c:v>
                </c:pt>
                <c:pt idx="10">
                  <c:v>0.0751</c:v>
                </c:pt>
                <c:pt idx="11">
                  <c:v>0.0746</c:v>
                </c:pt>
                <c:pt idx="12">
                  <c:v>0.0736</c:v>
                </c:pt>
                <c:pt idx="13">
                  <c:v>0.0756</c:v>
                </c:pt>
                <c:pt idx="14">
                  <c:v>0.0876</c:v>
                </c:pt>
                <c:pt idx="15">
                  <c:v>0.082</c:v>
                </c:pt>
                <c:pt idx="16">
                  <c:v>0.0823</c:v>
                </c:pt>
                <c:pt idx="17">
                  <c:v>0.0806</c:v>
                </c:pt>
                <c:pt idx="18">
                  <c:v>0.0762</c:v>
                </c:pt>
                <c:pt idx="19">
                  <c:v>0.0682</c:v>
                </c:pt>
                <c:pt idx="20">
                  <c:v>0.0682</c:v>
                </c:pt>
                <c:pt idx="21">
                  <c:v>0.0675</c:v>
                </c:pt>
                <c:pt idx="22">
                  <c:v>0.0682</c:v>
                </c:pt>
                <c:pt idx="23">
                  <c:v>0.0669</c:v>
                </c:pt>
                <c:pt idx="24">
                  <c:v>0.066</c:v>
                </c:pt>
                <c:pt idx="25">
                  <c:v>0.0645</c:v>
                </c:pt>
                <c:pt idx="26">
                  <c:v>0.0664</c:v>
                </c:pt>
                <c:pt idx="27">
                  <c:v>0.0653</c:v>
                </c:pt>
                <c:pt idx="28">
                  <c:v>0.0653</c:v>
                </c:pt>
                <c:pt idx="29">
                  <c:v>0.0638</c:v>
                </c:pt>
                <c:pt idx="30">
                  <c:v>0.0638</c:v>
                </c:pt>
                <c:pt idx="31">
                  <c:v>0.0613</c:v>
                </c:pt>
                <c:pt idx="32">
                  <c:v>0.0634</c:v>
                </c:pt>
              </c:numCache>
            </c:numRef>
          </c:val>
          <c:smooth val="0"/>
        </c:ser>
        <c:ser>
          <c:idx val="5"/>
          <c:order val="5"/>
          <c:tx>
            <c:strRef>
              <c:f>Sheet1!$G$1</c:f>
              <c:strCache>
                <c:ptCount val="1"/>
                <c:pt idx="0">
                  <c:v>France</c:v>
                </c:pt>
              </c:strCache>
            </c:strRef>
          </c:tx>
          <c:spPr>
            <a:ln>
              <a:solidFill>
                <a:srgbClr val="EBB523"/>
              </a:solidFill>
            </a:ln>
          </c:spPr>
          <c:marker>
            <c:symbol val="circle"/>
            <c:spPr>
              <a:solidFill>
                <a:srgbClr val="EBB523"/>
              </a:solidFill>
              <a:ln>
                <a:solidFill>
                  <a:srgbClr val="EBB523"/>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Sheet1!$A$2:$A$35</c:f>
              <c:strCache>
                <c:ptCount val="34"/>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pt idx="30">
                  <c:v>Q3 2024</c:v>
                </c:pt>
                <c:pt idx="31">
                  <c:v>Q4 2024</c:v>
                </c:pt>
                <c:pt idx="32">
                  <c:v>Q1 2025</c:v>
                </c:pt>
                <c:pt idx="33">
                  <c:v>Q2 2025</c:v>
                </c:pt>
              </c:strCache>
            </c:strRef>
          </c:cat>
          <c:val>
            <c:numRef>
              <c:f>Sheet1!$G$2:$G$34</c:f>
              <c:numCache>
                <c:ptCount val="33"/>
                <c:pt idx="0">
                  <c:v>0.0966</c:v>
                </c:pt>
                <c:pt idx="1">
                  <c:v>0.0955</c:v>
                </c:pt>
                <c:pt idx="2">
                  <c:v>0.0942</c:v>
                </c:pt>
                <c:pt idx="3">
                  <c:v>0.0904</c:v>
                </c:pt>
                <c:pt idx="4">
                  <c:v>0.0929</c:v>
                </c:pt>
                <c:pt idx="5">
                  <c:v>0.0915</c:v>
                </c:pt>
                <c:pt idx="6">
                  <c:v>0.0886</c:v>
                </c:pt>
                <c:pt idx="7">
                  <c:v>0.0881</c:v>
                </c:pt>
                <c:pt idx="8">
                  <c:v>0.0875</c:v>
                </c:pt>
                <c:pt idx="9">
                  <c:v>0.0853</c:v>
                </c:pt>
                <c:pt idx="10">
                  <c:v>0.0822</c:v>
                </c:pt>
                <c:pt idx="11">
                  <c:v>0.0824</c:v>
                </c:pt>
                <c:pt idx="12">
                  <c:v>0.0791</c:v>
                </c:pt>
                <c:pt idx="13">
                  <c:v>0.073</c:v>
                </c:pt>
                <c:pt idx="14">
                  <c:v>0.0882</c:v>
                </c:pt>
                <c:pt idx="15">
                  <c:v>0.0811</c:v>
                </c:pt>
                <c:pt idx="16">
                  <c:v>0.0815</c:v>
                </c:pt>
                <c:pt idx="17">
                  <c:v>0.0808</c:v>
                </c:pt>
                <c:pt idx="18">
                  <c:v>0.0778</c:v>
                </c:pt>
                <c:pt idx="19">
                  <c:v>0.0746</c:v>
                </c:pt>
                <c:pt idx="20">
                  <c:v>0.0737</c:v>
                </c:pt>
                <c:pt idx="21">
                  <c:v>0.0745</c:v>
                </c:pt>
                <c:pt idx="22">
                  <c:v>0.0722</c:v>
                </c:pt>
                <c:pt idx="23">
                  <c:v>0.072</c:v>
                </c:pt>
                <c:pt idx="24">
                  <c:v>0.0709</c:v>
                </c:pt>
                <c:pt idx="25">
                  <c:v>0.0726</c:v>
                </c:pt>
                <c:pt idx="26">
                  <c:v>0.074</c:v>
                </c:pt>
                <c:pt idx="27">
                  <c:v>0.0758</c:v>
                </c:pt>
                <c:pt idx="28">
                  <c:v>0.0745</c:v>
                </c:pt>
                <c:pt idx="29">
                  <c:v>0.0736</c:v>
                </c:pt>
                <c:pt idx="30">
                  <c:v>0.0744</c:v>
                </c:pt>
                <c:pt idx="31">
                  <c:v>0.0731</c:v>
                </c:pt>
                <c:pt idx="32">
                  <c:v>0.0741</c:v>
                </c:pt>
              </c:numCache>
            </c:numRef>
          </c:val>
          <c:smooth val="0"/>
        </c:ser>
        <c:ser>
          <c:idx val="6"/>
          <c:order val="6"/>
          <c:tx>
            <c:strRef>
              <c:f>Sheet1!$H$1</c:f>
              <c:strCache>
                <c:ptCount val="1"/>
                <c:pt idx="0">
                  <c:v>United Kingdom</c:v>
                </c:pt>
              </c:strCache>
            </c:strRef>
          </c:tx>
          <c:spPr>
            <a:ln>
              <a:solidFill>
                <a:srgbClr val="5D2B76"/>
              </a:solidFill>
            </a:ln>
          </c:spPr>
          <c:marker>
            <c:symbol val="circle"/>
            <c:spPr>
              <a:solidFill>
                <a:srgbClr val="5D2B76"/>
              </a:solidFill>
              <a:ln>
                <a:solidFill>
                  <a:srgbClr val="5D2B76"/>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Sheet1!$A$2:$A$35</c:f>
              <c:strCache>
                <c:ptCount val="34"/>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pt idx="30">
                  <c:v>Q3 2024</c:v>
                </c:pt>
                <c:pt idx="31">
                  <c:v>Q4 2024</c:v>
                </c:pt>
                <c:pt idx="32">
                  <c:v>Q1 2025</c:v>
                </c:pt>
                <c:pt idx="33">
                  <c:v>Q2 2025</c:v>
                </c:pt>
              </c:strCache>
            </c:strRef>
          </c:cat>
          <c:val>
            <c:numRef>
              <c:f>Sheet1!$H$2:$H$34</c:f>
              <c:numCache>
                <c:ptCount val="33"/>
                <c:pt idx="0">
                  <c:v>0.046</c:v>
                </c:pt>
                <c:pt idx="1">
                  <c:v>0.0445</c:v>
                </c:pt>
                <c:pt idx="2">
                  <c:v>0.043</c:v>
                </c:pt>
                <c:pt idx="3">
                  <c:v>0.0432</c:v>
                </c:pt>
                <c:pt idx="4">
                  <c:v>0.0423</c:v>
                </c:pt>
                <c:pt idx="5">
                  <c:v>0.0406</c:v>
                </c:pt>
                <c:pt idx="6">
                  <c:v>0.0412</c:v>
                </c:pt>
                <c:pt idx="7">
                  <c:v>0.0398</c:v>
                </c:pt>
                <c:pt idx="8">
                  <c:v>0.0385</c:v>
                </c:pt>
                <c:pt idx="9">
                  <c:v>0.0392</c:v>
                </c:pt>
                <c:pt idx="10">
                  <c:v>0.0388</c:v>
                </c:pt>
                <c:pt idx="11">
                  <c:v>0.0375</c:v>
                </c:pt>
                <c:pt idx="12">
                  <c:v>0.0403</c:v>
                </c:pt>
                <c:pt idx="13">
                  <c:v>0.0408</c:v>
                </c:pt>
                <c:pt idx="14">
                  <c:v>0.0491</c:v>
                </c:pt>
                <c:pt idx="15">
                  <c:v>0.0531</c:v>
                </c:pt>
                <c:pt idx="16">
                  <c:v>0.0497</c:v>
                </c:pt>
                <c:pt idx="17">
                  <c:v>0.0465</c:v>
                </c:pt>
                <c:pt idx="18">
                  <c:v>0.0431</c:v>
                </c:pt>
                <c:pt idx="19">
                  <c:v>0.0409</c:v>
                </c:pt>
                <c:pt idx="20">
                  <c:v>0.0379</c:v>
                </c:pt>
                <c:pt idx="21">
                  <c:v>0.0378</c:v>
                </c:pt>
                <c:pt idx="22">
                  <c:v>0.0373</c:v>
                </c:pt>
                <c:pt idx="23">
                  <c:v>0.0391</c:v>
                </c:pt>
                <c:pt idx="24">
                  <c:v>0.04</c:v>
                </c:pt>
                <c:pt idx="25">
                  <c:v>0.0423</c:v>
                </c:pt>
                <c:pt idx="26">
                  <c:v>0.0411</c:v>
                </c:pt>
                <c:pt idx="27">
                  <c:v>0.0386</c:v>
                </c:pt>
                <c:pt idx="28">
                  <c:v>0.0434</c:v>
                </c:pt>
                <c:pt idx="29">
                  <c:v>0.042</c:v>
                </c:pt>
                <c:pt idx="30">
                  <c:v>0.0427</c:v>
                </c:pt>
                <c:pt idx="31">
                  <c:v>0.0438</c:v>
                </c:pt>
                <c:pt idx="32">
                  <c:v>0.0454</c:v>
                </c:pt>
              </c:numCache>
            </c:numRef>
          </c:val>
          <c:smooth val="0"/>
        </c:ser>
        <c:ser>
          <c:idx val="7"/>
          <c:order val="7"/>
          <c:tx>
            <c:strRef>
              <c:f>Sheet1!$I$1</c:f>
              <c:strCache>
                <c:ptCount val="1"/>
                <c:pt idx="0">
                  <c:v>Brazil</c:v>
                </c:pt>
              </c:strCache>
            </c:strRef>
          </c:tx>
          <c:spPr>
            <a:ln>
              <a:solidFill>
                <a:srgbClr val="C271DA"/>
              </a:solidFill>
            </a:ln>
          </c:spPr>
          <c:marker>
            <c:symbol val="circle"/>
            <c:spPr>
              <a:solidFill>
                <a:srgbClr val="C271DA"/>
              </a:solidFill>
              <a:ln>
                <a:solidFill>
                  <a:srgbClr val="C271DA"/>
                </a:solidFill>
              </a:ln>
            </c:spPr>
          </c:marker>
          <c:dPt>
            <c:idx val="0"/>
            <c:invertIfNegative val="1"/>
            <c:marker>
              <c:spPr>
                <a:noFill/>
                <a:ln>
                  <a:noFill/>
                </a:ln>
              </c:spPr>
            </c:marker>
            <c:spPr>
              <a:noFill/>
              <a:ln>
                <a:noFill/>
              </a:ln>
            </c:spPr>
          </c:dPt>
          <c:dPt>
            <c:idx val="1"/>
            <c:invertIfNegative val="1"/>
            <c:spPr>
              <a:ln>
                <a:noFill/>
              </a:ln>
            </c:spPr>
          </c:dPt>
          <c:dLbls>
            <c:dLbl>
              <c:idx val="0"/>
              <c:delete val="1"/>
              <c:txPr>
                <a:bodyPr/>
                <a:p>
                  <a:pPr>
                    <a:defRPr smtId="4294967295">
                      <a:noFill/>
                    </a:defRPr>
                  </a:pPr>
                  <a:endParaRPr smtId="4294967295">
                    <a:noFill/>
                  </a:endParaRPr>
                </a:p>
              </c:txPr>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Sheet1!$A$2:$A$35</c:f>
              <c:strCache>
                <c:ptCount val="34"/>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pt idx="30">
                  <c:v>Q3 2024</c:v>
                </c:pt>
                <c:pt idx="31">
                  <c:v>Q4 2024</c:v>
                </c:pt>
                <c:pt idx="32">
                  <c:v>Q1 2025</c:v>
                </c:pt>
                <c:pt idx="33">
                  <c:v>Q2 2025</c:v>
                </c:pt>
              </c:strCache>
            </c:strRef>
          </c:cat>
          <c:val>
            <c:numRef>
              <c:f>Sheet1!$I$2:$I$32</c:f>
              <c:numCache>
                <c:ptCount val="31"/>
                <c:pt idx="1">
                  <c:v>0.13</c:v>
                </c:pt>
                <c:pt idx="2">
                  <c:v>0.124</c:v>
                </c:pt>
                <c:pt idx="3">
                  <c:v>0.118</c:v>
                </c:pt>
                <c:pt idx="4">
                  <c:v>0.131</c:v>
                </c:pt>
                <c:pt idx="5">
                  <c:v>0.124</c:v>
                </c:pt>
                <c:pt idx="6">
                  <c:v>0.119</c:v>
                </c:pt>
                <c:pt idx="7">
                  <c:v>0.116</c:v>
                </c:pt>
                <c:pt idx="8">
                  <c:v>0.127</c:v>
                </c:pt>
                <c:pt idx="9">
                  <c:v>0.12</c:v>
                </c:pt>
                <c:pt idx="10">
                  <c:v>0.118</c:v>
                </c:pt>
                <c:pt idx="11">
                  <c:v>0.11</c:v>
                </c:pt>
                <c:pt idx="12">
                  <c:v>0.122</c:v>
                </c:pt>
                <c:pt idx="13">
                  <c:v>0.133</c:v>
                </c:pt>
                <c:pt idx="14">
                  <c:v>0.146</c:v>
                </c:pt>
                <c:pt idx="15">
                  <c:v>0.139</c:v>
                </c:pt>
                <c:pt idx="16">
                  <c:v>0.1443</c:v>
                </c:pt>
                <c:pt idx="17">
                  <c:v>0.1446</c:v>
                </c:pt>
                <c:pt idx="18">
                  <c:v>0.1263</c:v>
                </c:pt>
                <c:pt idx="19">
                  <c:v>0.116</c:v>
                </c:pt>
                <c:pt idx="20">
                  <c:v>0.111</c:v>
                </c:pt>
                <c:pt idx="21">
                  <c:v>0.093</c:v>
                </c:pt>
                <c:pt idx="22">
                  <c:v>0.087</c:v>
                </c:pt>
                <c:pt idx="23">
                  <c:v>0.079</c:v>
                </c:pt>
                <c:pt idx="24">
                  <c:v>0.088</c:v>
                </c:pt>
                <c:pt idx="25">
                  <c:v>0.08</c:v>
                </c:pt>
                <c:pt idx="26">
                  <c:v>0.077</c:v>
                </c:pt>
                <c:pt idx="27">
                  <c:v>0.074</c:v>
                </c:pt>
                <c:pt idx="28">
                  <c:v>0.079</c:v>
                </c:pt>
                <c:pt idx="29">
                  <c:v>0.069</c:v>
                </c:pt>
                <c:pt idx="30">
                  <c:v>0.064</c:v>
                </c:pt>
              </c:numCache>
            </c:numRef>
          </c:val>
          <c:smooth val="0"/>
        </c:ser>
        <c:ser>
          <c:idx val="8"/>
          <c:order val="8"/>
          <c:tx>
            <c:strRef>
              <c:f>Sheet1!$J$1</c:f>
              <c:strCache>
                <c:ptCount val="1"/>
                <c:pt idx="0">
                  <c:v>Russia</c:v>
                </c:pt>
              </c:strCache>
            </c:strRef>
          </c:tx>
          <c:spPr>
            <a:ln>
              <a:solidFill>
                <a:srgbClr val="76A5E3"/>
              </a:solidFill>
            </a:ln>
          </c:spPr>
          <c:marker>
            <c:symbol val="circle"/>
            <c:spPr>
              <a:solidFill>
                <a:srgbClr val="76A5E3"/>
              </a:solidFill>
              <a:ln>
                <a:solidFill>
                  <a:srgbClr val="76A5E3"/>
                </a:solidFill>
              </a:ln>
            </c:spPr>
          </c:marker>
          <c:dPt>
            <c:idx val="0"/>
            <c:invertIfNegative val="1"/>
            <c:marker>
              <c:spPr>
                <a:noFill/>
                <a:ln>
                  <a:noFill/>
                </a:ln>
              </c:spPr>
            </c:marker>
            <c:spPr>
              <a:noFill/>
              <a:ln>
                <a:noFill/>
              </a:ln>
            </c:spPr>
          </c:dPt>
          <c:dPt>
            <c:idx val="1"/>
            <c:invertIfNegative val="1"/>
            <c:spPr>
              <a:ln>
                <a:noFill/>
              </a:ln>
            </c:spPr>
          </c:dPt>
          <c:dLbls>
            <c:dLbl>
              <c:idx val="0"/>
              <c:delete val="1"/>
              <c:txPr>
                <a:bodyPr/>
                <a:p>
                  <a:pPr>
                    <a:defRPr smtId="4294967295">
                      <a:noFill/>
                    </a:defRPr>
                  </a:pPr>
                  <a:endParaRPr smtId="4294967295">
                    <a:noFill/>
                  </a:endParaRPr>
                </a:p>
              </c:txPr>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Sheet1!$A$2:$A$35</c:f>
              <c:strCache>
                <c:ptCount val="34"/>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pt idx="30">
                  <c:v>Q3 2024</c:v>
                </c:pt>
                <c:pt idx="31">
                  <c:v>Q4 2024</c:v>
                </c:pt>
                <c:pt idx="32">
                  <c:v>Q1 2025</c:v>
                </c:pt>
                <c:pt idx="33">
                  <c:v>Q2 2025</c:v>
                </c:pt>
              </c:strCache>
            </c:strRef>
          </c:cat>
          <c:val>
            <c:numRef>
              <c:f>Sheet1!$J$2:$J$32</c:f>
              <c:numCache>
                <c:ptCount val="31"/>
                <c:pt idx="1">
                  <c:v>0.0526</c:v>
                </c:pt>
                <c:pt idx="2">
                  <c:v>0.0525</c:v>
                </c:pt>
                <c:pt idx="3">
                  <c:v>0.0506</c:v>
                </c:pt>
                <c:pt idx="4">
                  <c:v>0.0482</c:v>
                </c:pt>
                <c:pt idx="5">
                  <c:v>0.0483</c:v>
                </c:pt>
                <c:pt idx="6">
                  <c:v>0.048</c:v>
                </c:pt>
                <c:pt idx="7">
                  <c:v>0.0476</c:v>
                </c:pt>
                <c:pt idx="8">
                  <c:v>0.046</c:v>
                </c:pt>
                <c:pt idx="9">
                  <c:v>0.0464</c:v>
                </c:pt>
                <c:pt idx="10">
                  <c:v>0.044</c:v>
                </c:pt>
                <c:pt idx="11">
                  <c:v>0.046</c:v>
                </c:pt>
                <c:pt idx="12">
                  <c:v>0.046</c:v>
                </c:pt>
                <c:pt idx="13">
                  <c:v>0.06</c:v>
                </c:pt>
                <c:pt idx="14">
                  <c:v>0.063</c:v>
                </c:pt>
                <c:pt idx="15">
                  <c:v>0.061</c:v>
                </c:pt>
                <c:pt idx="16">
                  <c:v>0.056</c:v>
                </c:pt>
                <c:pt idx="17">
                  <c:v>0.049</c:v>
                </c:pt>
                <c:pt idx="18">
                  <c:v>0.044</c:v>
                </c:pt>
                <c:pt idx="19">
                  <c:v>0.043</c:v>
                </c:pt>
                <c:pt idx="20">
                  <c:v>0.042</c:v>
                </c:pt>
                <c:pt idx="21">
                  <c:v>0.04</c:v>
                </c:pt>
                <c:pt idx="22">
                  <c:v>0.038</c:v>
                </c:pt>
                <c:pt idx="23">
                  <c:v>0.037</c:v>
                </c:pt>
                <c:pt idx="24">
                  <c:v>0.035</c:v>
                </c:pt>
                <c:pt idx="25">
                  <c:v>0.032</c:v>
                </c:pt>
                <c:pt idx="26">
                  <c:v>0.03</c:v>
                </c:pt>
                <c:pt idx="27">
                  <c:v>0.029</c:v>
                </c:pt>
                <c:pt idx="28">
                  <c:v>0.028</c:v>
                </c:pt>
                <c:pt idx="29">
                  <c:v>0.026</c:v>
                </c:pt>
                <c:pt idx="30">
                  <c:v>0.024</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Unemployment rate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Euro-Zone</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Sheet1!$A$2:$A$31</c:f>
              <c:strCache>
                <c:ptCount val="30"/>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strCache>
            </c:strRef>
          </c:cat>
          <c:val>
            <c:numRef>
              <c:f>Sheet1!$B$2:$B$31</c:f>
              <c:numCache>
                <c:ptCount val="30"/>
                <c:pt idx="0">
                  <c:v>0.6644</c:v>
                </c:pt>
                <c:pt idx="1">
                  <c:v>0.6677</c:v>
                </c:pt>
                <c:pt idx="2">
                  <c:v>0.6702</c:v>
                </c:pt>
                <c:pt idx="3">
                  <c:v>0.6726</c:v>
                </c:pt>
                <c:pt idx="4">
                  <c:v>0.6746</c:v>
                </c:pt>
                <c:pt idx="5">
                  <c:v>0.6777</c:v>
                </c:pt>
                <c:pt idx="6">
                  <c:v>0.68</c:v>
                </c:pt>
                <c:pt idx="7">
                  <c:v>0.6808</c:v>
                </c:pt>
                <c:pt idx="8">
                  <c:v>0.6838</c:v>
                </c:pt>
                <c:pt idx="9">
                  <c:v>0.6879</c:v>
                </c:pt>
                <c:pt idx="10">
                  <c:v>0.6847</c:v>
                </c:pt>
                <c:pt idx="11">
                  <c:v>0.6853</c:v>
                </c:pt>
                <c:pt idx="12">
                  <c:v>0.6827</c:v>
                </c:pt>
                <c:pt idx="13">
                  <c:v>0.6664</c:v>
                </c:pt>
                <c:pt idx="14">
                  <c:v>0.6683</c:v>
                </c:pt>
                <c:pt idx="15">
                  <c:v>0.6714</c:v>
                </c:pt>
                <c:pt idx="16">
                  <c:v>0.6666</c:v>
                </c:pt>
                <c:pt idx="17">
                  <c:v>0.6767</c:v>
                </c:pt>
                <c:pt idx="18">
                  <c:v>0.6827</c:v>
                </c:pt>
                <c:pt idx="19">
                  <c:v>0.6869</c:v>
                </c:pt>
                <c:pt idx="20">
                  <c:v>0.6916</c:v>
                </c:pt>
                <c:pt idx="21">
                  <c:v>0.6945</c:v>
                </c:pt>
                <c:pt idx="22">
                  <c:v>0.6937</c:v>
                </c:pt>
                <c:pt idx="23">
                  <c:v>0.696</c:v>
                </c:pt>
                <c:pt idx="24">
                  <c:v>0.6992</c:v>
                </c:pt>
                <c:pt idx="25">
                  <c:v>0.702</c:v>
                </c:pt>
                <c:pt idx="26">
                  <c:v>0.7003</c:v>
                </c:pt>
                <c:pt idx="27">
                  <c:v>0.7021</c:v>
                </c:pt>
                <c:pt idx="28">
                  <c:v>0.703</c:v>
                </c:pt>
                <c:pt idx="29">
                  <c:v>0.706</c:v>
                </c:pt>
              </c:numCache>
            </c:numRef>
          </c:val>
          <c:smooth val="0"/>
        </c:ser>
        <c:ser>
          <c:idx val="1"/>
          <c:order val="1"/>
          <c:tx>
            <c:strRef>
              <c:f>Sheet1!$C$1</c:f>
              <c:strCache>
                <c:ptCount val="1"/>
                <c:pt idx="0">
                  <c:v>Germany*</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Sheet1!$A$2:$A$31</c:f>
              <c:strCache>
                <c:ptCount val="30"/>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strCache>
            </c:strRef>
          </c:cat>
          <c:val>
            <c:numRef>
              <c:f>Sheet1!$C$2:$C$30</c:f>
              <c:numCache>
                <c:ptCount val="29"/>
                <c:pt idx="0">
                  <c:v>0.7401</c:v>
                </c:pt>
                <c:pt idx="1">
                  <c:v>0.7409</c:v>
                </c:pt>
                <c:pt idx="2">
                  <c:v>0.7441</c:v>
                </c:pt>
                <c:pt idx="3">
                  <c:v>0.745</c:v>
                </c:pt>
                <c:pt idx="4">
                  <c:v>0.7478</c:v>
                </c:pt>
                <c:pt idx="5">
                  <c:v>0.747</c:v>
                </c:pt>
                <c:pt idx="6">
                  <c:v>0.7506</c:v>
                </c:pt>
                <c:pt idx="7">
                  <c:v>0.7512</c:v>
                </c:pt>
                <c:pt idx="8">
                  <c:v>0.7565</c:v>
                </c:pt>
                <c:pt idx="9">
                  <c:v>0.7563</c:v>
                </c:pt>
                <c:pt idx="10">
                  <c:v>0.7564</c:v>
                </c:pt>
                <c:pt idx="11">
                  <c:v>0.7579</c:v>
                </c:pt>
                <c:pt idx="12">
                  <c:v>0.7452</c:v>
                </c:pt>
                <c:pt idx="13">
                  <c:v>0.7414</c:v>
                </c:pt>
                <c:pt idx="14">
                  <c:v>0.7411</c:v>
                </c:pt>
                <c:pt idx="15">
                  <c:v>0.7466</c:v>
                </c:pt>
                <c:pt idx="16">
                  <c:v>0.7461</c:v>
                </c:pt>
                <c:pt idx="17">
                  <c:v>0.7528</c:v>
                </c:pt>
                <c:pt idx="18">
                  <c:v>0.7613</c:v>
                </c:pt>
                <c:pt idx="19">
                  <c:v>0.7632</c:v>
                </c:pt>
                <c:pt idx="20">
                  <c:v>0.7666</c:v>
                </c:pt>
                <c:pt idx="21">
                  <c:v>0.7688</c:v>
                </c:pt>
                <c:pt idx="22">
                  <c:v>0.7687</c:v>
                </c:pt>
                <c:pt idx="23">
                  <c:v>0.7716</c:v>
                </c:pt>
                <c:pt idx="24">
                  <c:v>0.7737</c:v>
                </c:pt>
                <c:pt idx="25">
                  <c:v>0.7745</c:v>
                </c:pt>
                <c:pt idx="26">
                  <c:v>0.7732</c:v>
                </c:pt>
                <c:pt idx="27">
                  <c:v>0.7734</c:v>
                </c:pt>
                <c:pt idx="28">
                  <c:v>0.774</c:v>
                </c:pt>
              </c:numCache>
            </c:numRef>
          </c:val>
          <c:smooth val="0"/>
        </c:ser>
        <c:ser>
          <c:idx val="2"/>
          <c:order val="2"/>
          <c:tx>
            <c:strRef>
              <c:f>Sheet1!$D$1</c:f>
              <c:strCache>
                <c:ptCount val="1"/>
                <c:pt idx="0">
                  <c:v>France</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Sheet1!$A$2:$A$31</c:f>
              <c:strCache>
                <c:ptCount val="30"/>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strCache>
            </c:strRef>
          </c:cat>
          <c:val>
            <c:numRef>
              <c:f>Sheet1!$D$2:$D$30</c:f>
              <c:numCache>
                <c:ptCount val="29"/>
                <c:pt idx="0">
                  <c:v>0.6504</c:v>
                </c:pt>
                <c:pt idx="1">
                  <c:v>0.6569</c:v>
                </c:pt>
                <c:pt idx="2">
                  <c:v>0.6556</c:v>
                </c:pt>
                <c:pt idx="3">
                  <c:v>0.6595</c:v>
                </c:pt>
                <c:pt idx="4">
                  <c:v>0.6593</c:v>
                </c:pt>
                <c:pt idx="5">
                  <c:v>0.6612</c:v>
                </c:pt>
                <c:pt idx="6">
                  <c:v>0.6626</c:v>
                </c:pt>
                <c:pt idx="7">
                  <c:v>0.6627</c:v>
                </c:pt>
                <c:pt idx="8">
                  <c:v>0.6626</c:v>
                </c:pt>
                <c:pt idx="9">
                  <c:v>0.6646</c:v>
                </c:pt>
                <c:pt idx="10">
                  <c:v>0.6614</c:v>
                </c:pt>
                <c:pt idx="11">
                  <c:v>0.6669</c:v>
                </c:pt>
                <c:pt idx="12">
                  <c:v>0.6676</c:v>
                </c:pt>
                <c:pt idx="13">
                  <c:v>0.6542</c:v>
                </c:pt>
                <c:pt idx="14">
                  <c:v>0.6588</c:v>
                </c:pt>
                <c:pt idx="15">
                  <c:v>0.664</c:v>
                </c:pt>
                <c:pt idx="16">
                  <c:v>0.6646</c:v>
                </c:pt>
                <c:pt idx="17">
                  <c:v>0.6713</c:v>
                </c:pt>
                <c:pt idx="18">
                  <c:v>0.6766</c:v>
                </c:pt>
                <c:pt idx="19">
                  <c:v>0.6774</c:v>
                </c:pt>
                <c:pt idx="20">
                  <c:v>0.6783</c:v>
                </c:pt>
                <c:pt idx="21">
                  <c:v>0.6811</c:v>
                </c:pt>
                <c:pt idx="22">
                  <c:v>0.6838</c:v>
                </c:pt>
                <c:pt idx="23">
                  <c:v>0.6825</c:v>
                </c:pt>
                <c:pt idx="24">
                  <c:v>0.6845</c:v>
                </c:pt>
                <c:pt idx="25">
                  <c:v>0.6859</c:v>
                </c:pt>
                <c:pt idx="26">
                  <c:v>0.6838</c:v>
                </c:pt>
                <c:pt idx="27">
                  <c:v>0.684</c:v>
                </c:pt>
                <c:pt idx="28">
                  <c:v>0.687</c:v>
                </c:pt>
              </c:numCache>
            </c:numRef>
          </c:val>
          <c:smooth val="0"/>
        </c:ser>
        <c:ser>
          <c:idx val="3"/>
          <c:order val="3"/>
          <c:tx>
            <c:strRef>
              <c:f>Sheet1!$E$1</c:f>
              <c:strCache>
                <c:ptCount val="1"/>
                <c:pt idx="0">
                  <c:v>Japan</c:v>
                </c:pt>
              </c:strCache>
            </c:strRef>
          </c:tx>
          <c:spPr>
            <a:ln>
              <a:solidFill>
                <a:srgbClr val="A60B0B"/>
              </a:solidFill>
            </a:ln>
          </c:spPr>
          <c:marker>
            <c:symbol val="circle"/>
            <c:spPr>
              <a:solidFill>
                <a:srgbClr val="A60B0B"/>
              </a:solidFill>
              <a:ln>
                <a:solidFill>
                  <a:srgbClr val="A60B0B"/>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Sheet1!$A$2:$A$31</c:f>
              <c:strCache>
                <c:ptCount val="30"/>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strCache>
            </c:strRef>
          </c:cat>
          <c:val>
            <c:numRef>
              <c:f>Sheet1!$E$2:$E$31</c:f>
              <c:numCache>
                <c:ptCount val="30"/>
                <c:pt idx="0">
                  <c:v>0.7492</c:v>
                </c:pt>
                <c:pt idx="1">
                  <c:v>0.752</c:v>
                </c:pt>
                <c:pt idx="2">
                  <c:v>0.7553</c:v>
                </c:pt>
                <c:pt idx="3">
                  <c:v>0.7584</c:v>
                </c:pt>
                <c:pt idx="4">
                  <c:v>0.7644</c:v>
                </c:pt>
                <c:pt idx="5">
                  <c:v>0.7692</c:v>
                </c:pt>
                <c:pt idx="6">
                  <c:v>0.7703</c:v>
                </c:pt>
                <c:pt idx="7">
                  <c:v>0.7738</c:v>
                </c:pt>
                <c:pt idx="8">
                  <c:v>0.7752</c:v>
                </c:pt>
                <c:pt idx="9">
                  <c:v>0.777</c:v>
                </c:pt>
                <c:pt idx="10">
                  <c:v>0.7793</c:v>
                </c:pt>
                <c:pt idx="11">
                  <c:v>0.781</c:v>
                </c:pt>
                <c:pt idx="12">
                  <c:v>0.7807</c:v>
                </c:pt>
                <c:pt idx="13">
                  <c:v>0.7708</c:v>
                </c:pt>
                <c:pt idx="14">
                  <c:v>0.7717</c:v>
                </c:pt>
                <c:pt idx="15">
                  <c:v>0.7748</c:v>
                </c:pt>
                <c:pt idx="16">
                  <c:v>0.7777</c:v>
                </c:pt>
                <c:pt idx="17">
                  <c:v>0.778</c:v>
                </c:pt>
                <c:pt idx="18">
                  <c:v>0.7801</c:v>
                </c:pt>
                <c:pt idx="19">
                  <c:v>0.7794</c:v>
                </c:pt>
                <c:pt idx="20">
                  <c:v>0.7809</c:v>
                </c:pt>
                <c:pt idx="21">
                  <c:v>0.7854</c:v>
                </c:pt>
                <c:pt idx="22">
                  <c:v>0.7861</c:v>
                </c:pt>
                <c:pt idx="23">
                  <c:v>0.7857</c:v>
                </c:pt>
                <c:pt idx="24">
                  <c:v>0.7861</c:v>
                </c:pt>
                <c:pt idx="25">
                  <c:v>0.7889</c:v>
                </c:pt>
                <c:pt idx="26">
                  <c:v>0.7902</c:v>
                </c:pt>
                <c:pt idx="27">
                  <c:v>0.7925</c:v>
                </c:pt>
                <c:pt idx="28">
                  <c:v>0.7914</c:v>
                </c:pt>
                <c:pt idx="29">
                  <c:v>0.793</c:v>
                </c:pt>
              </c:numCache>
            </c:numRef>
          </c:val>
          <c:smooth val="0"/>
        </c:ser>
        <c:ser>
          <c:idx val="4"/>
          <c:order val="4"/>
          <c:tx>
            <c:strRef>
              <c:f>Sheet1!$F$1</c:f>
              <c:strCache>
                <c:ptCount val="1"/>
                <c:pt idx="0">
                  <c:v>United Kingdom</c:v>
                </c:pt>
              </c:strCache>
            </c:strRef>
          </c:tx>
          <c:spPr>
            <a:ln>
              <a:solidFill>
                <a:srgbClr val="87BC24"/>
              </a:solidFill>
            </a:ln>
          </c:spPr>
          <c:marker>
            <c:symbol val="circle"/>
            <c:spPr>
              <a:solidFill>
                <a:srgbClr val="87BC24"/>
              </a:solidFill>
              <a:ln>
                <a:solidFill>
                  <a:srgbClr val="87BC24"/>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Sheet1!$A$2:$A$31</c:f>
              <c:strCache>
                <c:ptCount val="30"/>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strCache>
            </c:strRef>
          </c:cat>
          <c:val>
            <c:numRef>
              <c:f>Sheet1!$F$2:$F$31</c:f>
              <c:numCache>
                <c:ptCount val="30"/>
                <c:pt idx="0">
                  <c:v>0.7457</c:v>
                </c:pt>
                <c:pt idx="1">
                  <c:v>0.749</c:v>
                </c:pt>
                <c:pt idx="2">
                  <c:v>0.7479</c:v>
                </c:pt>
                <c:pt idx="3">
                  <c:v>0.7494</c:v>
                </c:pt>
                <c:pt idx="4">
                  <c:v>0.753</c:v>
                </c:pt>
                <c:pt idx="5">
                  <c:v>0.7527</c:v>
                </c:pt>
                <c:pt idx="6">
                  <c:v>0.7526</c:v>
                </c:pt>
                <c:pt idx="7">
                  <c:v>0.7552</c:v>
                </c:pt>
                <c:pt idx="8">
                  <c:v>0.7573</c:v>
                </c:pt>
                <c:pt idx="9">
                  <c:v>0.7576</c:v>
                </c:pt>
                <c:pt idx="10">
                  <c:v>0.7569</c:v>
                </c:pt>
                <c:pt idx="11">
                  <c:v>0.761</c:v>
                </c:pt>
                <c:pt idx="12">
                  <c:v>0.7595</c:v>
                </c:pt>
                <c:pt idx="13">
                  <c:v>0.7532</c:v>
                </c:pt>
                <c:pt idx="14">
                  <c:v>0.7453</c:v>
                </c:pt>
                <c:pt idx="15">
                  <c:v>0.7417</c:v>
                </c:pt>
                <c:pt idx="16">
                  <c:v>0.7425</c:v>
                </c:pt>
                <c:pt idx="17">
                  <c:v>0.7459</c:v>
                </c:pt>
                <c:pt idx="18">
                  <c:v>0.7488</c:v>
                </c:pt>
                <c:pt idx="19">
                  <c:v>0.75</c:v>
                </c:pt>
                <c:pt idx="20">
                  <c:v>0.7514</c:v>
                </c:pt>
                <c:pt idx="21">
                  <c:v>0.7502</c:v>
                </c:pt>
                <c:pt idx="22">
                  <c:v>0.7497</c:v>
                </c:pt>
                <c:pt idx="23">
                  <c:v>0.7519</c:v>
                </c:pt>
                <c:pt idx="24">
                  <c:v>0.7528</c:v>
                </c:pt>
                <c:pt idx="25">
                  <c:v>0.752</c:v>
                </c:pt>
                <c:pt idx="26">
                  <c:v>0.748</c:v>
                </c:pt>
                <c:pt idx="27">
                  <c:v>0.75</c:v>
                </c:pt>
                <c:pt idx="28">
                  <c:v>0.745</c:v>
                </c:pt>
                <c:pt idx="29">
                  <c:v>0.745</c:v>
                </c:pt>
              </c:numCache>
            </c:numRef>
          </c:val>
          <c:smooth val="0"/>
        </c:ser>
        <c:ser>
          <c:idx val="5"/>
          <c:order val="5"/>
          <c:tx>
            <c:strRef>
              <c:f>Sheet1!$G$1</c:f>
              <c:strCache>
                <c:ptCount val="1"/>
                <c:pt idx="0">
                  <c:v>United States</c:v>
                </c:pt>
              </c:strCache>
            </c:strRef>
          </c:tx>
          <c:spPr>
            <a:ln>
              <a:solidFill>
                <a:srgbClr val="EBB523"/>
              </a:solidFill>
            </a:ln>
          </c:spPr>
          <c:marker>
            <c:symbol val="circle"/>
            <c:spPr>
              <a:solidFill>
                <a:srgbClr val="EBB523"/>
              </a:solidFill>
              <a:ln>
                <a:solidFill>
                  <a:srgbClr val="EBB523"/>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Sheet1!$A$2:$A$31</c:f>
              <c:strCache>
                <c:ptCount val="30"/>
                <c:pt idx="0">
                  <c:v>Q1 2017</c:v>
                </c:pt>
                <c:pt idx="1">
                  <c:v>Q2 2017</c:v>
                </c:pt>
                <c:pt idx="2">
                  <c:v>Q3 2017</c:v>
                </c:pt>
                <c:pt idx="3">
                  <c:v>Q4 2017</c:v>
                </c:pt>
                <c:pt idx="4">
                  <c:v>Q1 2018</c:v>
                </c:pt>
                <c:pt idx="5">
                  <c:v>Q2 2018</c:v>
                </c:pt>
                <c:pt idx="6">
                  <c:v>Q3 2018</c:v>
                </c:pt>
                <c:pt idx="7">
                  <c:v>Q4 2018</c:v>
                </c:pt>
                <c:pt idx="8">
                  <c:v>Q1 2019</c:v>
                </c:pt>
                <c:pt idx="9">
                  <c:v>Q2 2019</c:v>
                </c:pt>
                <c:pt idx="10">
                  <c:v>Q3 2019</c:v>
                </c:pt>
                <c:pt idx="11">
                  <c:v>Q4 2019</c:v>
                </c:pt>
                <c:pt idx="12">
                  <c:v>Q1 2020</c:v>
                </c:pt>
                <c:pt idx="13">
                  <c:v>Q2 2020</c:v>
                </c:pt>
                <c:pt idx="14">
                  <c:v>Q3 2020</c:v>
                </c:pt>
                <c:pt idx="15">
                  <c:v>Q4 2020</c:v>
                </c:pt>
                <c:pt idx="16">
                  <c:v>Q1 2021</c:v>
                </c:pt>
                <c:pt idx="17">
                  <c:v>Q2 2021</c:v>
                </c:pt>
                <c:pt idx="18">
                  <c:v>Q3 2021</c:v>
                </c:pt>
                <c:pt idx="19">
                  <c:v>Q4 2021</c:v>
                </c:pt>
                <c:pt idx="20">
                  <c:v>Q1 2022</c:v>
                </c:pt>
                <c:pt idx="21">
                  <c:v>Q2 2022</c:v>
                </c:pt>
                <c:pt idx="22">
                  <c:v>Q3 2022</c:v>
                </c:pt>
                <c:pt idx="23">
                  <c:v>Q4 2022</c:v>
                </c:pt>
                <c:pt idx="24">
                  <c:v>Q1 2023</c:v>
                </c:pt>
                <c:pt idx="25">
                  <c:v>Q2 2023</c:v>
                </c:pt>
                <c:pt idx="26">
                  <c:v>Q3 2023</c:v>
                </c:pt>
                <c:pt idx="27">
                  <c:v>Q4 2023</c:v>
                </c:pt>
                <c:pt idx="28">
                  <c:v>Q1 2024</c:v>
                </c:pt>
                <c:pt idx="29">
                  <c:v>Q2 2024</c:v>
                </c:pt>
              </c:strCache>
            </c:strRef>
          </c:cat>
          <c:val>
            <c:numRef>
              <c:f>Sheet1!$G$2:$G$31</c:f>
              <c:numCache>
                <c:ptCount val="30"/>
                <c:pt idx="0">
                  <c:v>0.698</c:v>
                </c:pt>
                <c:pt idx="1">
                  <c:v>0.7006</c:v>
                </c:pt>
                <c:pt idx="2">
                  <c:v>0.7027</c:v>
                </c:pt>
                <c:pt idx="3">
                  <c:v>0.7029</c:v>
                </c:pt>
                <c:pt idx="4">
                  <c:v>0.7049</c:v>
                </c:pt>
                <c:pt idx="5">
                  <c:v>0.7065</c:v>
                </c:pt>
                <c:pt idx="6">
                  <c:v>0.7073</c:v>
                </c:pt>
                <c:pt idx="7">
                  <c:v>0.7098</c:v>
                </c:pt>
                <c:pt idx="8">
                  <c:v>0.7106</c:v>
                </c:pt>
                <c:pt idx="9">
                  <c:v>0.7118</c:v>
                </c:pt>
                <c:pt idx="10">
                  <c:v>0.7146</c:v>
                </c:pt>
                <c:pt idx="11">
                  <c:v>0.717</c:v>
                </c:pt>
                <c:pt idx="12">
                  <c:v>0.7137</c:v>
                </c:pt>
                <c:pt idx="13">
                  <c:v>0.624</c:v>
                </c:pt>
                <c:pt idx="14">
                  <c:v>0.6638</c:v>
                </c:pt>
                <c:pt idx="15">
                  <c:v>0.6789</c:v>
                </c:pt>
                <c:pt idx="16">
                  <c:v>0.6842</c:v>
                </c:pt>
                <c:pt idx="17">
                  <c:v>0.6891</c:v>
                </c:pt>
                <c:pt idx="18">
                  <c:v>0.6975</c:v>
                </c:pt>
                <c:pt idx="19">
                  <c:v>0.7056</c:v>
                </c:pt>
                <c:pt idx="20">
                  <c:v>0.7096</c:v>
                </c:pt>
                <c:pt idx="21">
                  <c:v>0.7127</c:v>
                </c:pt>
                <c:pt idx="22">
                  <c:v>0.714</c:v>
                </c:pt>
                <c:pt idx="23">
                  <c:v>0.7141</c:v>
                </c:pt>
                <c:pt idx="24">
                  <c:v>0.7178</c:v>
                </c:pt>
                <c:pt idx="25">
                  <c:v>0.7196</c:v>
                </c:pt>
                <c:pt idx="26">
                  <c:v>0.7201</c:v>
                </c:pt>
                <c:pt idx="27">
                  <c:v>0.7197</c:v>
                </c:pt>
                <c:pt idx="28">
                  <c:v>0.7198</c:v>
                </c:pt>
                <c:pt idx="29">
                  <c:v>0.719</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6"/>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Employment rate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Canada</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Sheet1!$A$2:$A$15</c:f>
              <c:numCache>
                <c:formatCode>General</c:formatCode>
                <c:ptCount val="14"/>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numCache>
            </c:numRef>
          </c:cat>
          <c:val>
            <c:numRef>
              <c:f>Sheet1!$B$2:$B$15</c:f>
              <c:numCache>
                <c:ptCount val="14"/>
                <c:pt idx="0">
                  <c:v>57084</c:v>
                </c:pt>
                <c:pt idx="1">
                  <c:v>57771</c:v>
                </c:pt>
                <c:pt idx="2">
                  <c:v>58456</c:v>
                </c:pt>
                <c:pt idx="3">
                  <c:v>59075</c:v>
                </c:pt>
                <c:pt idx="4">
                  <c:v>59847</c:v>
                </c:pt>
                <c:pt idx="5">
                  <c:v>60287</c:v>
                </c:pt>
                <c:pt idx="6">
                  <c:v>59144</c:v>
                </c:pt>
                <c:pt idx="7">
                  <c:v>59985</c:v>
                </c:pt>
                <c:pt idx="8">
                  <c:v>60827</c:v>
                </c:pt>
                <c:pt idx="9">
                  <c:v>61196</c:v>
                </c:pt>
                <c:pt idx="10">
                  <c:v>63712</c:v>
                </c:pt>
                <c:pt idx="11">
                  <c:v>64013</c:v>
                </c:pt>
                <c:pt idx="12">
                  <c:v>63259</c:v>
                </c:pt>
                <c:pt idx="13">
                  <c:v>63398</c:v>
                </c:pt>
              </c:numCache>
            </c:numRef>
          </c:val>
          <c:smooth val="0"/>
        </c:ser>
        <c:ser>
          <c:idx val="1"/>
          <c:order val="1"/>
          <c:tx>
            <c:strRef>
              <c:f>Sheet1!$C$1</c:f>
              <c:strCache>
                <c:ptCount val="1"/>
                <c:pt idx="0">
                  <c:v>France</c:v>
                </c:pt>
              </c:strCache>
            </c:strRef>
          </c:tx>
          <c:spPr>
            <a:ln>
              <a:solidFill>
                <a:srgbClr val="0F283E"/>
              </a:solidFill>
            </a:ln>
          </c:spPr>
          <c:marker>
            <c:symbol val="circle"/>
            <c:spPr>
              <a:solidFill>
                <a:srgbClr val="0F283E"/>
              </a:solidFill>
              <a:ln>
                <a:solidFill>
                  <a:srgbClr val="0F283E"/>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Sheet1!$A$2:$A$15</c:f>
              <c:numCache>
                <c:formatCode>General</c:formatCode>
                <c:ptCount val="14"/>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numCache>
            </c:numRef>
          </c:cat>
          <c:val>
            <c:numRef>
              <c:f>Sheet1!$C$2:$C$15</c:f>
              <c:numCache>
                <c:ptCount val="14"/>
                <c:pt idx="0">
                  <c:v>53577</c:v>
                </c:pt>
                <c:pt idx="1">
                  <c:v>53481</c:v>
                </c:pt>
                <c:pt idx="2">
                  <c:v>53827</c:v>
                </c:pt>
                <c:pt idx="3">
                  <c:v>54281</c:v>
                </c:pt>
                <c:pt idx="4">
                  <c:v>54654</c:v>
                </c:pt>
                <c:pt idx="5">
                  <c:v>55176</c:v>
                </c:pt>
                <c:pt idx="6">
                  <c:v>55814</c:v>
                </c:pt>
                <c:pt idx="7">
                  <c:v>56588</c:v>
                </c:pt>
                <c:pt idx="8">
                  <c:v>56515</c:v>
                </c:pt>
                <c:pt idx="9">
                  <c:v>57061</c:v>
                </c:pt>
                <c:pt idx="10">
                  <c:v>54247</c:v>
                </c:pt>
                <c:pt idx="11">
                  <c:v>56385</c:v>
                </c:pt>
                <c:pt idx="12">
                  <c:v>56622</c:v>
                </c:pt>
                <c:pt idx="13">
                  <c:v>55680</c:v>
                </c:pt>
              </c:numCache>
            </c:numRef>
          </c:val>
          <c:smooth val="0"/>
        </c:ser>
        <c:ser>
          <c:idx val="2"/>
          <c:order val="2"/>
          <c:tx>
            <c:strRef>
              <c:f>Sheet1!$D$1</c:f>
              <c:strCache>
                <c:ptCount val="1"/>
                <c:pt idx="0">
                  <c:v>Germany</c:v>
                </c:pt>
              </c:strCache>
            </c:strRef>
          </c:tx>
          <c:spPr>
            <a:ln>
              <a:solidFill>
                <a:srgbClr val="BABABA"/>
              </a:solidFill>
            </a:ln>
          </c:spPr>
          <c:marker>
            <c:symbol val="circle"/>
            <c:spPr>
              <a:solidFill>
                <a:srgbClr val="BABABA"/>
              </a:solidFill>
              <a:ln>
                <a:solidFill>
                  <a:srgbClr val="BABABA"/>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Sheet1!$A$2:$A$15</c:f>
              <c:numCache>
                <c:formatCode>General</c:formatCode>
                <c:ptCount val="14"/>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numCache>
            </c:numRef>
          </c:cat>
          <c:val>
            <c:numRef>
              <c:f>Sheet1!$D$2:$D$15</c:f>
              <c:numCache>
                <c:ptCount val="14"/>
                <c:pt idx="0">
                  <c:v>56096</c:v>
                </c:pt>
                <c:pt idx="1">
                  <c:v>57228</c:v>
                </c:pt>
                <c:pt idx="2">
                  <c:v>57991</c:v>
                </c:pt>
                <c:pt idx="3">
                  <c:v>58537</c:v>
                </c:pt>
                <c:pt idx="4">
                  <c:v>59519</c:v>
                </c:pt>
                <c:pt idx="5">
                  <c:v>60887</c:v>
                </c:pt>
                <c:pt idx="6">
                  <c:v>61820</c:v>
                </c:pt>
                <c:pt idx="7">
                  <c:v>62471</c:v>
                </c:pt>
                <c:pt idx="8">
                  <c:v>63345</c:v>
                </c:pt>
                <c:pt idx="9">
                  <c:v>64404</c:v>
                </c:pt>
                <c:pt idx="10">
                  <c:v>63886</c:v>
                </c:pt>
                <c:pt idx="11">
                  <c:v>64040</c:v>
                </c:pt>
                <c:pt idx="12">
                  <c:v>62570</c:v>
                </c:pt>
                <c:pt idx="13">
                  <c:v>62473</c:v>
                </c:pt>
              </c:numCache>
            </c:numRef>
          </c:val>
          <c:smooth val="0"/>
        </c:ser>
        <c:ser>
          <c:idx val="3"/>
          <c:order val="3"/>
          <c:tx>
            <c:strRef>
              <c:f>Sheet1!$E$1</c:f>
              <c:strCache>
                <c:ptCount val="1"/>
                <c:pt idx="0">
                  <c:v>Italy</c:v>
                </c:pt>
              </c:strCache>
            </c:strRef>
          </c:tx>
          <c:spPr>
            <a:ln>
              <a:solidFill>
                <a:srgbClr val="A60B0B"/>
              </a:solidFill>
            </a:ln>
          </c:spPr>
          <c:marker>
            <c:symbol val="circle"/>
            <c:spPr>
              <a:solidFill>
                <a:srgbClr val="A60B0B"/>
              </a:solidFill>
              <a:ln>
                <a:solidFill>
                  <a:srgbClr val="A60B0B"/>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Sheet1!$A$2:$A$15</c:f>
              <c:numCache>
                <c:formatCode>General</c:formatCode>
                <c:ptCount val="14"/>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numCache>
            </c:numRef>
          </c:cat>
          <c:val>
            <c:numRef>
              <c:f>Sheet1!$E$2:$E$15</c:f>
              <c:numCache>
                <c:ptCount val="14"/>
                <c:pt idx="0">
                  <c:v>50001</c:v>
                </c:pt>
                <c:pt idx="1">
                  <c:v>49203</c:v>
                </c:pt>
                <c:pt idx="2">
                  <c:v>47643</c:v>
                </c:pt>
                <c:pt idx="3">
                  <c:v>47797</c:v>
                </c:pt>
                <c:pt idx="4">
                  <c:v>47984</c:v>
                </c:pt>
                <c:pt idx="5">
                  <c:v>48400</c:v>
                </c:pt>
                <c:pt idx="6">
                  <c:v>48787</c:v>
                </c:pt>
                <c:pt idx="7">
                  <c:v>48474</c:v>
                </c:pt>
                <c:pt idx="8">
                  <c:v>48529</c:v>
                </c:pt>
                <c:pt idx="9">
                  <c:v>48770</c:v>
                </c:pt>
                <c:pt idx="10">
                  <c:v>46443</c:v>
                </c:pt>
                <c:pt idx="11">
                  <c:v>48538</c:v>
                </c:pt>
                <c:pt idx="12">
                  <c:v>47294</c:v>
                </c:pt>
                <c:pt idx="13">
                  <c:v>45987</c:v>
                </c:pt>
              </c:numCache>
            </c:numRef>
          </c:val>
          <c:smooth val="0"/>
        </c:ser>
        <c:ser>
          <c:idx val="4"/>
          <c:order val="4"/>
          <c:tx>
            <c:strRef>
              <c:f>Sheet1!$F$1</c:f>
              <c:strCache>
                <c:ptCount val="1"/>
                <c:pt idx="0">
                  <c:v>Japan</c:v>
                </c:pt>
              </c:strCache>
            </c:strRef>
          </c:tx>
          <c:spPr>
            <a:ln>
              <a:solidFill>
                <a:srgbClr val="87BC24"/>
              </a:solidFill>
            </a:ln>
          </c:spPr>
          <c:marker>
            <c:symbol val="circle"/>
            <c:spPr>
              <a:solidFill>
                <a:srgbClr val="87BC24"/>
              </a:solidFill>
              <a:ln>
                <a:solidFill>
                  <a:srgbClr val="87BC24"/>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Sheet1!$A$2:$A$15</c:f>
              <c:numCache>
                <c:formatCode>General</c:formatCode>
                <c:ptCount val="14"/>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numCache>
            </c:numRef>
          </c:cat>
          <c:val>
            <c:numRef>
              <c:f>Sheet1!$F$2:$F$15</c:f>
              <c:numCache>
                <c:ptCount val="14"/>
                <c:pt idx="0">
                  <c:v>42617</c:v>
                </c:pt>
                <c:pt idx="1">
                  <c:v>43300</c:v>
                </c:pt>
                <c:pt idx="2">
                  <c:v>42580</c:v>
                </c:pt>
                <c:pt idx="3">
                  <c:v>42613</c:v>
                </c:pt>
                <c:pt idx="4">
                  <c:v>41846</c:v>
                </c:pt>
                <c:pt idx="5">
                  <c:v>41642</c:v>
                </c:pt>
                <c:pt idx="6">
                  <c:v>42212</c:v>
                </c:pt>
                <c:pt idx="7">
                  <c:v>42317</c:v>
                </c:pt>
                <c:pt idx="8">
                  <c:v>42797</c:v>
                </c:pt>
                <c:pt idx="9">
                  <c:v>43346</c:v>
                </c:pt>
                <c:pt idx="10">
                  <c:v>43079</c:v>
                </c:pt>
                <c:pt idx="11">
                  <c:v>43689</c:v>
                </c:pt>
                <c:pt idx="12">
                  <c:v>43228</c:v>
                </c:pt>
                <c:pt idx="13">
                  <c:v>42118</c:v>
                </c:pt>
              </c:numCache>
            </c:numRef>
          </c:val>
          <c:smooth val="0"/>
        </c:ser>
        <c:ser>
          <c:idx val="5"/>
          <c:order val="5"/>
          <c:tx>
            <c:strRef>
              <c:f>Sheet1!$G$1</c:f>
              <c:strCache>
                <c:ptCount val="1"/>
                <c:pt idx="0">
                  <c:v>United Kingdom</c:v>
                </c:pt>
              </c:strCache>
            </c:strRef>
          </c:tx>
          <c:spPr>
            <a:ln>
              <a:solidFill>
                <a:srgbClr val="EBB523"/>
              </a:solidFill>
            </a:ln>
          </c:spPr>
          <c:marker>
            <c:symbol val="circle"/>
            <c:spPr>
              <a:solidFill>
                <a:srgbClr val="EBB523"/>
              </a:solidFill>
              <a:ln>
                <a:solidFill>
                  <a:srgbClr val="EBB523"/>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Sheet1!$A$2:$A$15</c:f>
              <c:numCache>
                <c:formatCode>General</c:formatCode>
                <c:ptCount val="14"/>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numCache>
            </c:numRef>
          </c:cat>
          <c:val>
            <c:numRef>
              <c:f>Sheet1!$G$2:$G$15</c:f>
              <c:numCache>
                <c:ptCount val="14"/>
                <c:pt idx="0">
                  <c:v>53791</c:v>
                </c:pt>
                <c:pt idx="1">
                  <c:v>52810</c:v>
                </c:pt>
                <c:pt idx="2">
                  <c:v>52396</c:v>
                </c:pt>
                <c:pt idx="3">
                  <c:v>52845</c:v>
                </c:pt>
                <c:pt idx="4">
                  <c:v>53010</c:v>
                </c:pt>
                <c:pt idx="5">
                  <c:v>53737</c:v>
                </c:pt>
                <c:pt idx="6">
                  <c:v>54374</c:v>
                </c:pt>
                <c:pt idx="7">
                  <c:v>54737</c:v>
                </c:pt>
                <c:pt idx="8">
                  <c:v>54925</c:v>
                </c:pt>
                <c:pt idx="9">
                  <c:v>55560</c:v>
                </c:pt>
                <c:pt idx="10">
                  <c:v>54852</c:v>
                </c:pt>
                <c:pt idx="11">
                  <c:v>55866</c:v>
                </c:pt>
                <c:pt idx="12">
                  <c:v>54891</c:v>
                </c:pt>
                <c:pt idx="13">
                  <c:v>55173</c:v>
                </c:pt>
              </c:numCache>
            </c:numRef>
          </c:val>
          <c:smooth val="0"/>
        </c:ser>
        <c:ser>
          <c:idx val="6"/>
          <c:order val="6"/>
          <c:tx>
            <c:strRef>
              <c:f>Sheet1!$H$1</c:f>
              <c:strCache>
                <c:ptCount val="1"/>
                <c:pt idx="0">
                  <c:v>United States</c:v>
                </c:pt>
              </c:strCache>
            </c:strRef>
          </c:tx>
          <c:spPr>
            <a:ln>
              <a:solidFill>
                <a:srgbClr val="5D2B76"/>
              </a:solidFill>
            </a:ln>
          </c:spPr>
          <c:marker>
            <c:symbol val="circle"/>
            <c:spPr>
              <a:solidFill>
                <a:srgbClr val="5D2B76"/>
              </a:solidFill>
              <a:ln>
                <a:solidFill>
                  <a:srgbClr val="5D2B76"/>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Sheet1!$A$2:$A$15</c:f>
              <c:numCache>
                <c:formatCode>General</c:formatCode>
                <c:ptCount val="14"/>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numCache>
            </c:numRef>
          </c:cat>
          <c:val>
            <c:numRef>
              <c:f>Sheet1!$H$2:$H$15</c:f>
              <c:numCache>
                <c:ptCount val="14"/>
                <c:pt idx="0">
                  <c:v>67217</c:v>
                </c:pt>
                <c:pt idx="1">
                  <c:v>67307</c:v>
                </c:pt>
                <c:pt idx="2">
                  <c:v>67882</c:v>
                </c:pt>
                <c:pt idx="3">
                  <c:v>67582</c:v>
                </c:pt>
                <c:pt idx="4">
                  <c:v>68644</c:v>
                </c:pt>
                <c:pt idx="5">
                  <c:v>70402</c:v>
                </c:pt>
                <c:pt idx="6">
                  <c:v>70521</c:v>
                </c:pt>
                <c:pt idx="7">
                  <c:v>71291</c:v>
                </c:pt>
                <c:pt idx="8">
                  <c:v>72132</c:v>
                </c:pt>
                <c:pt idx="9">
                  <c:v>73430</c:v>
                </c:pt>
                <c:pt idx="10">
                  <c:v>77890</c:v>
                </c:pt>
                <c:pt idx="11">
                  <c:v>79233</c:v>
                </c:pt>
                <c:pt idx="12">
                  <c:v>77001</c:v>
                </c:pt>
                <c:pt idx="13">
                  <c:v>77226</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3500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Average annual wage in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Japan</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Sheet1!$A$2:$A$61</c:f>
              <c:strCache>
                <c:ptCount val="60"/>
                <c:pt idx="0">
                  <c:v>Jan 2020</c:v>
                </c:pt>
                <c:pt idx="1">
                  <c:v>Feb 2020</c:v>
                </c:pt>
                <c:pt idx="2">
                  <c:v>Mar 2020</c:v>
                </c:pt>
                <c:pt idx="3">
                  <c:v>Apr 2020</c:v>
                </c:pt>
                <c:pt idx="4">
                  <c:v>May 2020</c:v>
                </c:pt>
                <c:pt idx="5">
                  <c:v>Jun 2020</c:v>
                </c:pt>
                <c:pt idx="6">
                  <c:v>Jul 2020</c:v>
                </c:pt>
                <c:pt idx="7">
                  <c:v>Aug 2020</c:v>
                </c:pt>
                <c:pt idx="8">
                  <c:v>Sep 2020</c:v>
                </c:pt>
                <c:pt idx="9">
                  <c:v>Oct 2020</c:v>
                </c:pt>
                <c:pt idx="10">
                  <c:v>Nov 2020</c:v>
                </c:pt>
                <c:pt idx="11">
                  <c:v>Dec 2020</c:v>
                </c:pt>
                <c:pt idx="12">
                  <c:v>Jan 2021</c:v>
                </c:pt>
                <c:pt idx="13">
                  <c:v>Feb 2021</c:v>
                </c:pt>
                <c:pt idx="14">
                  <c:v>Mar 2021</c:v>
                </c:pt>
                <c:pt idx="15">
                  <c:v>Apr 2021</c:v>
                </c:pt>
                <c:pt idx="16">
                  <c:v>May 2021</c:v>
                </c:pt>
                <c:pt idx="17">
                  <c:v>Jun 2021</c:v>
                </c:pt>
                <c:pt idx="18">
                  <c:v>Jul 2021</c:v>
                </c:pt>
                <c:pt idx="19">
                  <c:v>Aug 2021</c:v>
                </c:pt>
                <c:pt idx="20">
                  <c:v>Sep 2021</c:v>
                </c:pt>
                <c:pt idx="21">
                  <c:v>Oct 2021</c:v>
                </c:pt>
                <c:pt idx="22">
                  <c:v>Nov 2021</c:v>
                </c:pt>
                <c:pt idx="23">
                  <c:v>Dec 2021</c:v>
                </c:pt>
                <c:pt idx="24">
                  <c:v>Jan 2022</c:v>
                </c:pt>
                <c:pt idx="25">
                  <c:v>Feb 2022</c:v>
                </c:pt>
                <c:pt idx="26">
                  <c:v>Mar 2022</c:v>
                </c:pt>
                <c:pt idx="27">
                  <c:v>Apr 2022</c:v>
                </c:pt>
                <c:pt idx="28">
                  <c:v>May 2022</c:v>
                </c:pt>
                <c:pt idx="29">
                  <c:v>Jun 2022</c:v>
                </c:pt>
                <c:pt idx="30">
                  <c:v>Jul 2022</c:v>
                </c:pt>
                <c:pt idx="31">
                  <c:v>Aug 2022</c:v>
                </c:pt>
                <c:pt idx="32">
                  <c:v>Sep 2022</c:v>
                </c:pt>
                <c:pt idx="33">
                  <c:v>Oct 2022</c:v>
                </c:pt>
                <c:pt idx="34">
                  <c:v>Nov 2022</c:v>
                </c:pt>
                <c:pt idx="35">
                  <c:v>Dec 2022</c:v>
                </c:pt>
                <c:pt idx="36">
                  <c:v>Jan 2023</c:v>
                </c:pt>
                <c:pt idx="37">
                  <c:v>Feb 2023</c:v>
                </c:pt>
                <c:pt idx="38">
                  <c:v>Mar 2023</c:v>
                </c:pt>
                <c:pt idx="39">
                  <c:v>Apr 2023</c:v>
                </c:pt>
                <c:pt idx="40">
                  <c:v>May 2023</c:v>
                </c:pt>
                <c:pt idx="41">
                  <c:v>Jun 2023</c:v>
                </c:pt>
                <c:pt idx="42">
                  <c:v>Jul 2023</c:v>
                </c:pt>
                <c:pt idx="43">
                  <c:v>Aug 2023</c:v>
                </c:pt>
                <c:pt idx="44">
                  <c:v>Sep 2023</c:v>
                </c:pt>
                <c:pt idx="45">
                  <c:v>Oct 2023</c:v>
                </c:pt>
                <c:pt idx="46">
                  <c:v>Nov 2023</c:v>
                </c:pt>
                <c:pt idx="47">
                  <c:v>Dec 2023</c:v>
                </c:pt>
                <c:pt idx="48">
                  <c:v>Jan 2024</c:v>
                </c:pt>
                <c:pt idx="49">
                  <c:v>Feb 2024</c:v>
                </c:pt>
                <c:pt idx="50">
                  <c:v>Mar 2024</c:v>
                </c:pt>
                <c:pt idx="51">
                  <c:v>Apr 2024</c:v>
                </c:pt>
                <c:pt idx="52">
                  <c:v>May 2024</c:v>
                </c:pt>
                <c:pt idx="53">
                  <c:v>Jun 2024</c:v>
                </c:pt>
                <c:pt idx="54">
                  <c:v>Jul 2024</c:v>
                </c:pt>
                <c:pt idx="55">
                  <c:v>Jan 2025</c:v>
                </c:pt>
                <c:pt idx="56">
                  <c:v>Feb 2025</c:v>
                </c:pt>
                <c:pt idx="57">
                  <c:v>Mar 2025</c:v>
                </c:pt>
                <c:pt idx="58">
                  <c:v>Apr 2025</c:v>
                </c:pt>
                <c:pt idx="59">
                  <c:v>May 2025</c:v>
                </c:pt>
              </c:strCache>
            </c:strRef>
          </c:cat>
          <c:val>
            <c:numRef>
              <c:f>Sheet1!$B$2:$B$61</c:f>
              <c:numCache>
                <c:ptCount val="60"/>
                <c:pt idx="0">
                  <c:v>0.01</c:v>
                </c:pt>
                <c:pt idx="1">
                  <c:v>0.007</c:v>
                </c:pt>
                <c:pt idx="2">
                  <c:v>0.001</c:v>
                </c:pt>
                <c:pt idx="3">
                  <c:v>-0.007</c:v>
                </c:pt>
                <c:pt idx="4">
                  <c:v>-0.023</c:v>
                </c:pt>
                <c:pt idx="5">
                  <c:v>-0.02</c:v>
                </c:pt>
                <c:pt idx="6">
                  <c:v>-0.013</c:v>
                </c:pt>
                <c:pt idx="7">
                  <c:v>-0.013</c:v>
                </c:pt>
                <c:pt idx="8">
                  <c:v>-0.009</c:v>
                </c:pt>
                <c:pt idx="9">
                  <c:v>-0.007</c:v>
                </c:pt>
                <c:pt idx="10">
                  <c:v>-0.018</c:v>
                </c:pt>
                <c:pt idx="11">
                  <c:v>-0.032</c:v>
                </c:pt>
                <c:pt idx="12">
                  <c:v>-0.013</c:v>
                </c:pt>
                <c:pt idx="13">
                  <c:v>-0.004</c:v>
                </c:pt>
                <c:pt idx="14">
                  <c:v>0.006</c:v>
                </c:pt>
                <c:pt idx="15">
                  <c:v>0.014</c:v>
                </c:pt>
                <c:pt idx="16">
                  <c:v>0.019</c:v>
                </c:pt>
                <c:pt idx="17">
                  <c:v>0.001</c:v>
                </c:pt>
                <c:pt idx="18">
                  <c:v>0.006</c:v>
                </c:pt>
                <c:pt idx="19">
                  <c:v>0.006</c:v>
                </c:pt>
                <c:pt idx="20">
                  <c:v>0.002</c:v>
                </c:pt>
                <c:pt idx="21">
                  <c:v>0.002</c:v>
                </c:pt>
                <c:pt idx="22">
                  <c:v>0.008</c:v>
                </c:pt>
                <c:pt idx="23">
                  <c:v>-0.004</c:v>
                </c:pt>
                <c:pt idx="24">
                  <c:v>0.009</c:v>
                </c:pt>
                <c:pt idx="25">
                  <c:v>0.012</c:v>
                </c:pt>
                <c:pt idx="26">
                  <c:v>0.012</c:v>
                </c:pt>
                <c:pt idx="27">
                  <c:v>0.017</c:v>
                </c:pt>
                <c:pt idx="28">
                  <c:v>0.01</c:v>
                </c:pt>
                <c:pt idx="29">
                  <c:v>0.02</c:v>
                </c:pt>
                <c:pt idx="30">
                  <c:v>0.018</c:v>
                </c:pt>
                <c:pt idx="31">
                  <c:v>0.017</c:v>
                </c:pt>
                <c:pt idx="32">
                  <c:v>0.021</c:v>
                </c:pt>
                <c:pt idx="33">
                  <c:v>0.014</c:v>
                </c:pt>
                <c:pt idx="34">
                  <c:v>0.019</c:v>
                </c:pt>
                <c:pt idx="35">
                  <c:v>0.041</c:v>
                </c:pt>
                <c:pt idx="36">
                  <c:v>0.008</c:v>
                </c:pt>
                <c:pt idx="37">
                  <c:v>0.008</c:v>
                </c:pt>
                <c:pt idx="38">
                  <c:v>0.013</c:v>
                </c:pt>
                <c:pt idx="39">
                  <c:v>0.008</c:v>
                </c:pt>
                <c:pt idx="40">
                  <c:v>0.029</c:v>
                </c:pt>
                <c:pt idx="41">
                  <c:v>0.023</c:v>
                </c:pt>
                <c:pt idx="42">
                  <c:v>0.011</c:v>
                </c:pt>
                <c:pt idx="43">
                  <c:v>0.008</c:v>
                </c:pt>
                <c:pt idx="44">
                  <c:v>0.006</c:v>
                </c:pt>
                <c:pt idx="45">
                  <c:v>0.015</c:v>
                </c:pt>
                <c:pt idx="46">
                  <c:v>0.007</c:v>
                </c:pt>
                <c:pt idx="47">
                  <c:v>0.008</c:v>
                </c:pt>
                <c:pt idx="48">
                  <c:v>0.02</c:v>
                </c:pt>
                <c:pt idx="49">
                  <c:v>0.014</c:v>
                </c:pt>
                <c:pt idx="50">
                  <c:v>0.01</c:v>
                </c:pt>
                <c:pt idx="51">
                  <c:v>0.016</c:v>
                </c:pt>
                <c:pt idx="52">
                  <c:v>0.02</c:v>
                </c:pt>
                <c:pt idx="53">
                  <c:v>0.045</c:v>
                </c:pt>
                <c:pt idx="54">
                  <c:v>0.036</c:v>
                </c:pt>
                <c:pt idx="55">
                  <c:v>0.018</c:v>
                </c:pt>
                <c:pt idx="56">
                  <c:v>0.027</c:v>
                </c:pt>
                <c:pt idx="57">
                  <c:v>0.023</c:v>
                </c:pt>
                <c:pt idx="58">
                  <c:v>0.02</c:v>
                </c:pt>
                <c:pt idx="59">
                  <c:v>0.014</c:v>
                </c:pt>
              </c:numCache>
            </c:numRef>
          </c:val>
          <c:smooth val="0"/>
        </c:ser>
        <c:ser>
          <c:idx val="1"/>
          <c:order val="1"/>
          <c:tx>
            <c:strRef>
              <c:f>Sheet1!$C$1</c:f>
              <c:strCache>
                <c:ptCount val="1"/>
                <c:pt idx="0">
                  <c:v>United Kingdom</c:v>
                </c:pt>
              </c:strCache>
            </c:strRef>
          </c:tx>
          <c:spPr>
            <a:ln>
              <a:solidFill>
                <a:srgbClr val="0F283E"/>
              </a:solidFill>
            </a:ln>
          </c:spPr>
          <c:marker>
            <c:symbol val="circle"/>
            <c:spPr>
              <a:solidFill>
                <a:srgbClr val="0F283E"/>
              </a:solidFill>
              <a:ln>
                <a:solidFill>
                  <a:srgbClr val="0F283E"/>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Sheet1!$A$2:$A$61</c:f>
              <c:strCache>
                <c:ptCount val="60"/>
                <c:pt idx="0">
                  <c:v>Jan 2020</c:v>
                </c:pt>
                <c:pt idx="1">
                  <c:v>Feb 2020</c:v>
                </c:pt>
                <c:pt idx="2">
                  <c:v>Mar 2020</c:v>
                </c:pt>
                <c:pt idx="3">
                  <c:v>Apr 2020</c:v>
                </c:pt>
                <c:pt idx="4">
                  <c:v>May 2020</c:v>
                </c:pt>
                <c:pt idx="5">
                  <c:v>Jun 2020</c:v>
                </c:pt>
                <c:pt idx="6">
                  <c:v>Jul 2020</c:v>
                </c:pt>
                <c:pt idx="7">
                  <c:v>Aug 2020</c:v>
                </c:pt>
                <c:pt idx="8">
                  <c:v>Sep 2020</c:v>
                </c:pt>
                <c:pt idx="9">
                  <c:v>Oct 2020</c:v>
                </c:pt>
                <c:pt idx="10">
                  <c:v>Nov 2020</c:v>
                </c:pt>
                <c:pt idx="11">
                  <c:v>Dec 2020</c:v>
                </c:pt>
                <c:pt idx="12">
                  <c:v>Jan 2021</c:v>
                </c:pt>
                <c:pt idx="13">
                  <c:v>Feb 2021</c:v>
                </c:pt>
                <c:pt idx="14">
                  <c:v>Mar 2021</c:v>
                </c:pt>
                <c:pt idx="15">
                  <c:v>Apr 2021</c:v>
                </c:pt>
                <c:pt idx="16">
                  <c:v>May 2021</c:v>
                </c:pt>
                <c:pt idx="17">
                  <c:v>Jun 2021</c:v>
                </c:pt>
                <c:pt idx="18">
                  <c:v>Jul 2021</c:v>
                </c:pt>
                <c:pt idx="19">
                  <c:v>Aug 2021</c:v>
                </c:pt>
                <c:pt idx="20">
                  <c:v>Sep 2021</c:v>
                </c:pt>
                <c:pt idx="21">
                  <c:v>Oct 2021</c:v>
                </c:pt>
                <c:pt idx="22">
                  <c:v>Nov 2021</c:v>
                </c:pt>
                <c:pt idx="23">
                  <c:v>Dec 2021</c:v>
                </c:pt>
                <c:pt idx="24">
                  <c:v>Jan 2022</c:v>
                </c:pt>
                <c:pt idx="25">
                  <c:v>Feb 2022</c:v>
                </c:pt>
                <c:pt idx="26">
                  <c:v>Mar 2022</c:v>
                </c:pt>
                <c:pt idx="27">
                  <c:v>Apr 2022</c:v>
                </c:pt>
                <c:pt idx="28">
                  <c:v>May 2022</c:v>
                </c:pt>
                <c:pt idx="29">
                  <c:v>Jun 2022</c:v>
                </c:pt>
                <c:pt idx="30">
                  <c:v>Jul 2022</c:v>
                </c:pt>
                <c:pt idx="31">
                  <c:v>Aug 2022</c:v>
                </c:pt>
                <c:pt idx="32">
                  <c:v>Sep 2022</c:v>
                </c:pt>
                <c:pt idx="33">
                  <c:v>Oct 2022</c:v>
                </c:pt>
                <c:pt idx="34">
                  <c:v>Nov 2022</c:v>
                </c:pt>
                <c:pt idx="35">
                  <c:v>Dec 2022</c:v>
                </c:pt>
                <c:pt idx="36">
                  <c:v>Jan 2023</c:v>
                </c:pt>
                <c:pt idx="37">
                  <c:v>Feb 2023</c:v>
                </c:pt>
                <c:pt idx="38">
                  <c:v>Mar 2023</c:v>
                </c:pt>
                <c:pt idx="39">
                  <c:v>Apr 2023</c:v>
                </c:pt>
                <c:pt idx="40">
                  <c:v>May 2023</c:v>
                </c:pt>
                <c:pt idx="41">
                  <c:v>Jun 2023</c:v>
                </c:pt>
                <c:pt idx="42">
                  <c:v>Jul 2023</c:v>
                </c:pt>
                <c:pt idx="43">
                  <c:v>Aug 2023</c:v>
                </c:pt>
                <c:pt idx="44">
                  <c:v>Sep 2023</c:v>
                </c:pt>
                <c:pt idx="45">
                  <c:v>Oct 2023</c:v>
                </c:pt>
                <c:pt idx="46">
                  <c:v>Nov 2023</c:v>
                </c:pt>
                <c:pt idx="47">
                  <c:v>Dec 2023</c:v>
                </c:pt>
                <c:pt idx="48">
                  <c:v>Jan 2024</c:v>
                </c:pt>
                <c:pt idx="49">
                  <c:v>Feb 2024</c:v>
                </c:pt>
                <c:pt idx="50">
                  <c:v>Mar 2024</c:v>
                </c:pt>
                <c:pt idx="51">
                  <c:v>Apr 2024</c:v>
                </c:pt>
                <c:pt idx="52">
                  <c:v>May 2024</c:v>
                </c:pt>
                <c:pt idx="53">
                  <c:v>Jun 2024</c:v>
                </c:pt>
                <c:pt idx="54">
                  <c:v>Jul 2024</c:v>
                </c:pt>
                <c:pt idx="55">
                  <c:v>Jan 2025</c:v>
                </c:pt>
                <c:pt idx="56">
                  <c:v>Feb 2025</c:v>
                </c:pt>
                <c:pt idx="57">
                  <c:v>Mar 2025</c:v>
                </c:pt>
                <c:pt idx="58">
                  <c:v>Apr 2025</c:v>
                </c:pt>
                <c:pt idx="59">
                  <c:v>May 2025</c:v>
                </c:pt>
              </c:strCache>
            </c:strRef>
          </c:cat>
          <c:val>
            <c:numRef>
              <c:f>Sheet1!$C$2:$C$61</c:f>
              <c:numCache>
                <c:ptCount val="60"/>
                <c:pt idx="0">
                  <c:v>0.031</c:v>
                </c:pt>
                <c:pt idx="1">
                  <c:v>0.029</c:v>
                </c:pt>
                <c:pt idx="2">
                  <c:v>0.023</c:v>
                </c:pt>
                <c:pt idx="3">
                  <c:v>0.01</c:v>
                </c:pt>
                <c:pt idx="4">
                  <c:v>-0.003</c:v>
                </c:pt>
                <c:pt idx="5">
                  <c:v>-0.012</c:v>
                </c:pt>
                <c:pt idx="6">
                  <c:v>-0.01</c:v>
                </c:pt>
                <c:pt idx="7">
                  <c:v>0.001</c:v>
                </c:pt>
                <c:pt idx="8">
                  <c:v>0.014</c:v>
                </c:pt>
                <c:pt idx="9">
                  <c:v>0.028</c:v>
                </c:pt>
                <c:pt idx="10">
                  <c:v>0.037</c:v>
                </c:pt>
                <c:pt idx="11">
                  <c:v>0.047</c:v>
                </c:pt>
                <c:pt idx="12">
                  <c:v>0.048</c:v>
                </c:pt>
                <c:pt idx="13">
                  <c:v>0.045</c:v>
                </c:pt>
                <c:pt idx="14">
                  <c:v>0.043</c:v>
                </c:pt>
                <c:pt idx="15">
                  <c:v>0.058</c:v>
                </c:pt>
                <c:pt idx="16">
                  <c:v>0.074</c:v>
                </c:pt>
                <c:pt idx="17">
                  <c:v>0.088</c:v>
                </c:pt>
                <c:pt idx="18">
                  <c:v>0.083</c:v>
                </c:pt>
                <c:pt idx="19">
                  <c:v>0.072</c:v>
                </c:pt>
                <c:pt idx="20">
                  <c:v>0.059</c:v>
                </c:pt>
                <c:pt idx="21">
                  <c:v>0.049</c:v>
                </c:pt>
                <c:pt idx="22">
                  <c:v>0.042</c:v>
                </c:pt>
                <c:pt idx="23">
                  <c:v>0.046</c:v>
                </c:pt>
                <c:pt idx="24">
                  <c:v>0.049</c:v>
                </c:pt>
                <c:pt idx="25">
                  <c:v>0.056</c:v>
                </c:pt>
                <c:pt idx="26">
                  <c:v>0.07</c:v>
                </c:pt>
                <c:pt idx="27">
                  <c:v>0.069</c:v>
                </c:pt>
                <c:pt idx="28">
                  <c:v>0.064</c:v>
                </c:pt>
                <c:pt idx="29">
                  <c:v>0.052</c:v>
                </c:pt>
                <c:pt idx="30">
                  <c:v>0.055</c:v>
                </c:pt>
                <c:pt idx="31">
                  <c:v>0.061</c:v>
                </c:pt>
                <c:pt idx="32">
                  <c:v>0.06</c:v>
                </c:pt>
                <c:pt idx="33">
                  <c:v>0.062</c:v>
                </c:pt>
                <c:pt idx="34">
                  <c:v>0.065</c:v>
                </c:pt>
                <c:pt idx="35">
                  <c:v>0.06</c:v>
                </c:pt>
                <c:pt idx="36">
                  <c:v>0.059</c:v>
                </c:pt>
                <c:pt idx="37">
                  <c:v>0.058</c:v>
                </c:pt>
                <c:pt idx="38">
                  <c:v>0.062</c:v>
                </c:pt>
                <c:pt idx="39">
                  <c:v>0.068</c:v>
                </c:pt>
                <c:pt idx="40">
                  <c:v>0.072</c:v>
                </c:pt>
                <c:pt idx="41">
                  <c:v>0.084</c:v>
                </c:pt>
                <c:pt idx="42">
                  <c:v>0.085</c:v>
                </c:pt>
                <c:pt idx="43">
                  <c:v>0.082</c:v>
                </c:pt>
                <c:pt idx="44">
                  <c:v>0.08</c:v>
                </c:pt>
                <c:pt idx="45">
                  <c:v>0.072</c:v>
                </c:pt>
                <c:pt idx="46">
                  <c:v>0.067</c:v>
                </c:pt>
                <c:pt idx="47">
                  <c:v>0.058</c:v>
                </c:pt>
                <c:pt idx="48">
                  <c:v>0.056</c:v>
                </c:pt>
                <c:pt idx="49">
                  <c:v>0.057</c:v>
                </c:pt>
                <c:pt idx="50">
                  <c:v>0.059</c:v>
                </c:pt>
                <c:pt idx="51">
                  <c:v>0.059</c:v>
                </c:pt>
                <c:pt idx="52">
                  <c:v>0.057</c:v>
                </c:pt>
                <c:pt idx="53">
                  <c:v>0.046</c:v>
                </c:pt>
                <c:pt idx="54">
                  <c:v>0.04</c:v>
                </c:pt>
                <c:pt idx="55">
                  <c:v>0.058</c:v>
                </c:pt>
                <c:pt idx="56">
                  <c:v>0.057</c:v>
                </c:pt>
                <c:pt idx="57">
                  <c:v>0.056</c:v>
                </c:pt>
                <c:pt idx="58">
                  <c:v>0.054</c:v>
                </c:pt>
                <c:pt idx="59">
                  <c:v>0.05</c:v>
                </c:pt>
              </c:numCache>
            </c:numRef>
          </c:val>
          <c:smooth val="0"/>
        </c:ser>
        <c:ser>
          <c:idx val="2"/>
          <c:order val="2"/>
          <c:tx>
            <c:strRef>
              <c:f>Sheet1!$D$1</c:f>
              <c:strCache>
                <c:ptCount val="1"/>
                <c:pt idx="0">
                  <c:v>United States</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Sheet1!$A$2:$A$61</c:f>
              <c:strCache>
                <c:ptCount val="60"/>
                <c:pt idx="0">
                  <c:v>Jan 2020</c:v>
                </c:pt>
                <c:pt idx="1">
                  <c:v>Feb 2020</c:v>
                </c:pt>
                <c:pt idx="2">
                  <c:v>Mar 2020</c:v>
                </c:pt>
                <c:pt idx="3">
                  <c:v>Apr 2020</c:v>
                </c:pt>
                <c:pt idx="4">
                  <c:v>May 2020</c:v>
                </c:pt>
                <c:pt idx="5">
                  <c:v>Jun 2020</c:v>
                </c:pt>
                <c:pt idx="6">
                  <c:v>Jul 2020</c:v>
                </c:pt>
                <c:pt idx="7">
                  <c:v>Aug 2020</c:v>
                </c:pt>
                <c:pt idx="8">
                  <c:v>Sep 2020</c:v>
                </c:pt>
                <c:pt idx="9">
                  <c:v>Oct 2020</c:v>
                </c:pt>
                <c:pt idx="10">
                  <c:v>Nov 2020</c:v>
                </c:pt>
                <c:pt idx="11">
                  <c:v>Dec 2020</c:v>
                </c:pt>
                <c:pt idx="12">
                  <c:v>Jan 2021</c:v>
                </c:pt>
                <c:pt idx="13">
                  <c:v>Feb 2021</c:v>
                </c:pt>
                <c:pt idx="14">
                  <c:v>Mar 2021</c:v>
                </c:pt>
                <c:pt idx="15">
                  <c:v>Apr 2021</c:v>
                </c:pt>
                <c:pt idx="16">
                  <c:v>May 2021</c:v>
                </c:pt>
                <c:pt idx="17">
                  <c:v>Jun 2021</c:v>
                </c:pt>
                <c:pt idx="18">
                  <c:v>Jul 2021</c:v>
                </c:pt>
                <c:pt idx="19">
                  <c:v>Aug 2021</c:v>
                </c:pt>
                <c:pt idx="20">
                  <c:v>Sep 2021</c:v>
                </c:pt>
                <c:pt idx="21">
                  <c:v>Oct 2021</c:v>
                </c:pt>
                <c:pt idx="22">
                  <c:v>Nov 2021</c:v>
                </c:pt>
                <c:pt idx="23">
                  <c:v>Dec 2021</c:v>
                </c:pt>
                <c:pt idx="24">
                  <c:v>Jan 2022</c:v>
                </c:pt>
                <c:pt idx="25">
                  <c:v>Feb 2022</c:v>
                </c:pt>
                <c:pt idx="26">
                  <c:v>Mar 2022</c:v>
                </c:pt>
                <c:pt idx="27">
                  <c:v>Apr 2022</c:v>
                </c:pt>
                <c:pt idx="28">
                  <c:v>May 2022</c:v>
                </c:pt>
                <c:pt idx="29">
                  <c:v>Jun 2022</c:v>
                </c:pt>
                <c:pt idx="30">
                  <c:v>Jul 2022</c:v>
                </c:pt>
                <c:pt idx="31">
                  <c:v>Aug 2022</c:v>
                </c:pt>
                <c:pt idx="32">
                  <c:v>Sep 2022</c:v>
                </c:pt>
                <c:pt idx="33">
                  <c:v>Oct 2022</c:v>
                </c:pt>
                <c:pt idx="34">
                  <c:v>Nov 2022</c:v>
                </c:pt>
                <c:pt idx="35">
                  <c:v>Dec 2022</c:v>
                </c:pt>
                <c:pt idx="36">
                  <c:v>Jan 2023</c:v>
                </c:pt>
                <c:pt idx="37">
                  <c:v>Feb 2023</c:v>
                </c:pt>
                <c:pt idx="38">
                  <c:v>Mar 2023</c:v>
                </c:pt>
                <c:pt idx="39">
                  <c:v>Apr 2023</c:v>
                </c:pt>
                <c:pt idx="40">
                  <c:v>May 2023</c:v>
                </c:pt>
                <c:pt idx="41">
                  <c:v>Jun 2023</c:v>
                </c:pt>
                <c:pt idx="42">
                  <c:v>Jul 2023</c:v>
                </c:pt>
                <c:pt idx="43">
                  <c:v>Aug 2023</c:v>
                </c:pt>
                <c:pt idx="44">
                  <c:v>Sep 2023</c:v>
                </c:pt>
                <c:pt idx="45">
                  <c:v>Oct 2023</c:v>
                </c:pt>
                <c:pt idx="46">
                  <c:v>Nov 2023</c:v>
                </c:pt>
                <c:pt idx="47">
                  <c:v>Dec 2023</c:v>
                </c:pt>
                <c:pt idx="48">
                  <c:v>Jan 2024</c:v>
                </c:pt>
                <c:pt idx="49">
                  <c:v>Feb 2024</c:v>
                </c:pt>
                <c:pt idx="50">
                  <c:v>Mar 2024</c:v>
                </c:pt>
                <c:pt idx="51">
                  <c:v>Apr 2024</c:v>
                </c:pt>
                <c:pt idx="52">
                  <c:v>May 2024</c:v>
                </c:pt>
                <c:pt idx="53">
                  <c:v>Jun 2024</c:v>
                </c:pt>
                <c:pt idx="54">
                  <c:v>Jul 2024</c:v>
                </c:pt>
                <c:pt idx="55">
                  <c:v>Jan 2025</c:v>
                </c:pt>
                <c:pt idx="56">
                  <c:v>Feb 2025</c:v>
                </c:pt>
                <c:pt idx="57">
                  <c:v>Mar 2025</c:v>
                </c:pt>
                <c:pt idx="58">
                  <c:v>Apr 2025</c:v>
                </c:pt>
                <c:pt idx="59">
                  <c:v>May 2025</c:v>
                </c:pt>
              </c:strCache>
            </c:strRef>
          </c:cat>
          <c:val>
            <c:numRef>
              <c:f>Sheet1!$D$2:$D$61</c:f>
              <c:numCache>
                <c:ptCount val="60"/>
                <c:pt idx="0">
                  <c:v>0.0427</c:v>
                </c:pt>
                <c:pt idx="1">
                  <c:v>0.0467</c:v>
                </c:pt>
                <c:pt idx="2">
                  <c:v>0.0075</c:v>
                </c:pt>
                <c:pt idx="3">
                  <c:v>-0.0664</c:v>
                </c:pt>
                <c:pt idx="4">
                  <c:v>-0.0366</c:v>
                </c:pt>
                <c:pt idx="5">
                  <c:v>-0.0154</c:v>
                </c:pt>
                <c:pt idx="6">
                  <c:v>0.0009</c:v>
                </c:pt>
                <c:pt idx="7">
                  <c:v>0.011</c:v>
                </c:pt>
                <c:pt idx="8">
                  <c:v>0.0198</c:v>
                </c:pt>
                <c:pt idx="9">
                  <c:v>0.0224</c:v>
                </c:pt>
                <c:pt idx="10">
                  <c:v>0.0208</c:v>
                </c:pt>
                <c:pt idx="11">
                  <c:v>0.0231</c:v>
                </c:pt>
                <c:pt idx="12">
                  <c:v>0.0255</c:v>
                </c:pt>
                <c:pt idx="13">
                  <c:v>0.0113</c:v>
                </c:pt>
                <c:pt idx="14">
                  <c:v>0.0498</c:v>
                </c:pt>
                <c:pt idx="15">
                  <c:v>0.1531</c:v>
                </c:pt>
                <c:pt idx="16">
                  <c:v>0.1318</c:v>
                </c:pt>
                <c:pt idx="17">
                  <c:v>0.1174</c:v>
                </c:pt>
                <c:pt idx="18">
                  <c:v>0.119</c:v>
                </c:pt>
                <c:pt idx="19">
                  <c:v>0.1116</c:v>
                </c:pt>
                <c:pt idx="20">
                  <c:v>0.1128</c:v>
                </c:pt>
                <c:pt idx="21">
                  <c:v>0.1036</c:v>
                </c:pt>
                <c:pt idx="22">
                  <c:v>0.0986</c:v>
                </c:pt>
                <c:pt idx="23">
                  <c:v>0.098</c:v>
                </c:pt>
                <c:pt idx="24">
                  <c:v>0.1005</c:v>
                </c:pt>
                <c:pt idx="25">
                  <c:v>0.1139</c:v>
                </c:pt>
                <c:pt idx="26">
                  <c:v>0.1127</c:v>
                </c:pt>
                <c:pt idx="27">
                  <c:v>0.0982</c:v>
                </c:pt>
                <c:pt idx="28">
                  <c:v>0.0903</c:v>
                </c:pt>
                <c:pt idx="29">
                  <c:v>0.0837</c:v>
                </c:pt>
                <c:pt idx="30">
                  <c:v>0.0809</c:v>
                </c:pt>
                <c:pt idx="31">
                  <c:v>0.0795</c:v>
                </c:pt>
                <c:pt idx="32">
                  <c:v>0.0767</c:v>
                </c:pt>
                <c:pt idx="33">
                  <c:v>0.0623</c:v>
                </c:pt>
                <c:pt idx="34">
                  <c:v>0.0511</c:v>
                </c:pt>
                <c:pt idx="35">
                  <c:v>0.0438</c:v>
                </c:pt>
                <c:pt idx="36">
                  <c:v>0.0614</c:v>
                </c:pt>
                <c:pt idx="37">
                  <c:v>0.0619</c:v>
                </c:pt>
                <c:pt idx="38">
                  <c:v>0.0637</c:v>
                </c:pt>
                <c:pt idx="39">
                  <c:v>0.0673</c:v>
                </c:pt>
                <c:pt idx="40">
                  <c:v>0.0678</c:v>
                </c:pt>
                <c:pt idx="41">
                  <c:v>0.0692</c:v>
                </c:pt>
                <c:pt idx="42">
                  <c:v>0.0598</c:v>
                </c:pt>
                <c:pt idx="43">
                  <c:v>0.0578</c:v>
                </c:pt>
                <c:pt idx="44">
                  <c:v>0.0544</c:v>
                </c:pt>
                <c:pt idx="45">
                  <c:v>0.0591</c:v>
                </c:pt>
                <c:pt idx="46">
                  <c:v>0.0653</c:v>
                </c:pt>
                <c:pt idx="47">
                  <c:v>0.062</c:v>
                </c:pt>
                <c:pt idx="48">
                  <c:v>0.049</c:v>
                </c:pt>
                <c:pt idx="49">
                  <c:v>0.05</c:v>
                </c:pt>
                <c:pt idx="50">
                  <c:v>0.05</c:v>
                </c:pt>
                <c:pt idx="51">
                  <c:v>0.047</c:v>
                </c:pt>
                <c:pt idx="52">
                  <c:v>0.049</c:v>
                </c:pt>
                <c:pt idx="53">
                  <c:v>0.046</c:v>
                </c:pt>
                <c:pt idx="54">
                  <c:v>0.044</c:v>
                </c:pt>
                <c:pt idx="55">
                  <c:v>0.0476</c:v>
                </c:pt>
                <c:pt idx="56">
                  <c:v>0.0408</c:v>
                </c:pt>
                <c:pt idx="57">
                  <c:v>0.0381</c:v>
                </c:pt>
                <c:pt idx="58">
                  <c:v>0.0457</c:v>
                </c:pt>
                <c:pt idx="59">
                  <c:v>0.0466</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Wage growth</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European Union</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Sheet1!$A$2:$A$60</c:f>
              <c:strCache>
                <c:ptCount val="59"/>
                <c:pt idx="0">
                  <c:v>Q1 2010</c:v>
                </c:pt>
                <c:pt idx="1">
                  <c:v>Q2 2010</c:v>
                </c:pt>
                <c:pt idx="2">
                  <c:v>Q3 2010</c:v>
                </c:pt>
                <c:pt idx="3">
                  <c:v>Q4 2010</c:v>
                </c:pt>
                <c:pt idx="4">
                  <c:v>Q1 2011</c:v>
                </c:pt>
                <c:pt idx="5">
                  <c:v>Q2 2011</c:v>
                </c:pt>
                <c:pt idx="6">
                  <c:v>Q3 2011</c:v>
                </c:pt>
                <c:pt idx="7">
                  <c:v>Q4 2011</c:v>
                </c:pt>
                <c:pt idx="8">
                  <c:v>Q1 2012</c:v>
                </c:pt>
                <c:pt idx="9">
                  <c:v>Q2 2012</c:v>
                </c:pt>
                <c:pt idx="10">
                  <c:v>Q3 2012</c:v>
                </c:pt>
                <c:pt idx="11">
                  <c:v>Q4 2012</c:v>
                </c:pt>
                <c:pt idx="12">
                  <c:v>Q1 2013</c:v>
                </c:pt>
                <c:pt idx="13">
                  <c:v>Q2 2013</c:v>
                </c:pt>
                <c:pt idx="14">
                  <c:v>Q3 2013</c:v>
                </c:pt>
                <c:pt idx="15">
                  <c:v>Q4 2013</c:v>
                </c:pt>
                <c:pt idx="16">
                  <c:v>Q1 2014</c:v>
                </c:pt>
                <c:pt idx="17">
                  <c:v>Q2 2014</c:v>
                </c:pt>
                <c:pt idx="18">
                  <c:v>Q3 2014</c:v>
                </c:pt>
                <c:pt idx="19">
                  <c:v>Q4 2014</c:v>
                </c:pt>
                <c:pt idx="20">
                  <c:v>Q1 2015</c:v>
                </c:pt>
                <c:pt idx="21">
                  <c:v>Q2 2015</c:v>
                </c:pt>
                <c:pt idx="22">
                  <c:v>Q3 2015</c:v>
                </c:pt>
                <c:pt idx="23">
                  <c:v>Q4 2015</c:v>
                </c:pt>
                <c:pt idx="24">
                  <c:v>Q1 2016</c:v>
                </c:pt>
                <c:pt idx="25">
                  <c:v>Q2 2016</c:v>
                </c:pt>
                <c:pt idx="26">
                  <c:v>Q3 2016</c:v>
                </c:pt>
                <c:pt idx="27">
                  <c:v>Q4 2016</c:v>
                </c:pt>
                <c:pt idx="28">
                  <c:v>Q1 2017</c:v>
                </c:pt>
                <c:pt idx="29">
                  <c:v>Q2 2017</c:v>
                </c:pt>
                <c:pt idx="30">
                  <c:v>Q3 2017</c:v>
                </c:pt>
                <c:pt idx="31">
                  <c:v>Q4 2017</c:v>
                </c:pt>
                <c:pt idx="32">
                  <c:v>Q1 2018</c:v>
                </c:pt>
                <c:pt idx="33">
                  <c:v>Q2 2018</c:v>
                </c:pt>
                <c:pt idx="34">
                  <c:v>Q3 2018</c:v>
                </c:pt>
                <c:pt idx="35">
                  <c:v>Q4 2018</c:v>
                </c:pt>
                <c:pt idx="36">
                  <c:v>Q1 2019</c:v>
                </c:pt>
                <c:pt idx="37">
                  <c:v>Q2 2019</c:v>
                </c:pt>
                <c:pt idx="38">
                  <c:v>Q3 2019</c:v>
                </c:pt>
                <c:pt idx="39">
                  <c:v>Q4 2019</c:v>
                </c:pt>
                <c:pt idx="40">
                  <c:v>Q1 2020</c:v>
                </c:pt>
                <c:pt idx="41">
                  <c:v>Q2 2020</c:v>
                </c:pt>
                <c:pt idx="42">
                  <c:v>Q3 2020</c:v>
                </c:pt>
                <c:pt idx="43">
                  <c:v>Q4 2020</c:v>
                </c:pt>
                <c:pt idx="44">
                  <c:v>Q1 2021</c:v>
                </c:pt>
                <c:pt idx="45">
                  <c:v>Q2 2021</c:v>
                </c:pt>
                <c:pt idx="46">
                  <c:v>Q3 2021</c:v>
                </c:pt>
                <c:pt idx="47">
                  <c:v>Q4 2021</c:v>
                </c:pt>
                <c:pt idx="48">
                  <c:v>Q1 2022</c:v>
                </c:pt>
                <c:pt idx="49">
                  <c:v>Q2 2022</c:v>
                </c:pt>
                <c:pt idx="50">
                  <c:v>Q3 2022</c:v>
                </c:pt>
                <c:pt idx="51">
                  <c:v>Q4 2022</c:v>
                </c:pt>
                <c:pt idx="52">
                  <c:v>Q1 2023</c:v>
                </c:pt>
                <c:pt idx="53">
                  <c:v>Q2 2023</c:v>
                </c:pt>
                <c:pt idx="54">
                  <c:v>Q3 2023</c:v>
                </c:pt>
                <c:pt idx="55">
                  <c:v>Q4 2023</c:v>
                </c:pt>
                <c:pt idx="56">
                  <c:v>Q1 2024</c:v>
                </c:pt>
                <c:pt idx="57">
                  <c:v>Q2 2024</c:v>
                </c:pt>
                <c:pt idx="58">
                  <c:v>Q3 2024</c:v>
                </c:pt>
              </c:strCache>
            </c:strRef>
          </c:cat>
          <c:val>
            <c:numRef>
              <c:f>Sheet1!$B$2:$B$60</c:f>
              <c:numCache>
                <c:ptCount val="59"/>
                <c:pt idx="0">
                  <c:v>0.018</c:v>
                </c:pt>
                <c:pt idx="1">
                  <c:v>0.017</c:v>
                </c:pt>
                <c:pt idx="2">
                  <c:v>0.013</c:v>
                </c:pt>
                <c:pt idx="3">
                  <c:v>0.016</c:v>
                </c:pt>
                <c:pt idx="4">
                  <c:v>0.019</c:v>
                </c:pt>
                <c:pt idx="5">
                  <c:v>0.02</c:v>
                </c:pt>
                <c:pt idx="6">
                  <c:v>0.022</c:v>
                </c:pt>
                <c:pt idx="7">
                  <c:v>0.021</c:v>
                </c:pt>
                <c:pt idx="8">
                  <c:v>0.019</c:v>
                </c:pt>
                <c:pt idx="9">
                  <c:v>0.022</c:v>
                </c:pt>
                <c:pt idx="10">
                  <c:v>0.021</c:v>
                </c:pt>
                <c:pt idx="11">
                  <c:v>0.021</c:v>
                </c:pt>
                <c:pt idx="12">
                  <c:v>0.019</c:v>
                </c:pt>
                <c:pt idx="13">
                  <c:v>0.014</c:v>
                </c:pt>
                <c:pt idx="14">
                  <c:v>0.013</c:v>
                </c:pt>
                <c:pt idx="15">
                  <c:v>0.014</c:v>
                </c:pt>
                <c:pt idx="16">
                  <c:v>0.013</c:v>
                </c:pt>
                <c:pt idx="17">
                  <c:v>0.016</c:v>
                </c:pt>
                <c:pt idx="18">
                  <c:v>0.017</c:v>
                </c:pt>
                <c:pt idx="19">
                  <c:v>0.016</c:v>
                </c:pt>
                <c:pt idx="20">
                  <c:v>0.02</c:v>
                </c:pt>
                <c:pt idx="21">
                  <c:v>0.019</c:v>
                </c:pt>
                <c:pt idx="22">
                  <c:v>0.019</c:v>
                </c:pt>
                <c:pt idx="23">
                  <c:v>0.021</c:v>
                </c:pt>
                <c:pt idx="24">
                  <c:v>0.019</c:v>
                </c:pt>
                <c:pt idx="25">
                  <c:v>0.011</c:v>
                </c:pt>
                <c:pt idx="26">
                  <c:v>0.02</c:v>
                </c:pt>
                <c:pt idx="27">
                  <c:v>0.017</c:v>
                </c:pt>
                <c:pt idx="28">
                  <c:v>0.019</c:v>
                </c:pt>
                <c:pt idx="29">
                  <c:v>0.028</c:v>
                </c:pt>
                <c:pt idx="30">
                  <c:v>0.02</c:v>
                </c:pt>
                <c:pt idx="31">
                  <c:v>0.025</c:v>
                </c:pt>
                <c:pt idx="32">
                  <c:v>0.027</c:v>
                </c:pt>
                <c:pt idx="33">
                  <c:v>0.028</c:v>
                </c:pt>
                <c:pt idx="34">
                  <c:v>0.031</c:v>
                </c:pt>
                <c:pt idx="35">
                  <c:v>0.03</c:v>
                </c:pt>
                <c:pt idx="36">
                  <c:v>0.03</c:v>
                </c:pt>
                <c:pt idx="37">
                  <c:v>0.031</c:v>
                </c:pt>
                <c:pt idx="38">
                  <c:v>0.028</c:v>
                </c:pt>
                <c:pt idx="39">
                  <c:v>0.029</c:v>
                </c:pt>
                <c:pt idx="40">
                  <c:v>0.044</c:v>
                </c:pt>
                <c:pt idx="41">
                  <c:v>0.04</c:v>
                </c:pt>
                <c:pt idx="42">
                  <c:v>0.035</c:v>
                </c:pt>
                <c:pt idx="43">
                  <c:v>0.033</c:v>
                </c:pt>
                <c:pt idx="44">
                  <c:v>0.014</c:v>
                </c:pt>
                <c:pt idx="45">
                  <c:v>0.001</c:v>
                </c:pt>
                <c:pt idx="46">
                  <c:v>0.024</c:v>
                </c:pt>
                <c:pt idx="47">
                  <c:v>0.025</c:v>
                </c:pt>
                <c:pt idx="48">
                  <c:v>0.041</c:v>
                </c:pt>
                <c:pt idx="49">
                  <c:v>0.057</c:v>
                </c:pt>
                <c:pt idx="50">
                  <c:v>0.039</c:v>
                </c:pt>
                <c:pt idx="51">
                  <c:v>0.055</c:v>
                </c:pt>
                <c:pt idx="52">
                  <c:v>0.052</c:v>
                </c:pt>
                <c:pt idx="53">
                  <c:v>0.052</c:v>
                </c:pt>
                <c:pt idx="54">
                  <c:v>0.057</c:v>
                </c:pt>
                <c:pt idx="55">
                  <c:v>0.047</c:v>
                </c:pt>
                <c:pt idx="56">
                  <c:v>0.053</c:v>
                </c:pt>
                <c:pt idx="57">
                  <c:v>0.055</c:v>
                </c:pt>
                <c:pt idx="58">
                  <c:v>0.053</c:v>
                </c:pt>
              </c:numCache>
            </c:numRef>
          </c:val>
          <c:smooth val="0"/>
        </c:ser>
        <c:ser>
          <c:idx val="1"/>
          <c:order val="1"/>
          <c:tx>
            <c:strRef>
              <c:f>Sheet1!$C$1</c:f>
              <c:strCache>
                <c:ptCount val="1"/>
                <c:pt idx="0">
                  <c:v>Euro area</c:v>
                </c:pt>
              </c:strCache>
            </c:strRef>
          </c:tx>
          <c:spPr>
            <a:ln>
              <a:solidFill>
                <a:srgbClr val="0F283E"/>
              </a:solidFill>
            </a:ln>
          </c:spPr>
          <c:marker>
            <c:symbol val="circle"/>
            <c:spPr>
              <a:solidFill>
                <a:srgbClr val="0F283E"/>
              </a:solidFill>
              <a:ln>
                <a:solidFill>
                  <a:srgbClr val="0F283E"/>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Sheet1!$A$2:$A$60</c:f>
              <c:strCache>
                <c:ptCount val="59"/>
                <c:pt idx="0">
                  <c:v>Q1 2010</c:v>
                </c:pt>
                <c:pt idx="1">
                  <c:v>Q2 2010</c:v>
                </c:pt>
                <c:pt idx="2">
                  <c:v>Q3 2010</c:v>
                </c:pt>
                <c:pt idx="3">
                  <c:v>Q4 2010</c:v>
                </c:pt>
                <c:pt idx="4">
                  <c:v>Q1 2011</c:v>
                </c:pt>
                <c:pt idx="5">
                  <c:v>Q2 2011</c:v>
                </c:pt>
                <c:pt idx="6">
                  <c:v>Q3 2011</c:v>
                </c:pt>
                <c:pt idx="7">
                  <c:v>Q4 2011</c:v>
                </c:pt>
                <c:pt idx="8">
                  <c:v>Q1 2012</c:v>
                </c:pt>
                <c:pt idx="9">
                  <c:v>Q2 2012</c:v>
                </c:pt>
                <c:pt idx="10">
                  <c:v>Q3 2012</c:v>
                </c:pt>
                <c:pt idx="11">
                  <c:v>Q4 2012</c:v>
                </c:pt>
                <c:pt idx="12">
                  <c:v>Q1 2013</c:v>
                </c:pt>
                <c:pt idx="13">
                  <c:v>Q2 2013</c:v>
                </c:pt>
                <c:pt idx="14">
                  <c:v>Q3 2013</c:v>
                </c:pt>
                <c:pt idx="15">
                  <c:v>Q4 2013</c:v>
                </c:pt>
                <c:pt idx="16">
                  <c:v>Q1 2014</c:v>
                </c:pt>
                <c:pt idx="17">
                  <c:v>Q2 2014</c:v>
                </c:pt>
                <c:pt idx="18">
                  <c:v>Q3 2014</c:v>
                </c:pt>
                <c:pt idx="19">
                  <c:v>Q4 2014</c:v>
                </c:pt>
                <c:pt idx="20">
                  <c:v>Q1 2015</c:v>
                </c:pt>
                <c:pt idx="21">
                  <c:v>Q2 2015</c:v>
                </c:pt>
                <c:pt idx="22">
                  <c:v>Q3 2015</c:v>
                </c:pt>
                <c:pt idx="23">
                  <c:v>Q4 2015</c:v>
                </c:pt>
                <c:pt idx="24">
                  <c:v>Q1 2016</c:v>
                </c:pt>
                <c:pt idx="25">
                  <c:v>Q2 2016</c:v>
                </c:pt>
                <c:pt idx="26">
                  <c:v>Q3 2016</c:v>
                </c:pt>
                <c:pt idx="27">
                  <c:v>Q4 2016</c:v>
                </c:pt>
                <c:pt idx="28">
                  <c:v>Q1 2017</c:v>
                </c:pt>
                <c:pt idx="29">
                  <c:v>Q2 2017</c:v>
                </c:pt>
                <c:pt idx="30">
                  <c:v>Q3 2017</c:v>
                </c:pt>
                <c:pt idx="31">
                  <c:v>Q4 2017</c:v>
                </c:pt>
                <c:pt idx="32">
                  <c:v>Q1 2018</c:v>
                </c:pt>
                <c:pt idx="33">
                  <c:v>Q2 2018</c:v>
                </c:pt>
                <c:pt idx="34">
                  <c:v>Q3 2018</c:v>
                </c:pt>
                <c:pt idx="35">
                  <c:v>Q4 2018</c:v>
                </c:pt>
                <c:pt idx="36">
                  <c:v>Q1 2019</c:v>
                </c:pt>
                <c:pt idx="37">
                  <c:v>Q2 2019</c:v>
                </c:pt>
                <c:pt idx="38">
                  <c:v>Q3 2019</c:v>
                </c:pt>
                <c:pt idx="39">
                  <c:v>Q4 2019</c:v>
                </c:pt>
                <c:pt idx="40">
                  <c:v>Q1 2020</c:v>
                </c:pt>
                <c:pt idx="41">
                  <c:v>Q2 2020</c:v>
                </c:pt>
                <c:pt idx="42">
                  <c:v>Q3 2020</c:v>
                </c:pt>
                <c:pt idx="43">
                  <c:v>Q4 2020</c:v>
                </c:pt>
                <c:pt idx="44">
                  <c:v>Q1 2021</c:v>
                </c:pt>
                <c:pt idx="45">
                  <c:v>Q2 2021</c:v>
                </c:pt>
                <c:pt idx="46">
                  <c:v>Q3 2021</c:v>
                </c:pt>
                <c:pt idx="47">
                  <c:v>Q4 2021</c:v>
                </c:pt>
                <c:pt idx="48">
                  <c:v>Q1 2022</c:v>
                </c:pt>
                <c:pt idx="49">
                  <c:v>Q2 2022</c:v>
                </c:pt>
                <c:pt idx="50">
                  <c:v>Q3 2022</c:v>
                </c:pt>
                <c:pt idx="51">
                  <c:v>Q4 2022</c:v>
                </c:pt>
                <c:pt idx="52">
                  <c:v>Q1 2023</c:v>
                </c:pt>
                <c:pt idx="53">
                  <c:v>Q2 2023</c:v>
                </c:pt>
                <c:pt idx="54">
                  <c:v>Q3 2023</c:v>
                </c:pt>
                <c:pt idx="55">
                  <c:v>Q4 2023</c:v>
                </c:pt>
                <c:pt idx="56">
                  <c:v>Q1 2024</c:v>
                </c:pt>
                <c:pt idx="57">
                  <c:v>Q2 2024</c:v>
                </c:pt>
                <c:pt idx="58">
                  <c:v>Q3 2024</c:v>
                </c:pt>
              </c:strCache>
            </c:strRef>
          </c:cat>
          <c:val>
            <c:numRef>
              <c:f>Sheet1!$C$2:$C$60</c:f>
              <c:numCache>
                <c:ptCount val="59"/>
                <c:pt idx="0">
                  <c:v>0.017</c:v>
                </c:pt>
                <c:pt idx="1">
                  <c:v>0.015</c:v>
                </c:pt>
                <c:pt idx="2">
                  <c:v>0.012</c:v>
                </c:pt>
                <c:pt idx="3">
                  <c:v>0.015</c:v>
                </c:pt>
                <c:pt idx="4">
                  <c:v>0.017</c:v>
                </c:pt>
                <c:pt idx="5">
                  <c:v>0.019</c:v>
                </c:pt>
                <c:pt idx="6">
                  <c:v>0.021</c:v>
                </c:pt>
                <c:pt idx="7">
                  <c:v>0.02</c:v>
                </c:pt>
                <c:pt idx="8">
                  <c:v>0.018</c:v>
                </c:pt>
                <c:pt idx="9">
                  <c:v>0.02</c:v>
                </c:pt>
                <c:pt idx="10">
                  <c:v>0.02</c:v>
                </c:pt>
                <c:pt idx="11">
                  <c:v>0.02</c:v>
                </c:pt>
                <c:pt idx="12">
                  <c:v>0.018</c:v>
                </c:pt>
                <c:pt idx="13">
                  <c:v>0.013</c:v>
                </c:pt>
                <c:pt idx="14">
                  <c:v>0.012</c:v>
                </c:pt>
                <c:pt idx="15">
                  <c:v>0.012</c:v>
                </c:pt>
                <c:pt idx="16">
                  <c:v>0.012</c:v>
                </c:pt>
                <c:pt idx="17">
                  <c:v>0.014</c:v>
                </c:pt>
                <c:pt idx="18">
                  <c:v>0.015</c:v>
                </c:pt>
                <c:pt idx="19">
                  <c:v>0.014</c:v>
                </c:pt>
                <c:pt idx="20">
                  <c:v>0.018</c:v>
                </c:pt>
                <c:pt idx="21">
                  <c:v>0.018</c:v>
                </c:pt>
                <c:pt idx="22">
                  <c:v>0.018</c:v>
                </c:pt>
                <c:pt idx="23">
                  <c:v>0.019</c:v>
                </c:pt>
                <c:pt idx="24">
                  <c:v>0.017</c:v>
                </c:pt>
                <c:pt idx="25">
                  <c:v>0.008</c:v>
                </c:pt>
                <c:pt idx="26">
                  <c:v>0.017</c:v>
                </c:pt>
                <c:pt idx="27">
                  <c:v>0.014</c:v>
                </c:pt>
                <c:pt idx="28">
                  <c:v>0.015</c:v>
                </c:pt>
                <c:pt idx="29">
                  <c:v>0.024</c:v>
                </c:pt>
                <c:pt idx="30">
                  <c:v>0.016</c:v>
                </c:pt>
                <c:pt idx="31">
                  <c:v>0.02</c:v>
                </c:pt>
                <c:pt idx="32">
                  <c:v>0.021</c:v>
                </c:pt>
                <c:pt idx="33">
                  <c:v>0.023</c:v>
                </c:pt>
                <c:pt idx="34">
                  <c:v>0.026</c:v>
                </c:pt>
                <c:pt idx="35">
                  <c:v>0.025</c:v>
                </c:pt>
                <c:pt idx="36">
                  <c:v>0.026</c:v>
                </c:pt>
                <c:pt idx="37">
                  <c:v>0.027</c:v>
                </c:pt>
                <c:pt idx="38">
                  <c:v>0.024</c:v>
                </c:pt>
                <c:pt idx="39">
                  <c:v>0.025</c:v>
                </c:pt>
                <c:pt idx="40">
                  <c:v>0.042</c:v>
                </c:pt>
                <c:pt idx="41">
                  <c:v>0.037</c:v>
                </c:pt>
                <c:pt idx="42">
                  <c:v>0.034</c:v>
                </c:pt>
                <c:pt idx="43">
                  <c:v>0.03</c:v>
                </c:pt>
                <c:pt idx="44">
                  <c:v>0.009</c:v>
                </c:pt>
                <c:pt idx="45">
                  <c:v>-0.005</c:v>
                </c:pt>
                <c:pt idx="46">
                  <c:v>0.02</c:v>
                </c:pt>
                <c:pt idx="47">
                  <c:v>0.021</c:v>
                </c:pt>
                <c:pt idx="48">
                  <c:v>0.038</c:v>
                </c:pt>
                <c:pt idx="49">
                  <c:v>0.055</c:v>
                </c:pt>
                <c:pt idx="50">
                  <c:v>0.035</c:v>
                </c:pt>
                <c:pt idx="51">
                  <c:v>0.053</c:v>
                </c:pt>
                <c:pt idx="52">
                  <c:v>0.05</c:v>
                </c:pt>
                <c:pt idx="53">
                  <c:v>0.047</c:v>
                </c:pt>
                <c:pt idx="54">
                  <c:v>0.052</c:v>
                </c:pt>
                <c:pt idx="55">
                  <c:v>0.041</c:v>
                </c:pt>
                <c:pt idx="56">
                  <c:v>0.048</c:v>
                </c:pt>
                <c:pt idx="57">
                  <c:v>0.051</c:v>
                </c:pt>
                <c:pt idx="58">
                  <c:v>0.048</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change</a:t>
                </a:r>
              </a:p>
            </c:rich>
          </c:tx>
          <c:overlay val="0"/>
        </c:title>
        <c:numFmt formatCode="#,##0.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World (ex. U.S.)</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Sheet1!$A$2:$A$57</c:f>
              <c:strCache>
                <c:ptCount val="56"/>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strCache>
            </c:strRef>
          </c:cat>
          <c:val>
            <c:numRef>
              <c:f>Sheet1!$B$2:$B$57</c:f>
              <c:numCache>
                <c:ptCount val="56"/>
                <c:pt idx="0">
                  <c:v>153.2</c:v>
                </c:pt>
                <c:pt idx="1">
                  <c:v>153.7</c:v>
                </c:pt>
                <c:pt idx="2">
                  <c:v>153.28</c:v>
                </c:pt>
                <c:pt idx="3">
                  <c:v>152.92</c:v>
                </c:pt>
                <c:pt idx="4">
                  <c:v>152.7</c:v>
                </c:pt>
                <c:pt idx="5">
                  <c:v>153.15</c:v>
                </c:pt>
                <c:pt idx="6">
                  <c:v>153.69</c:v>
                </c:pt>
                <c:pt idx="7">
                  <c:v>153.9</c:v>
                </c:pt>
                <c:pt idx="8">
                  <c:v>154.07</c:v>
                </c:pt>
                <c:pt idx="9">
                  <c:v>154.13</c:v>
                </c:pt>
                <c:pt idx="10">
                  <c:v>154.28</c:v>
                </c:pt>
                <c:pt idx="11">
                  <c:v>154.86</c:v>
                </c:pt>
                <c:pt idx="12">
                  <c:v>155.79</c:v>
                </c:pt>
                <c:pt idx="13">
                  <c:v>155.81</c:v>
                </c:pt>
                <c:pt idx="14">
                  <c:v>156.41</c:v>
                </c:pt>
                <c:pt idx="15">
                  <c:v>156.67</c:v>
                </c:pt>
                <c:pt idx="16">
                  <c:v>157.23</c:v>
                </c:pt>
                <c:pt idx="17">
                  <c:v>157.62</c:v>
                </c:pt>
                <c:pt idx="18">
                  <c:v>158.08</c:v>
                </c:pt>
                <c:pt idx="19">
                  <c:v>158.49</c:v>
                </c:pt>
                <c:pt idx="20">
                  <c:v>158.88</c:v>
                </c:pt>
                <c:pt idx="21">
                  <c:v>159.93</c:v>
                </c:pt>
                <c:pt idx="22">
                  <c:v>161.02</c:v>
                </c:pt>
                <c:pt idx="23">
                  <c:v>161.64</c:v>
                </c:pt>
                <c:pt idx="24">
                  <c:v>162.55</c:v>
                </c:pt>
                <c:pt idx="25">
                  <c:v>163.47</c:v>
                </c:pt>
                <c:pt idx="26">
                  <c:v>165.63</c:v>
                </c:pt>
                <c:pt idx="27">
                  <c:v>167.01</c:v>
                </c:pt>
                <c:pt idx="28">
                  <c:v>168.03</c:v>
                </c:pt>
                <c:pt idx="29">
                  <c:v>169.07</c:v>
                </c:pt>
                <c:pt idx="30">
                  <c:v>169.92</c:v>
                </c:pt>
                <c:pt idx="31">
                  <c:v>170.42</c:v>
                </c:pt>
                <c:pt idx="32">
                  <c:v>171.34</c:v>
                </c:pt>
                <c:pt idx="33">
                  <c:v>172.52</c:v>
                </c:pt>
                <c:pt idx="34">
                  <c:v>173.15</c:v>
                </c:pt>
                <c:pt idx="35">
                  <c:v>173.65</c:v>
                </c:pt>
                <c:pt idx="36">
                  <c:v>174.58</c:v>
                </c:pt>
                <c:pt idx="37">
                  <c:v>175.2</c:v>
                </c:pt>
                <c:pt idx="38">
                  <c:v>175.77</c:v>
                </c:pt>
                <c:pt idx="39">
                  <c:v>176.47</c:v>
                </c:pt>
                <c:pt idx="40">
                  <c:v>176.95</c:v>
                </c:pt>
                <c:pt idx="41">
                  <c:v>177.58</c:v>
                </c:pt>
                <c:pt idx="42">
                  <c:v>178.58</c:v>
                </c:pt>
                <c:pt idx="43">
                  <c:v>179.7</c:v>
                </c:pt>
                <c:pt idx="44">
                  <c:v>180.36</c:v>
                </c:pt>
                <c:pt idx="45">
                  <c:v>180.78</c:v>
                </c:pt>
                <c:pt idx="46">
                  <c:v>181.29</c:v>
                </c:pt>
                <c:pt idx="47">
                  <c:v>182.12</c:v>
                </c:pt>
                <c:pt idx="48">
                  <c:v>183.03</c:v>
                </c:pt>
                <c:pt idx="49">
                  <c:v>183.88</c:v>
                </c:pt>
                <c:pt idx="50">
                  <c:v>184.36</c:v>
                </c:pt>
                <c:pt idx="51">
                  <c:v>185.08</c:v>
                </c:pt>
                <c:pt idx="52">
                  <c:v>185.73</c:v>
                </c:pt>
                <c:pt idx="53">
                  <c:v>186.22</c:v>
                </c:pt>
                <c:pt idx="54">
                  <c:v>187.14</c:v>
                </c:pt>
                <c:pt idx="55">
                  <c:v>187.67</c:v>
                </c:pt>
              </c:numCache>
            </c:numRef>
          </c:val>
          <c:smooth val="0"/>
        </c:ser>
        <c:ser>
          <c:idx val="1"/>
          <c:order val="1"/>
          <c:tx>
            <c:strRef>
              <c:f>Sheet1!$C$1</c:f>
              <c:strCache>
                <c:ptCount val="1"/>
                <c:pt idx="0">
                  <c:v>Advanced (ex. U.S.)</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Sheet1!$A$2:$A$57</c:f>
              <c:strCache>
                <c:ptCount val="56"/>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strCache>
            </c:strRef>
          </c:cat>
          <c:val>
            <c:numRef>
              <c:f>Sheet1!$C$2:$C$57</c:f>
              <c:numCache>
                <c:ptCount val="56"/>
                <c:pt idx="0">
                  <c:v>121.59</c:v>
                </c:pt>
                <c:pt idx="1">
                  <c:v>121.56</c:v>
                </c:pt>
                <c:pt idx="2">
                  <c:v>121.41</c:v>
                </c:pt>
                <c:pt idx="3">
                  <c:v>121.03</c:v>
                </c:pt>
                <c:pt idx="4">
                  <c:v>120.98</c:v>
                </c:pt>
                <c:pt idx="5">
                  <c:v>121.21</c:v>
                </c:pt>
                <c:pt idx="6">
                  <c:v>121.32</c:v>
                </c:pt>
                <c:pt idx="7">
                  <c:v>121.26</c:v>
                </c:pt>
                <c:pt idx="8">
                  <c:v>121.26</c:v>
                </c:pt>
                <c:pt idx="9">
                  <c:v>121.26</c:v>
                </c:pt>
                <c:pt idx="10">
                  <c:v>121.36</c:v>
                </c:pt>
                <c:pt idx="11">
                  <c:v>121.53</c:v>
                </c:pt>
                <c:pt idx="12">
                  <c:v>122.2</c:v>
                </c:pt>
                <c:pt idx="13">
                  <c:v>122.33</c:v>
                </c:pt>
                <c:pt idx="14">
                  <c:v>122.6</c:v>
                </c:pt>
                <c:pt idx="15">
                  <c:v>122.64</c:v>
                </c:pt>
                <c:pt idx="16">
                  <c:v>122.98</c:v>
                </c:pt>
                <c:pt idx="17">
                  <c:v>123.28</c:v>
                </c:pt>
                <c:pt idx="18">
                  <c:v>123.62</c:v>
                </c:pt>
                <c:pt idx="19">
                  <c:v>123.97</c:v>
                </c:pt>
                <c:pt idx="20">
                  <c:v>124.38</c:v>
                </c:pt>
                <c:pt idx="21">
                  <c:v>124.94</c:v>
                </c:pt>
                <c:pt idx="22">
                  <c:v>125.67</c:v>
                </c:pt>
                <c:pt idx="23">
                  <c:v>126.09</c:v>
                </c:pt>
                <c:pt idx="24">
                  <c:v>126.9</c:v>
                </c:pt>
                <c:pt idx="25">
                  <c:v>127.68</c:v>
                </c:pt>
                <c:pt idx="26">
                  <c:v>129.14</c:v>
                </c:pt>
                <c:pt idx="27">
                  <c:v>129.78</c:v>
                </c:pt>
                <c:pt idx="28">
                  <c:v>130.65</c:v>
                </c:pt>
                <c:pt idx="29">
                  <c:v>131.43</c:v>
                </c:pt>
                <c:pt idx="30">
                  <c:v>132.14</c:v>
                </c:pt>
                <c:pt idx="31">
                  <c:v>132.62</c:v>
                </c:pt>
                <c:pt idx="32">
                  <c:v>133.45</c:v>
                </c:pt>
                <c:pt idx="33">
                  <c:v>134.64</c:v>
                </c:pt>
                <c:pt idx="34">
                  <c:v>135.09</c:v>
                </c:pt>
                <c:pt idx="35">
                  <c:v>135.37</c:v>
                </c:pt>
                <c:pt idx="36">
                  <c:v>136.02</c:v>
                </c:pt>
                <c:pt idx="37">
                  <c:v>136.48</c:v>
                </c:pt>
                <c:pt idx="38">
                  <c:v>136.87</c:v>
                </c:pt>
                <c:pt idx="39">
                  <c:v>137.43</c:v>
                </c:pt>
                <c:pt idx="40">
                  <c:v>137.63</c:v>
                </c:pt>
                <c:pt idx="41">
                  <c:v>137.89</c:v>
                </c:pt>
                <c:pt idx="42">
                  <c:v>138.24</c:v>
                </c:pt>
                <c:pt idx="43">
                  <c:v>138.82</c:v>
                </c:pt>
                <c:pt idx="44">
                  <c:v>139.18</c:v>
                </c:pt>
                <c:pt idx="45">
                  <c:v>139.3</c:v>
                </c:pt>
                <c:pt idx="46">
                  <c:v>139.3</c:v>
                </c:pt>
                <c:pt idx="47">
                  <c:v>139.57</c:v>
                </c:pt>
                <c:pt idx="48">
                  <c:v>139.87</c:v>
                </c:pt>
                <c:pt idx="49">
                  <c:v>140.23</c:v>
                </c:pt>
                <c:pt idx="50">
                  <c:v>140.49</c:v>
                </c:pt>
                <c:pt idx="51">
                  <c:v>140.8</c:v>
                </c:pt>
                <c:pt idx="52">
                  <c:v>141.1</c:v>
                </c:pt>
                <c:pt idx="53">
                  <c:v>141.24</c:v>
                </c:pt>
                <c:pt idx="54">
                  <c:v>141.66</c:v>
                </c:pt>
                <c:pt idx="55">
                  <c:v>141.81</c:v>
                </c:pt>
              </c:numCache>
            </c:numRef>
          </c:val>
          <c:smooth val="0"/>
        </c:ser>
        <c:ser>
          <c:idx val="2"/>
          <c:order val="2"/>
          <c:tx>
            <c:strRef>
              <c:f>Sheet1!$D$1</c:f>
              <c:strCache>
                <c:ptCount val="1"/>
                <c:pt idx="0">
                  <c:v>Emerging</c:v>
                </c:pt>
              </c:strCache>
            </c:strRef>
          </c:tx>
          <c:spPr>
            <a:ln>
              <a:solidFill>
                <a:srgbClr val="BABABA"/>
              </a:solidFill>
            </a:ln>
          </c:spPr>
          <c:marker>
            <c:symbol val="circle"/>
            <c:spPr>
              <a:solidFill>
                <a:srgbClr val="BABABA"/>
              </a:solidFill>
              <a:ln>
                <a:solidFill>
                  <a:srgbClr val="BABABA"/>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Sheet1!$A$2:$A$57</c:f>
              <c:strCache>
                <c:ptCount val="56"/>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strCache>
            </c:strRef>
          </c:cat>
          <c:val>
            <c:numRef>
              <c:f>Sheet1!$D$2:$D$57</c:f>
              <c:numCache>
                <c:ptCount val="56"/>
                <c:pt idx="0">
                  <c:v>205.2</c:v>
                </c:pt>
                <c:pt idx="1">
                  <c:v>206.52</c:v>
                </c:pt>
                <c:pt idx="2">
                  <c:v>205.69</c:v>
                </c:pt>
                <c:pt idx="3">
                  <c:v>205.32</c:v>
                </c:pt>
                <c:pt idx="4">
                  <c:v>204.84</c:v>
                </c:pt>
                <c:pt idx="5">
                  <c:v>205.65</c:v>
                </c:pt>
                <c:pt idx="6">
                  <c:v>206.85</c:v>
                </c:pt>
                <c:pt idx="7">
                  <c:v>207.49</c:v>
                </c:pt>
                <c:pt idx="8">
                  <c:v>207.93</c:v>
                </c:pt>
                <c:pt idx="9">
                  <c:v>208.09</c:v>
                </c:pt>
                <c:pt idx="10">
                  <c:v>208.32</c:v>
                </c:pt>
                <c:pt idx="11">
                  <c:v>209.54</c:v>
                </c:pt>
                <c:pt idx="12">
                  <c:v>210.88</c:v>
                </c:pt>
                <c:pt idx="13">
                  <c:v>210.75</c:v>
                </c:pt>
                <c:pt idx="14">
                  <c:v>211.86</c:v>
                </c:pt>
                <c:pt idx="15">
                  <c:v>212.43</c:v>
                </c:pt>
                <c:pt idx="16">
                  <c:v>213.34</c:v>
                </c:pt>
                <c:pt idx="17">
                  <c:v>213.87</c:v>
                </c:pt>
                <c:pt idx="18">
                  <c:v>214.54</c:v>
                </c:pt>
                <c:pt idx="19">
                  <c:v>215.06</c:v>
                </c:pt>
                <c:pt idx="20">
                  <c:v>215.41</c:v>
                </c:pt>
                <c:pt idx="21">
                  <c:v>217.24</c:v>
                </c:pt>
                <c:pt idx="22">
                  <c:v>218.89</c:v>
                </c:pt>
                <c:pt idx="23">
                  <c:v>219.83</c:v>
                </c:pt>
                <c:pt idx="24">
                  <c:v>220.95</c:v>
                </c:pt>
                <c:pt idx="25">
                  <c:v>222.1</c:v>
                </c:pt>
                <c:pt idx="26">
                  <c:v>225.35</c:v>
                </c:pt>
                <c:pt idx="27">
                  <c:v>227.81</c:v>
                </c:pt>
                <c:pt idx="28">
                  <c:v>229.08</c:v>
                </c:pt>
                <c:pt idx="29">
                  <c:v>230.55</c:v>
                </c:pt>
                <c:pt idx="30">
                  <c:v>231.64</c:v>
                </c:pt>
                <c:pt idx="31">
                  <c:v>232.21</c:v>
                </c:pt>
                <c:pt idx="32">
                  <c:v>233.29</c:v>
                </c:pt>
                <c:pt idx="33">
                  <c:v>234.54</c:v>
                </c:pt>
                <c:pt idx="34">
                  <c:v>235.46</c:v>
                </c:pt>
                <c:pt idx="35">
                  <c:v>236.27</c:v>
                </c:pt>
                <c:pt idx="36">
                  <c:v>237.66</c:v>
                </c:pt>
                <c:pt idx="37">
                  <c:v>238.53</c:v>
                </c:pt>
                <c:pt idx="38">
                  <c:v>239.37</c:v>
                </c:pt>
                <c:pt idx="39">
                  <c:v>240.3</c:v>
                </c:pt>
                <c:pt idx="40">
                  <c:v>241.22</c:v>
                </c:pt>
                <c:pt idx="41">
                  <c:v>242.39</c:v>
                </c:pt>
                <c:pt idx="42">
                  <c:v>244.35</c:v>
                </c:pt>
                <c:pt idx="43">
                  <c:v>246.29</c:v>
                </c:pt>
                <c:pt idx="44">
                  <c:v>247.41</c:v>
                </c:pt>
                <c:pt idx="45">
                  <c:v>248.27</c:v>
                </c:pt>
                <c:pt idx="46">
                  <c:v>249.53</c:v>
                </c:pt>
                <c:pt idx="47">
                  <c:v>251.18</c:v>
                </c:pt>
                <c:pt idx="48">
                  <c:v>253.02</c:v>
                </c:pt>
                <c:pt idx="49">
                  <c:v>254.58</c:v>
                </c:pt>
                <c:pt idx="50">
                  <c:v>255.4</c:v>
                </c:pt>
                <c:pt idx="51">
                  <c:v>256.73</c:v>
                </c:pt>
                <c:pt idx="52">
                  <c:v>257.92</c:v>
                </c:pt>
                <c:pt idx="53">
                  <c:v>258.92</c:v>
                </c:pt>
                <c:pt idx="54">
                  <c:v>260.62</c:v>
                </c:pt>
                <c:pt idx="55">
                  <c:v>261.7</c:v>
                </c:pt>
              </c:numCache>
            </c:numRef>
          </c:val>
          <c:smooth val="0"/>
        </c:ser>
        <c:ser>
          <c:idx val="3"/>
          <c:order val="3"/>
          <c:tx>
            <c:strRef>
              <c:f>Sheet1!$E$1</c:f>
              <c:strCache>
                <c:ptCount val="1"/>
                <c:pt idx="0">
                  <c:v>U.S.</c:v>
                </c:pt>
              </c:strCache>
            </c:strRef>
          </c:tx>
          <c:spPr>
            <a:ln>
              <a:solidFill>
                <a:srgbClr val="A60B0B"/>
              </a:solidFill>
            </a:ln>
          </c:spPr>
          <c:marker>
            <c:symbol val="circle"/>
            <c:spPr>
              <a:solidFill>
                <a:srgbClr val="A60B0B"/>
              </a:solidFill>
              <a:ln>
                <a:solidFill>
                  <a:srgbClr val="A60B0B"/>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Sheet1!$A$2:$A$57</c:f>
              <c:strCache>
                <c:ptCount val="56"/>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strCache>
            </c:strRef>
          </c:cat>
          <c:val>
            <c:numRef>
              <c:f>Sheet1!$E$2:$E$57</c:f>
              <c:numCache>
                <c:ptCount val="56"/>
                <c:pt idx="0">
                  <c:v>132.59</c:v>
                </c:pt>
                <c:pt idx="1">
                  <c:v>132.77</c:v>
                </c:pt>
                <c:pt idx="2">
                  <c:v>132.2</c:v>
                </c:pt>
                <c:pt idx="3">
                  <c:v>131.17</c:v>
                </c:pt>
                <c:pt idx="4">
                  <c:v>131.02</c:v>
                </c:pt>
                <c:pt idx="5">
                  <c:v>131.62</c:v>
                </c:pt>
                <c:pt idx="6">
                  <c:v>132.34</c:v>
                </c:pt>
                <c:pt idx="7">
                  <c:v>132.83</c:v>
                </c:pt>
                <c:pt idx="8">
                  <c:v>133.13</c:v>
                </c:pt>
                <c:pt idx="9">
                  <c:v>133.28</c:v>
                </c:pt>
                <c:pt idx="10">
                  <c:v>133.61</c:v>
                </c:pt>
                <c:pt idx="11">
                  <c:v>134.18</c:v>
                </c:pt>
                <c:pt idx="12">
                  <c:v>134.44</c:v>
                </c:pt>
                <c:pt idx="13">
                  <c:v>134.99</c:v>
                </c:pt>
                <c:pt idx="14">
                  <c:v>135.67</c:v>
                </c:pt>
                <c:pt idx="15">
                  <c:v>136.61</c:v>
                </c:pt>
                <c:pt idx="16">
                  <c:v>137.48</c:v>
                </c:pt>
                <c:pt idx="17">
                  <c:v>138.61</c:v>
                </c:pt>
                <c:pt idx="18">
                  <c:v>139.29</c:v>
                </c:pt>
                <c:pt idx="19">
                  <c:v>139.7</c:v>
                </c:pt>
                <c:pt idx="20">
                  <c:v>140.26</c:v>
                </c:pt>
                <c:pt idx="21">
                  <c:v>141.57</c:v>
                </c:pt>
                <c:pt idx="22">
                  <c:v>142.78</c:v>
                </c:pt>
                <c:pt idx="23">
                  <c:v>143.81</c:v>
                </c:pt>
                <c:pt idx="24">
                  <c:v>144.62</c:v>
                </c:pt>
                <c:pt idx="25">
                  <c:v>145.72</c:v>
                </c:pt>
                <c:pt idx="26">
                  <c:v>147.26</c:v>
                </c:pt>
                <c:pt idx="27">
                  <c:v>147.88</c:v>
                </c:pt>
                <c:pt idx="28">
                  <c:v>149.21</c:v>
                </c:pt>
                <c:pt idx="29">
                  <c:v>151.07</c:v>
                </c:pt>
                <c:pt idx="30">
                  <c:v>151.06</c:v>
                </c:pt>
                <c:pt idx="31">
                  <c:v>151.18</c:v>
                </c:pt>
                <c:pt idx="32">
                  <c:v>151.76</c:v>
                </c:pt>
                <c:pt idx="33">
                  <c:v>152.54</c:v>
                </c:pt>
                <c:pt idx="34">
                  <c:v>152.94</c:v>
                </c:pt>
                <c:pt idx="35">
                  <c:v>153.03</c:v>
                </c:pt>
                <c:pt idx="36">
                  <c:v>153.82</c:v>
                </c:pt>
                <c:pt idx="37">
                  <c:v>154.41</c:v>
                </c:pt>
                <c:pt idx="38">
                  <c:v>154.53</c:v>
                </c:pt>
                <c:pt idx="39">
                  <c:v>155.19</c:v>
                </c:pt>
                <c:pt idx="40">
                  <c:v>155.36</c:v>
                </c:pt>
                <c:pt idx="41">
                  <c:v>155.69</c:v>
                </c:pt>
                <c:pt idx="42">
                  <c:v>156.01</c:v>
                </c:pt>
                <c:pt idx="43">
                  <c:v>156.8</c:v>
                </c:pt>
                <c:pt idx="44">
                  <c:v>157.37</c:v>
                </c:pt>
                <c:pt idx="45">
                  <c:v>157.49</c:v>
                </c:pt>
                <c:pt idx="46">
                  <c:v>157.75</c:v>
                </c:pt>
                <c:pt idx="47">
                  <c:v>158.11</c:v>
                </c:pt>
                <c:pt idx="48">
                  <c:v>158.6</c:v>
                </c:pt>
                <c:pt idx="49">
                  <c:v>159.3</c:v>
                </c:pt>
                <c:pt idx="50">
                  <c:v>159.9</c:v>
                </c:pt>
                <c:pt idx="51">
                  <c:v>160.4</c:v>
                </c:pt>
                <c:pt idx="52">
                  <c:v>160.41</c:v>
                </c:pt>
                <c:pt idx="53">
                  <c:v>160.32</c:v>
                </c:pt>
                <c:pt idx="54">
                  <c:v>160.57</c:v>
                </c:pt>
                <c:pt idx="55">
                  <c:v>160.87</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10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Index value (2005 = 100)</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Argentina</c:v>
                </c:pt>
              </c:strCache>
            </c:strRef>
          </c:tx>
          <c:spPr>
            <a:ln>
              <a:solidFill>
                <a:srgbClr val="2875DD"/>
              </a:solidFill>
            </a:ln>
          </c:spPr>
          <c:marker>
            <c:symbol val="circle"/>
            <c:spPr>
              <a:solidFill>
                <a:srgbClr val="2875DD"/>
              </a:solidFill>
              <a:ln>
                <a:solidFill>
                  <a:srgbClr val="2875DD"/>
                </a:solidFill>
              </a:ln>
            </c:spPr>
          </c:marker>
          <c:dPt>
            <c:idx val="0"/>
            <c:invertIfNegative val="1"/>
            <c:marker>
              <c:spPr>
                <a:noFill/>
                <a:ln>
                  <a:noFill/>
                </a:ln>
              </c:spPr>
            </c:marker>
            <c:spPr>
              <a:noFill/>
              <a:ln>
                <a:noFill/>
              </a:ln>
            </c:spPr>
          </c:dPt>
          <c:dPt>
            <c:idx val="1"/>
            <c:invertIfNegative val="1"/>
            <c:marker>
              <c:spPr>
                <a:noFill/>
                <a:ln>
                  <a:noFill/>
                </a:ln>
              </c:spPr>
            </c:marker>
            <c:spPr>
              <a:noFill/>
              <a:ln>
                <a:noFill/>
              </a:ln>
            </c:spPr>
          </c:dPt>
          <c:dPt>
            <c:idx val="2"/>
            <c:invertIfNegative val="1"/>
            <c:marker>
              <c:spPr>
                <a:noFill/>
                <a:ln>
                  <a:noFill/>
                </a:ln>
              </c:spPr>
            </c:marker>
            <c:spPr>
              <a:noFill/>
              <a:ln>
                <a:noFill/>
              </a:ln>
            </c:spPr>
          </c:dPt>
          <c:dPt>
            <c:idx val="3"/>
            <c:invertIfNegative val="1"/>
            <c:spPr>
              <a:ln>
                <a:noFill/>
              </a:ln>
            </c:spPr>
          </c:dPt>
          <c:dLbls>
            <c:dLbl>
              <c:idx val="0"/>
              <c:delete val="1"/>
              <c:txPr>
                <a:bodyPr/>
                <a:p>
                  <a:pPr>
                    <a:defRPr smtId="4294967295">
                      <a:noFill/>
                    </a:defRPr>
                  </a:pPr>
                  <a:endParaRPr smtId="4294967295">
                    <a:noFill/>
                  </a:endParaRPr>
                </a:p>
              </c:txPr>
              <c:extLst/>
            </c:dLbl>
            <c:dLbl>
              <c:idx val="1"/>
              <c:delete val="1"/>
              <c:txPr>
                <a:bodyPr/>
                <a:p>
                  <a:pPr>
                    <a:defRPr smtId="4294967295">
                      <a:noFill/>
                    </a:defRPr>
                  </a:pPr>
                  <a:endParaRPr smtId="4294967295">
                    <a:noFill/>
                  </a:endParaRPr>
                </a:p>
              </c:txPr>
              <c:extLst/>
            </c:dLbl>
            <c:dLbl>
              <c:idx val="2"/>
              <c:delete val="1"/>
              <c:txPr>
                <a:bodyPr/>
                <a:p>
                  <a:pPr>
                    <a:defRPr smtId="4294967295">
                      <a:noFill/>
                    </a:defRPr>
                  </a:pPr>
                  <a:endParaRPr smtId="4294967295">
                    <a:noFill/>
                  </a:endParaRPr>
                </a:p>
              </c:txPr>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Sheet1!$B$2:$B$11</c:f>
              <c:numCache>
                <c:ptCount val="10"/>
                <c:pt idx="3">
                  <c:v>0.343</c:v>
                </c:pt>
                <c:pt idx="4">
                  <c:v>0.535</c:v>
                </c:pt>
                <c:pt idx="5">
                  <c:v>0.42</c:v>
                </c:pt>
                <c:pt idx="6">
                  <c:v>0.484</c:v>
                </c:pt>
                <c:pt idx="7">
                  <c:v>0.724</c:v>
                </c:pt>
                <c:pt idx="8">
                  <c:v>1.335</c:v>
                </c:pt>
                <c:pt idx="9">
                  <c:v>2.199</c:v>
                </c:pt>
              </c:numCache>
            </c:numRef>
          </c:val>
          <c:smooth val="0"/>
        </c:ser>
        <c:ser>
          <c:idx val="1"/>
          <c:order val="1"/>
          <c:tx>
            <c:strRef>
              <c:f>Sheet1!$C$1</c:f>
              <c:strCache>
                <c:ptCount val="1"/>
                <c:pt idx="0">
                  <c:v>Australia</c:v>
                </c:pt>
              </c:strCache>
            </c:strRef>
          </c:tx>
          <c:spPr>
            <a:ln>
              <a:solidFill>
                <a:srgbClr val="0F283E"/>
              </a:solidFill>
            </a:ln>
          </c:spPr>
          <c:marker>
            <c:symbol val="circle"/>
            <c:spPr>
              <a:solidFill>
                <a:srgbClr val="0F283E"/>
              </a:solidFill>
              <a:ln>
                <a:solidFill>
                  <a:srgbClr val="0F283E"/>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Sheet1!$C$2:$C$11</c:f>
              <c:numCache>
                <c:ptCount val="10"/>
                <c:pt idx="0">
                  <c:v>0.015</c:v>
                </c:pt>
                <c:pt idx="1">
                  <c:v>0.013</c:v>
                </c:pt>
                <c:pt idx="2">
                  <c:v>0.019</c:v>
                </c:pt>
                <c:pt idx="3">
                  <c:v>0.019</c:v>
                </c:pt>
                <c:pt idx="4">
                  <c:v>0.016</c:v>
                </c:pt>
                <c:pt idx="5">
                  <c:v>0.008</c:v>
                </c:pt>
                <c:pt idx="6">
                  <c:v>0.029</c:v>
                </c:pt>
                <c:pt idx="7">
                  <c:v>0.066</c:v>
                </c:pt>
                <c:pt idx="8">
                  <c:v>0.056</c:v>
                </c:pt>
                <c:pt idx="9">
                  <c:v>0.032</c:v>
                </c:pt>
              </c:numCache>
            </c:numRef>
          </c:val>
          <c:smooth val="0"/>
        </c:ser>
        <c:ser>
          <c:idx val="2"/>
          <c:order val="2"/>
          <c:tx>
            <c:strRef>
              <c:f>Sheet1!$D$1</c:f>
              <c:strCache>
                <c:ptCount val="1"/>
                <c:pt idx="0">
                  <c:v>Brazil</c:v>
                </c:pt>
              </c:strCache>
            </c:strRef>
          </c:tx>
          <c:spPr>
            <a:ln>
              <a:solidFill>
                <a:srgbClr val="BABABA"/>
              </a:solidFill>
            </a:ln>
          </c:spPr>
          <c:marker>
            <c:symbol val="circle"/>
            <c:spPr>
              <a:solidFill>
                <a:srgbClr val="BABABA"/>
              </a:solidFill>
              <a:ln>
                <a:solidFill>
                  <a:srgbClr val="BABABA"/>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Sheet1!$D$2:$D$11</c:f>
              <c:numCache>
                <c:ptCount val="10"/>
                <c:pt idx="0">
                  <c:v>0.09</c:v>
                </c:pt>
                <c:pt idx="1">
                  <c:v>0.087</c:v>
                </c:pt>
                <c:pt idx="2">
                  <c:v>0.034</c:v>
                </c:pt>
                <c:pt idx="3">
                  <c:v>0.037</c:v>
                </c:pt>
                <c:pt idx="4">
                  <c:v>0.037</c:v>
                </c:pt>
                <c:pt idx="5">
                  <c:v>0.032</c:v>
                </c:pt>
                <c:pt idx="6">
                  <c:v>0.083</c:v>
                </c:pt>
                <c:pt idx="7">
                  <c:v>0.093</c:v>
                </c:pt>
                <c:pt idx="8">
                  <c:v>0.046</c:v>
                </c:pt>
                <c:pt idx="9">
                  <c:v>0.044</c:v>
                </c:pt>
              </c:numCache>
            </c:numRef>
          </c:val>
          <c:smooth val="0"/>
        </c:ser>
        <c:ser>
          <c:idx val="3"/>
          <c:order val="3"/>
          <c:tx>
            <c:strRef>
              <c:f>Sheet1!$E$1</c:f>
              <c:strCache>
                <c:ptCount val="1"/>
                <c:pt idx="0">
                  <c:v>China</c:v>
                </c:pt>
              </c:strCache>
            </c:strRef>
          </c:tx>
          <c:spPr>
            <a:ln>
              <a:solidFill>
                <a:srgbClr val="A60B0B"/>
              </a:solidFill>
            </a:ln>
          </c:spPr>
          <c:marker>
            <c:symbol val="circle"/>
            <c:spPr>
              <a:solidFill>
                <a:srgbClr val="A60B0B"/>
              </a:solidFill>
              <a:ln>
                <a:solidFill>
                  <a:srgbClr val="A60B0B"/>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Sheet1!$E$2:$E$11</c:f>
              <c:numCache>
                <c:ptCount val="10"/>
                <c:pt idx="0">
                  <c:v>0.014</c:v>
                </c:pt>
                <c:pt idx="1">
                  <c:v>0.02</c:v>
                </c:pt>
                <c:pt idx="2">
                  <c:v>0.016</c:v>
                </c:pt>
                <c:pt idx="3">
                  <c:v>0.021</c:v>
                </c:pt>
                <c:pt idx="4">
                  <c:v>0.029</c:v>
                </c:pt>
                <c:pt idx="5">
                  <c:v>0.025</c:v>
                </c:pt>
                <c:pt idx="6">
                  <c:v>0.009</c:v>
                </c:pt>
                <c:pt idx="7">
                  <c:v>0.02</c:v>
                </c:pt>
                <c:pt idx="8">
                  <c:v>0.002</c:v>
                </c:pt>
                <c:pt idx="9">
                  <c:v>0.002</c:v>
                </c:pt>
              </c:numCache>
            </c:numRef>
          </c:val>
          <c:smooth val="0"/>
        </c:ser>
        <c:ser>
          <c:idx val="4"/>
          <c:order val="4"/>
          <c:tx>
            <c:strRef>
              <c:f>Sheet1!$F$1</c:f>
              <c:strCache>
                <c:ptCount val="1"/>
                <c:pt idx="0">
                  <c:v>France</c:v>
                </c:pt>
              </c:strCache>
            </c:strRef>
          </c:tx>
          <c:spPr>
            <a:ln>
              <a:solidFill>
                <a:srgbClr val="87BC24"/>
              </a:solidFill>
            </a:ln>
          </c:spPr>
          <c:marker>
            <c:symbol val="circle"/>
            <c:spPr>
              <a:solidFill>
                <a:srgbClr val="87BC24"/>
              </a:solidFill>
              <a:ln>
                <a:solidFill>
                  <a:srgbClr val="87BC24"/>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Sheet1!$F$2:$F$11</c:f>
              <c:numCache>
                <c:ptCount val="10"/>
                <c:pt idx="0">
                  <c:v>0</c:v>
                </c:pt>
                <c:pt idx="1">
                  <c:v>0.002</c:v>
                </c:pt>
                <c:pt idx="2">
                  <c:v>0.01</c:v>
                </c:pt>
                <c:pt idx="3">
                  <c:v>0.019</c:v>
                </c:pt>
                <c:pt idx="4">
                  <c:v>0.011</c:v>
                </c:pt>
                <c:pt idx="5">
                  <c:v>0.005</c:v>
                </c:pt>
                <c:pt idx="6">
                  <c:v>0.016</c:v>
                </c:pt>
                <c:pt idx="7">
                  <c:v>0.052</c:v>
                </c:pt>
                <c:pt idx="8">
                  <c:v>0.049</c:v>
                </c:pt>
                <c:pt idx="9">
                  <c:v>0.02</c:v>
                </c:pt>
              </c:numCache>
            </c:numRef>
          </c:val>
          <c:smooth val="0"/>
        </c:ser>
        <c:ser>
          <c:idx val="5"/>
          <c:order val="5"/>
          <c:tx>
            <c:strRef>
              <c:f>Sheet1!$G$1</c:f>
              <c:strCache>
                <c:ptCount val="1"/>
                <c:pt idx="0">
                  <c:v>Germany</c:v>
                </c:pt>
              </c:strCache>
            </c:strRef>
          </c:tx>
          <c:spPr>
            <a:ln>
              <a:solidFill>
                <a:srgbClr val="EBB523"/>
              </a:solidFill>
            </a:ln>
          </c:spPr>
          <c:marker>
            <c:symbol val="circle"/>
            <c:spPr>
              <a:solidFill>
                <a:srgbClr val="EBB523"/>
              </a:solidFill>
              <a:ln>
                <a:solidFill>
                  <a:srgbClr val="EBB523"/>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Sheet1!$G$2:$G$11</c:f>
              <c:numCache>
                <c:ptCount val="10"/>
                <c:pt idx="0">
                  <c:v>0.005</c:v>
                </c:pt>
                <c:pt idx="1">
                  <c:v>0.005</c:v>
                </c:pt>
                <c:pt idx="2">
                  <c:v>0.015</c:v>
                </c:pt>
                <c:pt idx="3">
                  <c:v>0.017</c:v>
                </c:pt>
                <c:pt idx="4">
                  <c:v>0.014</c:v>
                </c:pt>
                <c:pt idx="5">
                  <c:v>0.005</c:v>
                </c:pt>
                <c:pt idx="6">
                  <c:v>0.031</c:v>
                </c:pt>
                <c:pt idx="7">
                  <c:v>0.069</c:v>
                </c:pt>
                <c:pt idx="8">
                  <c:v>0.059</c:v>
                </c:pt>
                <c:pt idx="9">
                  <c:v>0.023</c:v>
                </c:pt>
              </c:numCache>
            </c:numRef>
          </c:val>
          <c:smooth val="0"/>
        </c:ser>
        <c:ser>
          <c:idx val="6"/>
          <c:order val="6"/>
          <c:tx>
            <c:strRef>
              <c:f>Sheet1!$H$1</c:f>
              <c:strCache>
                <c:ptCount val="1"/>
                <c:pt idx="0">
                  <c:v>India</c:v>
                </c:pt>
              </c:strCache>
            </c:strRef>
          </c:tx>
          <c:spPr>
            <a:ln>
              <a:solidFill>
                <a:srgbClr val="5D2B76"/>
              </a:solidFill>
            </a:ln>
          </c:spPr>
          <c:marker>
            <c:symbol val="circle"/>
            <c:spPr>
              <a:solidFill>
                <a:srgbClr val="5D2B76"/>
              </a:solidFill>
              <a:ln>
                <a:solidFill>
                  <a:srgbClr val="5D2B76"/>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Sheet1!$H$2:$H$11</c:f>
              <c:numCache>
                <c:ptCount val="10"/>
                <c:pt idx="0">
                  <c:v>0.059</c:v>
                </c:pt>
                <c:pt idx="1">
                  <c:v>0.049</c:v>
                </c:pt>
                <c:pt idx="2">
                  <c:v>0.025</c:v>
                </c:pt>
                <c:pt idx="3">
                  <c:v>0.049</c:v>
                </c:pt>
                <c:pt idx="4">
                  <c:v>0.077</c:v>
                </c:pt>
                <c:pt idx="5">
                  <c:v>0.056</c:v>
                </c:pt>
                <c:pt idx="6">
                  <c:v>0.049</c:v>
                </c:pt>
                <c:pt idx="7">
                  <c:v>0.059</c:v>
                </c:pt>
                <c:pt idx="8">
                  <c:v>0.056</c:v>
                </c:pt>
                <c:pt idx="9">
                  <c:v>0.038</c:v>
                </c:pt>
              </c:numCache>
            </c:numRef>
          </c:val>
          <c:smooth val="0"/>
        </c:ser>
        <c:ser>
          <c:idx val="7"/>
          <c:order val="7"/>
          <c:tx>
            <c:strRef>
              <c:f>Sheet1!$I$1</c:f>
              <c:strCache>
                <c:ptCount val="1"/>
                <c:pt idx="0">
                  <c:v>Italy</c:v>
                </c:pt>
              </c:strCache>
            </c:strRef>
          </c:tx>
          <c:spPr>
            <a:ln>
              <a:solidFill>
                <a:srgbClr val="C271DA"/>
              </a:solidFill>
            </a:ln>
          </c:spPr>
          <c:marker>
            <c:symbol val="circle"/>
            <c:spPr>
              <a:solidFill>
                <a:srgbClr val="C271DA"/>
              </a:solidFill>
              <a:ln>
                <a:solidFill>
                  <a:srgbClr val="C271DA"/>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Sheet1!$I$2:$I$11</c:f>
              <c:numCache>
                <c:ptCount val="10"/>
                <c:pt idx="0">
                  <c:v>0</c:v>
                </c:pt>
                <c:pt idx="1">
                  <c:v>-0.001</c:v>
                </c:pt>
                <c:pt idx="2">
                  <c:v>0.012</c:v>
                </c:pt>
                <c:pt idx="3">
                  <c:v>0.011</c:v>
                </c:pt>
                <c:pt idx="4">
                  <c:v>0.006</c:v>
                </c:pt>
                <c:pt idx="5">
                  <c:v>-0.001</c:v>
                </c:pt>
                <c:pt idx="6">
                  <c:v>0.019</c:v>
                </c:pt>
                <c:pt idx="7">
                  <c:v>0.082</c:v>
                </c:pt>
                <c:pt idx="8">
                  <c:v>0.056</c:v>
                </c:pt>
                <c:pt idx="9">
                  <c:v>0.01</c:v>
                </c:pt>
              </c:numCache>
            </c:numRef>
          </c:val>
          <c:smooth val="0"/>
        </c:ser>
        <c:ser>
          <c:idx val="8"/>
          <c:order val="8"/>
          <c:tx>
            <c:strRef>
              <c:f>Sheet1!$J$1</c:f>
              <c:strCache>
                <c:ptCount val="1"/>
                <c:pt idx="0">
                  <c:v>Japan</c:v>
                </c:pt>
              </c:strCache>
            </c:strRef>
          </c:tx>
          <c:spPr>
            <a:ln>
              <a:solidFill>
                <a:srgbClr val="76A5E3"/>
              </a:solidFill>
            </a:ln>
          </c:spPr>
          <c:marker>
            <c:symbol val="circle"/>
            <c:spPr>
              <a:solidFill>
                <a:srgbClr val="76A5E3"/>
              </a:solidFill>
              <a:ln>
                <a:solidFill>
                  <a:srgbClr val="76A5E3"/>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Sheet1!$J$2:$J$10</c:f>
              <c:numCache>
                <c:ptCount val="9"/>
                <c:pt idx="0">
                  <c:v>0.008</c:v>
                </c:pt>
                <c:pt idx="1">
                  <c:v>-0.001</c:v>
                </c:pt>
                <c:pt idx="2">
                  <c:v>0.005</c:v>
                </c:pt>
                <c:pt idx="3">
                  <c:v>0.01</c:v>
                </c:pt>
                <c:pt idx="4">
                  <c:v>0.005</c:v>
                </c:pt>
                <c:pt idx="5">
                  <c:v>0</c:v>
                </c:pt>
                <c:pt idx="6">
                  <c:v>-0.002</c:v>
                </c:pt>
                <c:pt idx="7">
                  <c:v>0.025</c:v>
                </c:pt>
                <c:pt idx="8">
                  <c:v>0.0325</c:v>
                </c:pt>
              </c:numCache>
            </c:numRef>
          </c:val>
          <c:smooth val="0"/>
        </c:ser>
        <c:ser>
          <c:idx val="9"/>
          <c:order val="9"/>
          <c:tx>
            <c:strRef>
              <c:f>Sheet1!$K$1</c:f>
              <c:strCache>
                <c:ptCount val="1"/>
                <c:pt idx="0">
                  <c:v>Russia*</c:v>
                </c:pt>
              </c:strCache>
            </c:strRef>
          </c:tx>
          <c:spPr>
            <a:ln>
              <a:solidFill>
                <a:srgbClr val="099676"/>
              </a:solidFill>
            </a:ln>
          </c:spPr>
          <c:marker>
            <c:symbol val="circle"/>
            <c:spPr>
              <a:solidFill>
                <a:srgbClr val="099676"/>
              </a:solidFill>
              <a:ln>
                <a:solidFill>
                  <a:srgbClr val="099676"/>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Sheet1!$K$2:$K$11</c:f>
              <c:numCache>
                <c:ptCount val="10"/>
                <c:pt idx="0">
                  <c:v>0.155</c:v>
                </c:pt>
                <c:pt idx="1">
                  <c:v>0.07</c:v>
                </c:pt>
                <c:pt idx="2">
                  <c:v>0.037</c:v>
                </c:pt>
                <c:pt idx="3">
                  <c:v>0.029</c:v>
                </c:pt>
                <c:pt idx="4">
                  <c:v>0.045</c:v>
                </c:pt>
                <c:pt idx="5">
                  <c:v>0.034</c:v>
                </c:pt>
                <c:pt idx="6">
                  <c:v>0.067</c:v>
                </c:pt>
                <c:pt idx="7">
                  <c:v>0.1377</c:v>
                </c:pt>
                <c:pt idx="8">
                  <c:v>0.053</c:v>
                </c:pt>
                <c:pt idx="9">
                  <c:v>0.079</c:v>
                </c:pt>
              </c:numCache>
            </c:numRef>
          </c:val>
          <c:smooth val="0"/>
        </c:ser>
        <c:ser>
          <c:idx val="10"/>
          <c:order val="10"/>
          <c:tx>
            <c:strRef>
              <c:f>Sheet1!$L$1</c:f>
              <c:strCache>
                <c:ptCount val="1"/>
                <c:pt idx="0">
                  <c:v>Saudi Arabia</c:v>
                </c:pt>
              </c:strCache>
            </c:strRef>
          </c:tx>
          <c:spPr>
            <a:ln>
              <a:solidFill>
                <a:srgbClr val="919191"/>
              </a:solidFill>
            </a:ln>
          </c:spPr>
          <c:marker>
            <c:symbol val="circle"/>
            <c:spPr>
              <a:solidFill>
                <a:srgbClr val="919191"/>
              </a:solidFill>
              <a:ln>
                <a:solidFill>
                  <a:srgbClr val="919191"/>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Sheet1!$L$2:$L$11</c:f>
              <c:numCache>
                <c:ptCount val="10"/>
                <c:pt idx="0">
                  <c:v>0.012</c:v>
                </c:pt>
                <c:pt idx="1">
                  <c:v>0.021</c:v>
                </c:pt>
                <c:pt idx="2">
                  <c:v>-0.008</c:v>
                </c:pt>
                <c:pt idx="3">
                  <c:v>0.025</c:v>
                </c:pt>
                <c:pt idx="4">
                  <c:v>-0.021</c:v>
                </c:pt>
                <c:pt idx="5">
                  <c:v>0.034</c:v>
                </c:pt>
                <c:pt idx="6">
                  <c:v>0.031</c:v>
                </c:pt>
                <c:pt idx="7">
                  <c:v>0.025</c:v>
                </c:pt>
                <c:pt idx="8">
                  <c:v>0.023</c:v>
                </c:pt>
                <c:pt idx="9">
                  <c:v>0.017</c:v>
                </c:pt>
              </c:numCache>
            </c:numRef>
          </c:val>
          <c:smooth val="0"/>
        </c:ser>
        <c:ser>
          <c:idx val="11"/>
          <c:order val="11"/>
          <c:tx>
            <c:strRef>
              <c:f>Sheet1!$M$1</c:f>
              <c:strCache>
                <c:ptCount val="1"/>
                <c:pt idx="0">
                  <c:v>South Africa</c:v>
                </c:pt>
              </c:strCache>
            </c:strRef>
          </c:tx>
          <c:spPr>
            <a:ln>
              <a:solidFill>
                <a:srgbClr val="C85A79"/>
              </a:solidFill>
            </a:ln>
          </c:spPr>
          <c:marker>
            <c:symbol val="circle"/>
            <c:spPr>
              <a:solidFill>
                <a:srgbClr val="C85A79"/>
              </a:solidFill>
              <a:ln>
                <a:solidFill>
                  <a:srgbClr val="C85A79"/>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Sheet1!$M$2:$M$11</c:f>
              <c:numCache>
                <c:ptCount val="10"/>
                <c:pt idx="0">
                  <c:v>0.045</c:v>
                </c:pt>
                <c:pt idx="1">
                  <c:v>0.066</c:v>
                </c:pt>
                <c:pt idx="2">
                  <c:v>0.052</c:v>
                </c:pt>
                <c:pt idx="3">
                  <c:v>0.045</c:v>
                </c:pt>
                <c:pt idx="4">
                  <c:v>0.041</c:v>
                </c:pt>
                <c:pt idx="5">
                  <c:v>0.032</c:v>
                </c:pt>
                <c:pt idx="6">
                  <c:v>0.046</c:v>
                </c:pt>
                <c:pt idx="7">
                  <c:v>0.07</c:v>
                </c:pt>
                <c:pt idx="8">
                  <c:v>0.061</c:v>
                </c:pt>
                <c:pt idx="9">
                  <c:v>0.044</c:v>
                </c:pt>
              </c:numCache>
            </c:numRef>
          </c:val>
          <c:smooth val="0"/>
        </c:ser>
        <c:ser>
          <c:idx val="12"/>
          <c:order val="12"/>
          <c:tx>
            <c:strRef>
              <c:f>Sheet1!$N$1</c:f>
              <c:strCache>
                <c:ptCount val="1"/>
                <c:pt idx="0">
                  <c:v>Spain</c:v>
                </c:pt>
              </c:strCache>
            </c:strRef>
          </c:tx>
          <c:spPr>
            <a:ln>
              <a:solidFill>
                <a:srgbClr val="468D02"/>
              </a:solidFill>
            </a:ln>
          </c:spPr>
          <c:marker>
            <c:symbol val="circle"/>
            <c:spPr>
              <a:solidFill>
                <a:srgbClr val="468D02"/>
              </a:solidFill>
              <a:ln>
                <a:solidFill>
                  <a:srgbClr val="468D02"/>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Sheet1!$N$2:$N$11</c:f>
              <c:numCache>
                <c:ptCount val="10"/>
                <c:pt idx="0">
                  <c:v>-0.005</c:v>
                </c:pt>
                <c:pt idx="1">
                  <c:v>-0.002</c:v>
                </c:pt>
                <c:pt idx="2">
                  <c:v>0.02</c:v>
                </c:pt>
                <c:pt idx="3">
                  <c:v>0.017</c:v>
                </c:pt>
                <c:pt idx="4">
                  <c:v>0.007</c:v>
                </c:pt>
                <c:pt idx="5">
                  <c:v>-0.003</c:v>
                </c:pt>
                <c:pt idx="6">
                  <c:v>0.031</c:v>
                </c:pt>
                <c:pt idx="7">
                  <c:v>0.084</c:v>
                </c:pt>
                <c:pt idx="8">
                  <c:v>0.035</c:v>
                </c:pt>
                <c:pt idx="9">
                  <c:v>0.028</c:v>
                </c:pt>
              </c:numCache>
            </c:numRef>
          </c:val>
          <c:smooth val="0"/>
        </c:ser>
        <c:ser>
          <c:idx val="13"/>
          <c:order val="13"/>
          <c:tx>
            <c:strRef>
              <c:f>Sheet1!$O$1</c:f>
              <c:strCache>
                <c:ptCount val="1"/>
                <c:pt idx="0">
                  <c:v>Turkey</c:v>
                </c:pt>
              </c:strCache>
            </c:strRef>
          </c:tx>
          <c:spPr>
            <a:ln>
              <a:solidFill>
                <a:srgbClr val="C8640C"/>
              </a:solidFill>
            </a:ln>
          </c:spPr>
          <c:marker>
            <c:symbol val="circle"/>
            <c:spPr>
              <a:solidFill>
                <a:srgbClr val="C8640C"/>
              </a:solidFill>
              <a:ln>
                <a:solidFill>
                  <a:srgbClr val="C8640C"/>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Sheet1!$O$2:$O$11</c:f>
              <c:numCache>
                <c:ptCount val="10"/>
                <c:pt idx="0">
                  <c:v>0.077</c:v>
                </c:pt>
                <c:pt idx="1">
                  <c:v>0.078</c:v>
                </c:pt>
                <c:pt idx="2">
                  <c:v>0.111</c:v>
                </c:pt>
                <c:pt idx="3">
                  <c:v>0.163</c:v>
                </c:pt>
                <c:pt idx="4">
                  <c:v>0.152</c:v>
                </c:pt>
                <c:pt idx="5">
                  <c:v>0.123</c:v>
                </c:pt>
                <c:pt idx="6">
                  <c:v>0.196</c:v>
                </c:pt>
                <c:pt idx="7">
                  <c:v>0.723</c:v>
                </c:pt>
                <c:pt idx="8">
                  <c:v>0.539</c:v>
                </c:pt>
                <c:pt idx="9">
                  <c:v>0.585</c:v>
                </c:pt>
              </c:numCache>
            </c:numRef>
          </c:val>
          <c:smooth val="0"/>
        </c:ser>
        <c:ser>
          <c:idx val="14"/>
          <c:order val="14"/>
          <c:tx>
            <c:strRef>
              <c:f>Sheet1!$P$1</c:f>
              <c:strCache>
                <c:ptCount val="1"/>
                <c:pt idx="0">
                  <c:v>United Kingdom</c:v>
                </c:pt>
              </c:strCache>
            </c:strRef>
          </c:tx>
          <c:spPr>
            <a:ln>
              <a:solidFill>
                <a:srgbClr val="927EB7"/>
              </a:solidFill>
            </a:ln>
          </c:spPr>
          <c:marker>
            <c:symbol val="circle"/>
            <c:spPr>
              <a:solidFill>
                <a:srgbClr val="927EB7"/>
              </a:solidFill>
              <a:ln>
                <a:solidFill>
                  <a:srgbClr val="927EB7"/>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Sheet1!$P$2:$P$11</c:f>
              <c:numCache>
                <c:ptCount val="10"/>
                <c:pt idx="0">
                  <c:v>0.004</c:v>
                </c:pt>
                <c:pt idx="1">
                  <c:v>0.01</c:v>
                </c:pt>
                <c:pt idx="2">
                  <c:v>0.026</c:v>
                </c:pt>
                <c:pt idx="3">
                  <c:v>0.023</c:v>
                </c:pt>
                <c:pt idx="4">
                  <c:v>0.017</c:v>
                </c:pt>
                <c:pt idx="5">
                  <c:v>0.01</c:v>
                </c:pt>
                <c:pt idx="6">
                  <c:v>0.025</c:v>
                </c:pt>
                <c:pt idx="7">
                  <c:v>0.079</c:v>
                </c:pt>
                <c:pt idx="8">
                  <c:v>0.068</c:v>
                </c:pt>
                <c:pt idx="9">
                  <c:v>0.033</c:v>
                </c:pt>
              </c:numCache>
            </c:numRef>
          </c:val>
          <c:smooth val="0"/>
        </c:ser>
        <c:ser>
          <c:idx val="15"/>
          <c:order val="15"/>
          <c:tx>
            <c:strRef>
              <c:f>Sheet1!$Q$1</c:f>
              <c:strCache>
                <c:ptCount val="1"/>
                <c:pt idx="0">
                  <c:v>United States</c:v>
                </c:pt>
              </c:strCache>
            </c:strRef>
          </c:tx>
          <c:spPr>
            <a:ln>
              <a:solidFill>
                <a:srgbClr val="AAA9D6"/>
              </a:solidFill>
            </a:ln>
          </c:spPr>
          <c:marker>
            <c:symbol val="circle"/>
            <c:spPr>
              <a:solidFill>
                <a:srgbClr val="AAA9D6"/>
              </a:solidFill>
              <a:ln>
                <a:solidFill>
                  <a:srgbClr val="AAA9D6"/>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Sheet1!$A$2:$A$11</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Sheet1!$Q$2:$Q$11</c:f>
              <c:numCache>
                <c:ptCount val="10"/>
                <c:pt idx="0">
                  <c:v>0.001</c:v>
                </c:pt>
                <c:pt idx="1">
                  <c:v>0.013</c:v>
                </c:pt>
                <c:pt idx="2">
                  <c:v>0.021</c:v>
                </c:pt>
                <c:pt idx="3">
                  <c:v>0.024</c:v>
                </c:pt>
                <c:pt idx="4">
                  <c:v>0.018</c:v>
                </c:pt>
                <c:pt idx="5">
                  <c:v>0.012</c:v>
                </c:pt>
                <c:pt idx="6">
                  <c:v>0.047</c:v>
                </c:pt>
                <c:pt idx="7">
                  <c:v>0.08</c:v>
                </c:pt>
                <c:pt idx="8">
                  <c:v>0.041</c:v>
                </c:pt>
                <c:pt idx="9">
                  <c:v>0.03</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Annual change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United States</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Sheet1!$A$2:$A$55</c:f>
              <c:strCache>
                <c:ptCount val="54"/>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pt idx="27">
                  <c:v>Apr '23</c:v>
                </c:pt>
                <c:pt idx="28">
                  <c:v>May '23</c:v>
                </c:pt>
                <c:pt idx="29">
                  <c:v>Jun '23</c:v>
                </c:pt>
                <c:pt idx="30">
                  <c:v>Jul '23</c:v>
                </c:pt>
                <c:pt idx="31">
                  <c:v>Aug '23</c:v>
                </c:pt>
                <c:pt idx="32">
                  <c:v>Sep '23</c:v>
                </c:pt>
                <c:pt idx="33">
                  <c:v>Oct '23</c:v>
                </c:pt>
                <c:pt idx="34">
                  <c:v>Nov '23</c:v>
                </c:pt>
                <c:pt idx="35">
                  <c:v>Dec '23</c:v>
                </c:pt>
                <c:pt idx="36">
                  <c:v>Jan '24</c:v>
                </c:pt>
                <c:pt idx="37">
                  <c:v>Feb '24</c:v>
                </c:pt>
                <c:pt idx="38">
                  <c:v>Mar '24</c:v>
                </c:pt>
                <c:pt idx="39">
                  <c:v>Apr '24</c:v>
                </c:pt>
                <c:pt idx="40">
                  <c:v>May '24</c:v>
                </c:pt>
                <c:pt idx="41">
                  <c:v>Jun '24</c:v>
                </c:pt>
                <c:pt idx="42">
                  <c:v>Jul '24</c:v>
                </c:pt>
                <c:pt idx="43">
                  <c:v>Aug '24</c:v>
                </c:pt>
                <c:pt idx="44">
                  <c:v>Sep '24</c:v>
                </c:pt>
                <c:pt idx="45">
                  <c:v>Oct' 24</c:v>
                </c:pt>
                <c:pt idx="46">
                  <c:v>Nov '24</c:v>
                </c:pt>
                <c:pt idx="47">
                  <c:v>Dec '24</c:v>
                </c:pt>
                <c:pt idx="48">
                  <c:v>Jan '25</c:v>
                </c:pt>
                <c:pt idx="49">
                  <c:v>Feb '25</c:v>
                </c:pt>
                <c:pt idx="50">
                  <c:v>Mar '25</c:v>
                </c:pt>
                <c:pt idx="51">
                  <c:v>Apr '25</c:v>
                </c:pt>
                <c:pt idx="52">
                  <c:v>May '25</c:v>
                </c:pt>
                <c:pt idx="53">
                  <c:v>Jun '25</c:v>
                </c:pt>
              </c:strCache>
            </c:strRef>
          </c:cat>
          <c:val>
            <c:numRef>
              <c:f>Sheet1!$B$2:$B$55</c:f>
              <c:numCache>
                <c:ptCount val="54"/>
                <c:pt idx="0">
                  <c:v>0.014</c:v>
                </c:pt>
                <c:pt idx="1">
                  <c:v>0.017</c:v>
                </c:pt>
                <c:pt idx="2">
                  <c:v>0.026</c:v>
                </c:pt>
                <c:pt idx="3">
                  <c:v>0.042</c:v>
                </c:pt>
                <c:pt idx="4">
                  <c:v>0.05</c:v>
                </c:pt>
                <c:pt idx="5">
                  <c:v>0.054</c:v>
                </c:pt>
                <c:pt idx="6">
                  <c:v>0.054</c:v>
                </c:pt>
                <c:pt idx="7">
                  <c:v>0.053</c:v>
                </c:pt>
                <c:pt idx="8">
                  <c:v>0.054</c:v>
                </c:pt>
                <c:pt idx="9">
                  <c:v>0.062</c:v>
                </c:pt>
                <c:pt idx="10">
                  <c:v>0.068</c:v>
                </c:pt>
                <c:pt idx="11">
                  <c:v>0.07</c:v>
                </c:pt>
                <c:pt idx="12">
                  <c:v>0.075</c:v>
                </c:pt>
                <c:pt idx="13">
                  <c:v>0.079</c:v>
                </c:pt>
                <c:pt idx="14">
                  <c:v>0.085</c:v>
                </c:pt>
                <c:pt idx="15">
                  <c:v>0.083</c:v>
                </c:pt>
                <c:pt idx="16">
                  <c:v>0.086</c:v>
                </c:pt>
                <c:pt idx="17">
                  <c:v>0.091</c:v>
                </c:pt>
                <c:pt idx="18">
                  <c:v>0.085</c:v>
                </c:pt>
                <c:pt idx="19">
                  <c:v>0.083</c:v>
                </c:pt>
                <c:pt idx="20">
                  <c:v>0.082</c:v>
                </c:pt>
                <c:pt idx="21">
                  <c:v>0.077</c:v>
                </c:pt>
                <c:pt idx="22">
                  <c:v>0.071</c:v>
                </c:pt>
                <c:pt idx="23">
                  <c:v>0.065</c:v>
                </c:pt>
                <c:pt idx="24">
                  <c:v>0.064</c:v>
                </c:pt>
                <c:pt idx="25">
                  <c:v>0.06</c:v>
                </c:pt>
                <c:pt idx="26">
                  <c:v>0.05</c:v>
                </c:pt>
                <c:pt idx="27">
                  <c:v>0.049</c:v>
                </c:pt>
                <c:pt idx="28">
                  <c:v>0.04</c:v>
                </c:pt>
                <c:pt idx="29">
                  <c:v>0.03</c:v>
                </c:pt>
                <c:pt idx="30">
                  <c:v>0.032</c:v>
                </c:pt>
                <c:pt idx="31">
                  <c:v>0.037</c:v>
                </c:pt>
                <c:pt idx="32">
                  <c:v>0.037</c:v>
                </c:pt>
                <c:pt idx="33">
                  <c:v>0.032</c:v>
                </c:pt>
                <c:pt idx="34">
                  <c:v>0.031</c:v>
                </c:pt>
                <c:pt idx="35">
                  <c:v>0.034</c:v>
                </c:pt>
                <c:pt idx="36">
                  <c:v>0.031</c:v>
                </c:pt>
                <c:pt idx="37">
                  <c:v>0.032</c:v>
                </c:pt>
                <c:pt idx="38">
                  <c:v>0.035</c:v>
                </c:pt>
                <c:pt idx="39">
                  <c:v>0.034</c:v>
                </c:pt>
                <c:pt idx="40">
                  <c:v>0.033</c:v>
                </c:pt>
                <c:pt idx="41">
                  <c:v>0.03</c:v>
                </c:pt>
                <c:pt idx="42">
                  <c:v>0.029</c:v>
                </c:pt>
                <c:pt idx="43">
                  <c:v>0.025</c:v>
                </c:pt>
                <c:pt idx="44">
                  <c:v>0.024</c:v>
                </c:pt>
                <c:pt idx="45">
                  <c:v>0.026</c:v>
                </c:pt>
                <c:pt idx="46">
                  <c:v>0.027</c:v>
                </c:pt>
                <c:pt idx="47">
                  <c:v>0.029</c:v>
                </c:pt>
                <c:pt idx="48">
                  <c:v>0.03</c:v>
                </c:pt>
                <c:pt idx="49">
                  <c:v>0.028</c:v>
                </c:pt>
                <c:pt idx="50">
                  <c:v>0.024</c:v>
                </c:pt>
                <c:pt idx="51">
                  <c:v>0.023</c:v>
                </c:pt>
                <c:pt idx="52">
                  <c:v>0.024</c:v>
                </c:pt>
                <c:pt idx="53">
                  <c:v>0.027</c:v>
                </c:pt>
              </c:numCache>
            </c:numRef>
          </c:val>
          <c:smooth val="0"/>
        </c:ser>
        <c:ser>
          <c:idx val="1"/>
          <c:order val="1"/>
          <c:tx>
            <c:strRef>
              <c:f>Sheet1!$C$1</c:f>
              <c:strCache>
                <c:ptCount val="1"/>
                <c:pt idx="0">
                  <c:v>China</c:v>
                </c:pt>
              </c:strCache>
            </c:strRef>
          </c:tx>
          <c:spPr>
            <a:ln>
              <a:solidFill>
                <a:srgbClr val="0F283E"/>
              </a:solidFill>
            </a:ln>
          </c:spPr>
          <c:marker>
            <c:symbol val="circle"/>
            <c:spPr>
              <a:solidFill>
                <a:srgbClr val="0F283E"/>
              </a:solidFill>
              <a:ln>
                <a:solidFill>
                  <a:srgbClr val="0F283E"/>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Sheet1!$A$2:$A$55</c:f>
              <c:strCache>
                <c:ptCount val="54"/>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pt idx="27">
                  <c:v>Apr '23</c:v>
                </c:pt>
                <c:pt idx="28">
                  <c:v>May '23</c:v>
                </c:pt>
                <c:pt idx="29">
                  <c:v>Jun '23</c:v>
                </c:pt>
                <c:pt idx="30">
                  <c:v>Jul '23</c:v>
                </c:pt>
                <c:pt idx="31">
                  <c:v>Aug '23</c:v>
                </c:pt>
                <c:pt idx="32">
                  <c:v>Sep '23</c:v>
                </c:pt>
                <c:pt idx="33">
                  <c:v>Oct '23</c:v>
                </c:pt>
                <c:pt idx="34">
                  <c:v>Nov '23</c:v>
                </c:pt>
                <c:pt idx="35">
                  <c:v>Dec '23</c:v>
                </c:pt>
                <c:pt idx="36">
                  <c:v>Jan '24</c:v>
                </c:pt>
                <c:pt idx="37">
                  <c:v>Feb '24</c:v>
                </c:pt>
                <c:pt idx="38">
                  <c:v>Mar '24</c:v>
                </c:pt>
                <c:pt idx="39">
                  <c:v>Apr '24</c:v>
                </c:pt>
                <c:pt idx="40">
                  <c:v>May '24</c:v>
                </c:pt>
                <c:pt idx="41">
                  <c:v>Jun '24</c:v>
                </c:pt>
                <c:pt idx="42">
                  <c:v>Jul '24</c:v>
                </c:pt>
                <c:pt idx="43">
                  <c:v>Aug '24</c:v>
                </c:pt>
                <c:pt idx="44">
                  <c:v>Sep '24</c:v>
                </c:pt>
                <c:pt idx="45">
                  <c:v>Oct' 24</c:v>
                </c:pt>
                <c:pt idx="46">
                  <c:v>Nov '24</c:v>
                </c:pt>
                <c:pt idx="47">
                  <c:v>Dec '24</c:v>
                </c:pt>
                <c:pt idx="48">
                  <c:v>Jan '25</c:v>
                </c:pt>
                <c:pt idx="49">
                  <c:v>Feb '25</c:v>
                </c:pt>
                <c:pt idx="50">
                  <c:v>Mar '25</c:v>
                </c:pt>
                <c:pt idx="51">
                  <c:v>Apr '25</c:v>
                </c:pt>
                <c:pt idx="52">
                  <c:v>May '25</c:v>
                </c:pt>
                <c:pt idx="53">
                  <c:v>Jun '25</c:v>
                </c:pt>
              </c:strCache>
            </c:strRef>
          </c:cat>
          <c:val>
            <c:numRef>
              <c:f>Sheet1!$C$2:$C$55</c:f>
              <c:numCache>
                <c:ptCount val="54"/>
                <c:pt idx="0">
                  <c:v>-0.003</c:v>
                </c:pt>
                <c:pt idx="1">
                  <c:v>-0.002</c:v>
                </c:pt>
                <c:pt idx="2">
                  <c:v>0.004</c:v>
                </c:pt>
                <c:pt idx="3">
                  <c:v>0.009</c:v>
                </c:pt>
                <c:pt idx="4">
                  <c:v>0.013</c:v>
                </c:pt>
                <c:pt idx="5">
                  <c:v>0.011</c:v>
                </c:pt>
                <c:pt idx="6">
                  <c:v>0.01</c:v>
                </c:pt>
                <c:pt idx="7">
                  <c:v>0.008</c:v>
                </c:pt>
                <c:pt idx="8">
                  <c:v>0.007</c:v>
                </c:pt>
                <c:pt idx="9">
                  <c:v>0.015</c:v>
                </c:pt>
                <c:pt idx="10">
                  <c:v>0.023</c:v>
                </c:pt>
                <c:pt idx="11">
                  <c:v>0.015</c:v>
                </c:pt>
                <c:pt idx="12">
                  <c:v>0.009</c:v>
                </c:pt>
                <c:pt idx="13">
                  <c:v>0.009</c:v>
                </c:pt>
                <c:pt idx="14">
                  <c:v>0.015</c:v>
                </c:pt>
                <c:pt idx="15">
                  <c:v>0.021</c:v>
                </c:pt>
                <c:pt idx="16">
                  <c:v>0.021</c:v>
                </c:pt>
                <c:pt idx="17">
                  <c:v>0.025</c:v>
                </c:pt>
                <c:pt idx="18">
                  <c:v>0.027</c:v>
                </c:pt>
                <c:pt idx="19">
                  <c:v>0.025</c:v>
                </c:pt>
                <c:pt idx="20">
                  <c:v>0.028</c:v>
                </c:pt>
                <c:pt idx="21">
                  <c:v>0.021</c:v>
                </c:pt>
                <c:pt idx="22">
                  <c:v>0.016</c:v>
                </c:pt>
                <c:pt idx="23">
                  <c:v>0.018</c:v>
                </c:pt>
                <c:pt idx="24">
                  <c:v>0.021</c:v>
                </c:pt>
                <c:pt idx="25">
                  <c:v>0.01</c:v>
                </c:pt>
                <c:pt idx="26">
                  <c:v>0.007</c:v>
                </c:pt>
                <c:pt idx="27">
                  <c:v>0.001</c:v>
                </c:pt>
                <c:pt idx="28">
                  <c:v>0.002</c:v>
                </c:pt>
                <c:pt idx="29">
                  <c:v>0</c:v>
                </c:pt>
                <c:pt idx="30">
                  <c:v>-0.003</c:v>
                </c:pt>
                <c:pt idx="31">
                  <c:v>0.001</c:v>
                </c:pt>
                <c:pt idx="32">
                  <c:v>0</c:v>
                </c:pt>
                <c:pt idx="33">
                  <c:v>-0.002</c:v>
                </c:pt>
                <c:pt idx="34">
                  <c:v>-0.005</c:v>
                </c:pt>
                <c:pt idx="35">
                  <c:v>-0.003</c:v>
                </c:pt>
                <c:pt idx="36">
                  <c:v>-0.008</c:v>
                </c:pt>
                <c:pt idx="37">
                  <c:v>0.007</c:v>
                </c:pt>
                <c:pt idx="38">
                  <c:v>0.001</c:v>
                </c:pt>
                <c:pt idx="39">
                  <c:v>0.003</c:v>
                </c:pt>
                <c:pt idx="40">
                  <c:v>0.003</c:v>
                </c:pt>
                <c:pt idx="41">
                  <c:v>0.002</c:v>
                </c:pt>
                <c:pt idx="42">
                  <c:v>0.005</c:v>
                </c:pt>
                <c:pt idx="43">
                  <c:v>0.006</c:v>
                </c:pt>
                <c:pt idx="44">
                  <c:v>0.004</c:v>
                </c:pt>
                <c:pt idx="45">
                  <c:v>0.003</c:v>
                </c:pt>
                <c:pt idx="46">
                  <c:v>0.002</c:v>
                </c:pt>
                <c:pt idx="47">
                  <c:v>0.001</c:v>
                </c:pt>
                <c:pt idx="48">
                  <c:v>0.005</c:v>
                </c:pt>
                <c:pt idx="49">
                  <c:v>-0.007</c:v>
                </c:pt>
                <c:pt idx="50">
                  <c:v>-0.001</c:v>
                </c:pt>
                <c:pt idx="51">
                  <c:v>-0.001</c:v>
                </c:pt>
                <c:pt idx="52">
                  <c:v>-0.001</c:v>
                </c:pt>
                <c:pt idx="53">
                  <c:v>0.001</c:v>
                </c:pt>
              </c:numCache>
            </c:numRef>
          </c:val>
          <c:smooth val="0"/>
        </c:ser>
        <c:ser>
          <c:idx val="2"/>
          <c:order val="2"/>
          <c:tx>
            <c:strRef>
              <c:f>Sheet1!$D$1</c:f>
              <c:strCache>
                <c:ptCount val="1"/>
                <c:pt idx="0">
                  <c:v>Japan</c:v>
                </c:pt>
              </c:strCache>
            </c:strRef>
          </c:tx>
          <c:spPr>
            <a:ln>
              <a:solidFill>
                <a:srgbClr val="BABABA"/>
              </a:solidFill>
            </a:ln>
          </c:spPr>
          <c:marker>
            <c:symbol val="circle"/>
            <c:spPr>
              <a:solidFill>
                <a:srgbClr val="BABABA"/>
              </a:solidFill>
              <a:ln>
                <a:solidFill>
                  <a:srgbClr val="BABABA"/>
                </a:solidFill>
              </a:ln>
            </c:spPr>
          </c:marker>
          <c:dPt>
            <c:idx val="33"/>
            <c:invertIfNegative val="1"/>
            <c:marker>
              <c:spPr>
                <a:noFill/>
                <a:ln>
                  <a:noFill/>
                </a:ln>
              </c:spPr>
            </c:marker>
            <c:spPr>
              <a:noFill/>
              <a:ln>
                <a:noFill/>
              </a:ln>
            </c:spPr>
          </c:dPt>
          <c:dPt>
            <c:idx val="34"/>
            <c:invertIfNegative val="1"/>
            <c:spPr>
              <a:ln>
                <a:noFill/>
              </a:ln>
            </c:spPr>
          </c:dPt>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delete val="1"/>
              <c:txPr>
                <a:bodyPr/>
                <a:p>
                  <a:pPr>
                    <a:defRPr smtId="4294967295">
                      <a:noFill/>
                    </a:defRPr>
                  </a:pPr>
                  <a:endParaRPr smtId="4294967295">
                    <a:noFill/>
                  </a:endParaRPr>
                </a:p>
              </c:txPr>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Sheet1!$A$2:$A$55</c:f>
              <c:strCache>
                <c:ptCount val="54"/>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pt idx="27">
                  <c:v>Apr '23</c:v>
                </c:pt>
                <c:pt idx="28">
                  <c:v>May '23</c:v>
                </c:pt>
                <c:pt idx="29">
                  <c:v>Jun '23</c:v>
                </c:pt>
                <c:pt idx="30">
                  <c:v>Jul '23</c:v>
                </c:pt>
                <c:pt idx="31">
                  <c:v>Aug '23</c:v>
                </c:pt>
                <c:pt idx="32">
                  <c:v>Sep '23</c:v>
                </c:pt>
                <c:pt idx="33">
                  <c:v>Oct '23</c:v>
                </c:pt>
                <c:pt idx="34">
                  <c:v>Nov '23</c:v>
                </c:pt>
                <c:pt idx="35">
                  <c:v>Dec '23</c:v>
                </c:pt>
                <c:pt idx="36">
                  <c:v>Jan '24</c:v>
                </c:pt>
                <c:pt idx="37">
                  <c:v>Feb '24</c:v>
                </c:pt>
                <c:pt idx="38">
                  <c:v>Mar '24</c:v>
                </c:pt>
                <c:pt idx="39">
                  <c:v>Apr '24</c:v>
                </c:pt>
                <c:pt idx="40">
                  <c:v>May '24</c:v>
                </c:pt>
                <c:pt idx="41">
                  <c:v>Jun '24</c:v>
                </c:pt>
                <c:pt idx="42">
                  <c:v>Jul '24</c:v>
                </c:pt>
                <c:pt idx="43">
                  <c:v>Aug '24</c:v>
                </c:pt>
                <c:pt idx="44">
                  <c:v>Sep '24</c:v>
                </c:pt>
                <c:pt idx="45">
                  <c:v>Oct' 24</c:v>
                </c:pt>
                <c:pt idx="46">
                  <c:v>Nov '24</c:v>
                </c:pt>
                <c:pt idx="47">
                  <c:v>Dec '24</c:v>
                </c:pt>
                <c:pt idx="48">
                  <c:v>Jan '25</c:v>
                </c:pt>
                <c:pt idx="49">
                  <c:v>Feb '25</c:v>
                </c:pt>
                <c:pt idx="50">
                  <c:v>Mar '25</c:v>
                </c:pt>
                <c:pt idx="51">
                  <c:v>Apr '25</c:v>
                </c:pt>
                <c:pt idx="52">
                  <c:v>May '25</c:v>
                </c:pt>
                <c:pt idx="53">
                  <c:v>Jun '25</c:v>
                </c:pt>
              </c:strCache>
            </c:strRef>
          </c:cat>
          <c:val>
            <c:numRef>
              <c:f>Sheet1!$D$2:$D$55</c:f>
              <c:numCache>
                <c:ptCount val="54"/>
                <c:pt idx="0">
                  <c:v>-0.007</c:v>
                </c:pt>
                <c:pt idx="1">
                  <c:v>-0.005</c:v>
                </c:pt>
                <c:pt idx="2">
                  <c:v>-0.004</c:v>
                </c:pt>
                <c:pt idx="3">
                  <c:v>-0.011</c:v>
                </c:pt>
                <c:pt idx="4">
                  <c:v>-0.008</c:v>
                </c:pt>
                <c:pt idx="5">
                  <c:v>-0.005</c:v>
                </c:pt>
                <c:pt idx="6">
                  <c:v>-0.003</c:v>
                </c:pt>
                <c:pt idx="7">
                  <c:v>-0.004</c:v>
                </c:pt>
                <c:pt idx="8">
                  <c:v>0.002</c:v>
                </c:pt>
                <c:pt idx="9">
                  <c:v>0.001</c:v>
                </c:pt>
                <c:pt idx="10">
                  <c:v>0.006</c:v>
                </c:pt>
                <c:pt idx="11">
                  <c:v>0.008</c:v>
                </c:pt>
                <c:pt idx="12">
                  <c:v>0.005</c:v>
                </c:pt>
                <c:pt idx="13">
                  <c:v>0.009</c:v>
                </c:pt>
                <c:pt idx="14">
                  <c:v>0.012</c:v>
                </c:pt>
                <c:pt idx="15">
                  <c:v>0.025</c:v>
                </c:pt>
                <c:pt idx="16">
                  <c:v>0.025</c:v>
                </c:pt>
                <c:pt idx="17">
                  <c:v>0.024</c:v>
                </c:pt>
                <c:pt idx="18">
                  <c:v>0.026</c:v>
                </c:pt>
                <c:pt idx="19">
                  <c:v>0.03</c:v>
                </c:pt>
                <c:pt idx="20">
                  <c:v>0.03</c:v>
                </c:pt>
                <c:pt idx="21">
                  <c:v>0.037</c:v>
                </c:pt>
                <c:pt idx="22">
                  <c:v>0.038</c:v>
                </c:pt>
                <c:pt idx="23">
                  <c:v>0.04</c:v>
                </c:pt>
                <c:pt idx="24">
                  <c:v>0.043</c:v>
                </c:pt>
                <c:pt idx="25">
                  <c:v>0.033</c:v>
                </c:pt>
                <c:pt idx="26">
                  <c:v>0.032</c:v>
                </c:pt>
                <c:pt idx="27">
                  <c:v>0.035</c:v>
                </c:pt>
                <c:pt idx="28">
                  <c:v>0.032</c:v>
                </c:pt>
                <c:pt idx="29">
                  <c:v>0.033</c:v>
                </c:pt>
                <c:pt idx="30">
                  <c:v>0.033</c:v>
                </c:pt>
                <c:pt idx="31">
                  <c:v>0.033</c:v>
                </c:pt>
                <c:pt idx="32">
                  <c:v>0.03</c:v>
                </c:pt>
                <c:pt idx="34">
                  <c:v>0.028</c:v>
                </c:pt>
                <c:pt idx="35">
                  <c:v>0.026</c:v>
                </c:pt>
                <c:pt idx="36">
                  <c:v>0.022</c:v>
                </c:pt>
                <c:pt idx="37">
                  <c:v>0.028</c:v>
                </c:pt>
                <c:pt idx="38">
                  <c:v>0.027</c:v>
                </c:pt>
                <c:pt idx="39">
                  <c:v>0.025</c:v>
                </c:pt>
                <c:pt idx="40">
                  <c:v>0.028</c:v>
                </c:pt>
                <c:pt idx="41">
                  <c:v>0.028</c:v>
                </c:pt>
                <c:pt idx="42">
                  <c:v>0.028</c:v>
                </c:pt>
                <c:pt idx="43">
                  <c:v>0.03</c:v>
                </c:pt>
                <c:pt idx="44">
                  <c:v>0.025</c:v>
                </c:pt>
                <c:pt idx="45">
                  <c:v>0.023</c:v>
                </c:pt>
                <c:pt idx="46">
                  <c:v>0.029</c:v>
                </c:pt>
                <c:pt idx="47">
                  <c:v>0.036</c:v>
                </c:pt>
                <c:pt idx="48">
                  <c:v>0.04</c:v>
                </c:pt>
                <c:pt idx="49">
                  <c:v>0.037</c:v>
                </c:pt>
                <c:pt idx="50">
                  <c:v>0.036</c:v>
                </c:pt>
                <c:pt idx="51">
                  <c:v>0.036</c:v>
                </c:pt>
                <c:pt idx="52">
                  <c:v>0.035</c:v>
                </c:pt>
                <c:pt idx="53">
                  <c:v>0.033</c:v>
                </c:pt>
              </c:numCache>
            </c:numRef>
          </c:val>
          <c:smooth val="0"/>
        </c:ser>
        <c:ser>
          <c:idx val="3"/>
          <c:order val="3"/>
          <c:tx>
            <c:strRef>
              <c:f>Sheet1!$E$1</c:f>
              <c:strCache>
                <c:ptCount val="1"/>
                <c:pt idx="0">
                  <c:v>Germany</c:v>
                </c:pt>
              </c:strCache>
            </c:strRef>
          </c:tx>
          <c:spPr>
            <a:ln>
              <a:solidFill>
                <a:srgbClr val="A60B0B"/>
              </a:solidFill>
            </a:ln>
          </c:spPr>
          <c:marker>
            <c:symbol val="circle"/>
            <c:spPr>
              <a:solidFill>
                <a:srgbClr val="A60B0B"/>
              </a:solidFill>
              <a:ln>
                <a:solidFill>
                  <a:srgbClr val="A60B0B"/>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Sheet1!$A$2:$A$55</c:f>
              <c:strCache>
                <c:ptCount val="54"/>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pt idx="27">
                  <c:v>Apr '23</c:v>
                </c:pt>
                <c:pt idx="28">
                  <c:v>May '23</c:v>
                </c:pt>
                <c:pt idx="29">
                  <c:v>Jun '23</c:v>
                </c:pt>
                <c:pt idx="30">
                  <c:v>Jul '23</c:v>
                </c:pt>
                <c:pt idx="31">
                  <c:v>Aug '23</c:v>
                </c:pt>
                <c:pt idx="32">
                  <c:v>Sep '23</c:v>
                </c:pt>
                <c:pt idx="33">
                  <c:v>Oct '23</c:v>
                </c:pt>
                <c:pt idx="34">
                  <c:v>Nov '23</c:v>
                </c:pt>
                <c:pt idx="35">
                  <c:v>Dec '23</c:v>
                </c:pt>
                <c:pt idx="36">
                  <c:v>Jan '24</c:v>
                </c:pt>
                <c:pt idx="37">
                  <c:v>Feb '24</c:v>
                </c:pt>
                <c:pt idx="38">
                  <c:v>Mar '24</c:v>
                </c:pt>
                <c:pt idx="39">
                  <c:v>Apr '24</c:v>
                </c:pt>
                <c:pt idx="40">
                  <c:v>May '24</c:v>
                </c:pt>
                <c:pt idx="41">
                  <c:v>Jun '24</c:v>
                </c:pt>
                <c:pt idx="42">
                  <c:v>Jul '24</c:v>
                </c:pt>
                <c:pt idx="43">
                  <c:v>Aug '24</c:v>
                </c:pt>
                <c:pt idx="44">
                  <c:v>Sep '24</c:v>
                </c:pt>
                <c:pt idx="45">
                  <c:v>Oct' 24</c:v>
                </c:pt>
                <c:pt idx="46">
                  <c:v>Nov '24</c:v>
                </c:pt>
                <c:pt idx="47">
                  <c:v>Dec '24</c:v>
                </c:pt>
                <c:pt idx="48">
                  <c:v>Jan '25</c:v>
                </c:pt>
                <c:pt idx="49">
                  <c:v>Feb '25</c:v>
                </c:pt>
                <c:pt idx="50">
                  <c:v>Mar '25</c:v>
                </c:pt>
                <c:pt idx="51">
                  <c:v>Apr '25</c:v>
                </c:pt>
                <c:pt idx="52">
                  <c:v>May '25</c:v>
                </c:pt>
                <c:pt idx="53">
                  <c:v>Jun '25</c:v>
                </c:pt>
              </c:strCache>
            </c:strRef>
          </c:cat>
          <c:val>
            <c:numRef>
              <c:f>Sheet1!$E$2:$E$55</c:f>
              <c:numCache>
                <c:ptCount val="54"/>
                <c:pt idx="0">
                  <c:v>0.01</c:v>
                </c:pt>
                <c:pt idx="1">
                  <c:v>0.013</c:v>
                </c:pt>
                <c:pt idx="2">
                  <c:v>0.017</c:v>
                </c:pt>
                <c:pt idx="3">
                  <c:v>0.02</c:v>
                </c:pt>
                <c:pt idx="4">
                  <c:v>0.025</c:v>
                </c:pt>
                <c:pt idx="5">
                  <c:v>0.023</c:v>
                </c:pt>
                <c:pt idx="6">
                  <c:v>0.038</c:v>
                </c:pt>
                <c:pt idx="7">
                  <c:v>0.039</c:v>
                </c:pt>
                <c:pt idx="8">
                  <c:v>0.041</c:v>
                </c:pt>
                <c:pt idx="9">
                  <c:v>0.045</c:v>
                </c:pt>
                <c:pt idx="10">
                  <c:v>0.052</c:v>
                </c:pt>
                <c:pt idx="11">
                  <c:v>0.053</c:v>
                </c:pt>
                <c:pt idx="12">
                  <c:v>0.049</c:v>
                </c:pt>
                <c:pt idx="13">
                  <c:v>0.051</c:v>
                </c:pt>
                <c:pt idx="14">
                  <c:v>0.073</c:v>
                </c:pt>
                <c:pt idx="15">
                  <c:v>0.074</c:v>
                </c:pt>
                <c:pt idx="16">
                  <c:v>0.079</c:v>
                </c:pt>
                <c:pt idx="17">
                  <c:v>0.076</c:v>
                </c:pt>
                <c:pt idx="18">
                  <c:v>0.075</c:v>
                </c:pt>
                <c:pt idx="19">
                  <c:v>0.079</c:v>
                </c:pt>
                <c:pt idx="20">
                  <c:v>0.1</c:v>
                </c:pt>
                <c:pt idx="21">
                  <c:v>0.104</c:v>
                </c:pt>
                <c:pt idx="22">
                  <c:v>0.1</c:v>
                </c:pt>
                <c:pt idx="23">
                  <c:v>0.086</c:v>
                </c:pt>
                <c:pt idx="24">
                  <c:v>0.087</c:v>
                </c:pt>
                <c:pt idx="25">
                  <c:v>0.087</c:v>
                </c:pt>
                <c:pt idx="26">
                  <c:v>0.074</c:v>
                </c:pt>
                <c:pt idx="27">
                  <c:v>0.072</c:v>
                </c:pt>
                <c:pt idx="28">
                  <c:v>0.061</c:v>
                </c:pt>
                <c:pt idx="29">
                  <c:v>0.064</c:v>
                </c:pt>
                <c:pt idx="30">
                  <c:v>0.062</c:v>
                </c:pt>
                <c:pt idx="31">
                  <c:v>0.061</c:v>
                </c:pt>
                <c:pt idx="32">
                  <c:v>0.045</c:v>
                </c:pt>
                <c:pt idx="33">
                  <c:v>0.038</c:v>
                </c:pt>
                <c:pt idx="34">
                  <c:v>0.032</c:v>
                </c:pt>
                <c:pt idx="35">
                  <c:v>0.037</c:v>
                </c:pt>
                <c:pt idx="36">
                  <c:v>0.029</c:v>
                </c:pt>
                <c:pt idx="37">
                  <c:v>0.025</c:v>
                </c:pt>
                <c:pt idx="38">
                  <c:v>0.022</c:v>
                </c:pt>
                <c:pt idx="39">
                  <c:v>0.022</c:v>
                </c:pt>
                <c:pt idx="40">
                  <c:v>0.024</c:v>
                </c:pt>
                <c:pt idx="41">
                  <c:v>0.022</c:v>
                </c:pt>
                <c:pt idx="42">
                  <c:v>0.023</c:v>
                </c:pt>
                <c:pt idx="43">
                  <c:v>0.019</c:v>
                </c:pt>
                <c:pt idx="44">
                  <c:v>0.016</c:v>
                </c:pt>
                <c:pt idx="45">
                  <c:v>0.02</c:v>
                </c:pt>
                <c:pt idx="46">
                  <c:v>0.022</c:v>
                </c:pt>
                <c:pt idx="47">
                  <c:v>0.026</c:v>
                </c:pt>
                <c:pt idx="48">
                  <c:v>0.023</c:v>
                </c:pt>
                <c:pt idx="49">
                  <c:v>0.023</c:v>
                </c:pt>
                <c:pt idx="50">
                  <c:v>0.022</c:v>
                </c:pt>
                <c:pt idx="51">
                  <c:v>0.021</c:v>
                </c:pt>
                <c:pt idx="52">
                  <c:v>0.021</c:v>
                </c:pt>
                <c:pt idx="53">
                  <c:v>0.02</c:v>
                </c:pt>
              </c:numCache>
            </c:numRef>
          </c:val>
          <c:smooth val="0"/>
        </c:ser>
        <c:ser>
          <c:idx val="4"/>
          <c:order val="4"/>
          <c:tx>
            <c:strRef>
              <c:f>Sheet1!$F$1</c:f>
              <c:strCache>
                <c:ptCount val="1"/>
                <c:pt idx="0">
                  <c:v>Euro Zone</c:v>
                </c:pt>
              </c:strCache>
            </c:strRef>
          </c:tx>
          <c:spPr>
            <a:ln>
              <a:solidFill>
                <a:srgbClr val="87BC24"/>
              </a:solidFill>
            </a:ln>
          </c:spPr>
          <c:marker>
            <c:symbol val="circle"/>
            <c:spPr>
              <a:solidFill>
                <a:srgbClr val="87BC24"/>
              </a:solidFill>
              <a:ln>
                <a:solidFill>
                  <a:srgbClr val="87BC24"/>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Sheet1!$A$2:$A$55</c:f>
              <c:strCache>
                <c:ptCount val="54"/>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pt idx="27">
                  <c:v>Apr '23</c:v>
                </c:pt>
                <c:pt idx="28">
                  <c:v>May '23</c:v>
                </c:pt>
                <c:pt idx="29">
                  <c:v>Jun '23</c:v>
                </c:pt>
                <c:pt idx="30">
                  <c:v>Jul '23</c:v>
                </c:pt>
                <c:pt idx="31">
                  <c:v>Aug '23</c:v>
                </c:pt>
                <c:pt idx="32">
                  <c:v>Sep '23</c:v>
                </c:pt>
                <c:pt idx="33">
                  <c:v>Oct '23</c:v>
                </c:pt>
                <c:pt idx="34">
                  <c:v>Nov '23</c:v>
                </c:pt>
                <c:pt idx="35">
                  <c:v>Dec '23</c:v>
                </c:pt>
                <c:pt idx="36">
                  <c:v>Jan '24</c:v>
                </c:pt>
                <c:pt idx="37">
                  <c:v>Feb '24</c:v>
                </c:pt>
                <c:pt idx="38">
                  <c:v>Mar '24</c:v>
                </c:pt>
                <c:pt idx="39">
                  <c:v>Apr '24</c:v>
                </c:pt>
                <c:pt idx="40">
                  <c:v>May '24</c:v>
                </c:pt>
                <c:pt idx="41">
                  <c:v>Jun '24</c:v>
                </c:pt>
                <c:pt idx="42">
                  <c:v>Jul '24</c:v>
                </c:pt>
                <c:pt idx="43">
                  <c:v>Aug '24</c:v>
                </c:pt>
                <c:pt idx="44">
                  <c:v>Sep '24</c:v>
                </c:pt>
                <c:pt idx="45">
                  <c:v>Oct' 24</c:v>
                </c:pt>
                <c:pt idx="46">
                  <c:v>Nov '24</c:v>
                </c:pt>
                <c:pt idx="47">
                  <c:v>Dec '24</c:v>
                </c:pt>
                <c:pt idx="48">
                  <c:v>Jan '25</c:v>
                </c:pt>
                <c:pt idx="49">
                  <c:v>Feb '25</c:v>
                </c:pt>
                <c:pt idx="50">
                  <c:v>Mar '25</c:v>
                </c:pt>
                <c:pt idx="51">
                  <c:v>Apr '25</c:v>
                </c:pt>
                <c:pt idx="52">
                  <c:v>May '25</c:v>
                </c:pt>
                <c:pt idx="53">
                  <c:v>Jun '25</c:v>
                </c:pt>
              </c:strCache>
            </c:strRef>
          </c:cat>
          <c:val>
            <c:numRef>
              <c:f>Sheet1!$F$2:$F$55</c:f>
              <c:numCache>
                <c:ptCount val="54"/>
                <c:pt idx="0">
                  <c:v>0.009</c:v>
                </c:pt>
                <c:pt idx="1">
                  <c:v>0.009</c:v>
                </c:pt>
                <c:pt idx="2">
                  <c:v>0.013</c:v>
                </c:pt>
                <c:pt idx="3">
                  <c:v>0.016</c:v>
                </c:pt>
                <c:pt idx="4">
                  <c:v>0.02</c:v>
                </c:pt>
                <c:pt idx="5">
                  <c:v>0.019</c:v>
                </c:pt>
                <c:pt idx="6">
                  <c:v>0.022</c:v>
                </c:pt>
                <c:pt idx="7">
                  <c:v>0.03</c:v>
                </c:pt>
                <c:pt idx="8">
                  <c:v>0.034</c:v>
                </c:pt>
                <c:pt idx="9">
                  <c:v>0.041</c:v>
                </c:pt>
                <c:pt idx="10">
                  <c:v>0.049</c:v>
                </c:pt>
                <c:pt idx="11">
                  <c:v>0.05</c:v>
                </c:pt>
                <c:pt idx="12">
                  <c:v>0.051</c:v>
                </c:pt>
                <c:pt idx="13">
                  <c:v>0.059</c:v>
                </c:pt>
                <c:pt idx="14">
                  <c:v>0.074</c:v>
                </c:pt>
                <c:pt idx="15">
                  <c:v>0.074</c:v>
                </c:pt>
                <c:pt idx="16">
                  <c:v>0.081</c:v>
                </c:pt>
                <c:pt idx="17">
                  <c:v>0.086</c:v>
                </c:pt>
                <c:pt idx="18">
                  <c:v>0.089</c:v>
                </c:pt>
                <c:pt idx="19">
                  <c:v>0.091</c:v>
                </c:pt>
                <c:pt idx="20">
                  <c:v>0.099</c:v>
                </c:pt>
                <c:pt idx="21">
                  <c:v>0.106</c:v>
                </c:pt>
                <c:pt idx="22">
                  <c:v>0.101</c:v>
                </c:pt>
                <c:pt idx="23">
                  <c:v>0.092</c:v>
                </c:pt>
                <c:pt idx="24">
                  <c:v>0.086</c:v>
                </c:pt>
                <c:pt idx="25">
                  <c:v>0.085</c:v>
                </c:pt>
                <c:pt idx="26">
                  <c:v>0.069</c:v>
                </c:pt>
                <c:pt idx="27">
                  <c:v>0.07</c:v>
                </c:pt>
                <c:pt idx="28">
                  <c:v>0.061</c:v>
                </c:pt>
                <c:pt idx="29">
                  <c:v>0.055</c:v>
                </c:pt>
                <c:pt idx="30">
                  <c:v>0.053</c:v>
                </c:pt>
                <c:pt idx="31">
                  <c:v>0.052</c:v>
                </c:pt>
                <c:pt idx="32">
                  <c:v>0.043</c:v>
                </c:pt>
                <c:pt idx="33">
                  <c:v>0.029</c:v>
                </c:pt>
                <c:pt idx="34">
                  <c:v>0.024</c:v>
                </c:pt>
                <c:pt idx="35">
                  <c:v>0.029</c:v>
                </c:pt>
                <c:pt idx="36">
                  <c:v>0.028</c:v>
                </c:pt>
                <c:pt idx="37">
                  <c:v>0.026</c:v>
                </c:pt>
                <c:pt idx="38">
                  <c:v>0.024</c:v>
                </c:pt>
                <c:pt idx="39">
                  <c:v>0.024</c:v>
                </c:pt>
                <c:pt idx="40">
                  <c:v>0.026</c:v>
                </c:pt>
                <c:pt idx="41">
                  <c:v>0.025</c:v>
                </c:pt>
                <c:pt idx="42">
                  <c:v>0.026</c:v>
                </c:pt>
                <c:pt idx="43">
                  <c:v>0.022</c:v>
                </c:pt>
                <c:pt idx="44">
                  <c:v>0.017</c:v>
                </c:pt>
                <c:pt idx="45">
                  <c:v>0.02</c:v>
                </c:pt>
                <c:pt idx="46">
                  <c:v>0.022</c:v>
                </c:pt>
                <c:pt idx="47">
                  <c:v>0.024</c:v>
                </c:pt>
                <c:pt idx="48">
                  <c:v>0.025</c:v>
                </c:pt>
                <c:pt idx="49">
                  <c:v>0.023</c:v>
                </c:pt>
                <c:pt idx="50">
                  <c:v>0.022</c:v>
                </c:pt>
                <c:pt idx="51">
                  <c:v>0.022</c:v>
                </c:pt>
                <c:pt idx="52">
                  <c:v>0.019</c:v>
                </c:pt>
                <c:pt idx="53">
                  <c:v>0.02</c:v>
                </c:pt>
              </c:numCache>
            </c:numRef>
          </c:val>
          <c:smooth val="0"/>
        </c:ser>
        <c:ser>
          <c:idx val="5"/>
          <c:order val="5"/>
          <c:tx>
            <c:strRef>
              <c:f>Sheet1!$G$1</c:f>
              <c:strCache>
                <c:ptCount val="1"/>
                <c:pt idx="0">
                  <c:v>France</c:v>
                </c:pt>
              </c:strCache>
            </c:strRef>
          </c:tx>
          <c:spPr>
            <a:ln>
              <a:solidFill>
                <a:srgbClr val="EBB523"/>
              </a:solidFill>
            </a:ln>
          </c:spPr>
          <c:marker>
            <c:symbol val="circle"/>
            <c:spPr>
              <a:solidFill>
                <a:srgbClr val="EBB523"/>
              </a:solidFill>
              <a:ln>
                <a:solidFill>
                  <a:srgbClr val="EBB523"/>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Sheet1!$A$2:$A$55</c:f>
              <c:strCache>
                <c:ptCount val="54"/>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pt idx="27">
                  <c:v>Apr '23</c:v>
                </c:pt>
                <c:pt idx="28">
                  <c:v>May '23</c:v>
                </c:pt>
                <c:pt idx="29">
                  <c:v>Jun '23</c:v>
                </c:pt>
                <c:pt idx="30">
                  <c:v>Jul '23</c:v>
                </c:pt>
                <c:pt idx="31">
                  <c:v>Aug '23</c:v>
                </c:pt>
                <c:pt idx="32">
                  <c:v>Sep '23</c:v>
                </c:pt>
                <c:pt idx="33">
                  <c:v>Oct '23</c:v>
                </c:pt>
                <c:pt idx="34">
                  <c:v>Nov '23</c:v>
                </c:pt>
                <c:pt idx="35">
                  <c:v>Dec '23</c:v>
                </c:pt>
                <c:pt idx="36">
                  <c:v>Jan '24</c:v>
                </c:pt>
                <c:pt idx="37">
                  <c:v>Feb '24</c:v>
                </c:pt>
                <c:pt idx="38">
                  <c:v>Mar '24</c:v>
                </c:pt>
                <c:pt idx="39">
                  <c:v>Apr '24</c:v>
                </c:pt>
                <c:pt idx="40">
                  <c:v>May '24</c:v>
                </c:pt>
                <c:pt idx="41">
                  <c:v>Jun '24</c:v>
                </c:pt>
                <c:pt idx="42">
                  <c:v>Jul '24</c:v>
                </c:pt>
                <c:pt idx="43">
                  <c:v>Aug '24</c:v>
                </c:pt>
                <c:pt idx="44">
                  <c:v>Sep '24</c:v>
                </c:pt>
                <c:pt idx="45">
                  <c:v>Oct' 24</c:v>
                </c:pt>
                <c:pt idx="46">
                  <c:v>Nov '24</c:v>
                </c:pt>
                <c:pt idx="47">
                  <c:v>Dec '24</c:v>
                </c:pt>
                <c:pt idx="48">
                  <c:v>Jan '25</c:v>
                </c:pt>
                <c:pt idx="49">
                  <c:v>Feb '25</c:v>
                </c:pt>
                <c:pt idx="50">
                  <c:v>Mar '25</c:v>
                </c:pt>
                <c:pt idx="51">
                  <c:v>Apr '25</c:v>
                </c:pt>
                <c:pt idx="52">
                  <c:v>May '25</c:v>
                </c:pt>
                <c:pt idx="53">
                  <c:v>Jun '25</c:v>
                </c:pt>
              </c:strCache>
            </c:strRef>
          </c:cat>
          <c:val>
            <c:numRef>
              <c:f>Sheet1!$G$2:$G$55</c:f>
              <c:numCache>
                <c:ptCount val="54"/>
                <c:pt idx="0">
                  <c:v>0.006</c:v>
                </c:pt>
                <c:pt idx="1">
                  <c:v>0.006</c:v>
                </c:pt>
                <c:pt idx="2">
                  <c:v>0.011</c:v>
                </c:pt>
                <c:pt idx="3">
                  <c:v>0.012</c:v>
                </c:pt>
                <c:pt idx="4">
                  <c:v>0.014</c:v>
                </c:pt>
                <c:pt idx="5">
                  <c:v>0.015</c:v>
                </c:pt>
                <c:pt idx="6">
                  <c:v>0.012</c:v>
                </c:pt>
                <c:pt idx="7">
                  <c:v>0.019</c:v>
                </c:pt>
                <c:pt idx="8">
                  <c:v>0.022</c:v>
                </c:pt>
                <c:pt idx="9">
                  <c:v>0.026</c:v>
                </c:pt>
                <c:pt idx="10">
                  <c:v>0.03</c:v>
                </c:pt>
                <c:pt idx="11">
                  <c:v>0.028</c:v>
                </c:pt>
                <c:pt idx="12">
                  <c:v>0.029</c:v>
                </c:pt>
                <c:pt idx="13">
                  <c:v>0.036</c:v>
                </c:pt>
                <c:pt idx="14">
                  <c:v>0.045</c:v>
                </c:pt>
                <c:pt idx="15">
                  <c:v>0.048</c:v>
                </c:pt>
                <c:pt idx="16">
                  <c:v>0.052</c:v>
                </c:pt>
                <c:pt idx="17">
                  <c:v>0.058</c:v>
                </c:pt>
                <c:pt idx="18">
                  <c:v>0.061</c:v>
                </c:pt>
                <c:pt idx="19">
                  <c:v>0.059</c:v>
                </c:pt>
                <c:pt idx="20">
                  <c:v>0.056</c:v>
                </c:pt>
                <c:pt idx="21">
                  <c:v>0.062</c:v>
                </c:pt>
                <c:pt idx="22">
                  <c:v>0.062</c:v>
                </c:pt>
                <c:pt idx="23">
                  <c:v>0.059</c:v>
                </c:pt>
                <c:pt idx="24">
                  <c:v>0.06</c:v>
                </c:pt>
                <c:pt idx="25">
                  <c:v>0.063</c:v>
                </c:pt>
                <c:pt idx="26">
                  <c:v>0.057</c:v>
                </c:pt>
                <c:pt idx="27">
                  <c:v>0.059</c:v>
                </c:pt>
                <c:pt idx="28">
                  <c:v>0.051</c:v>
                </c:pt>
                <c:pt idx="29">
                  <c:v>0.045</c:v>
                </c:pt>
                <c:pt idx="30">
                  <c:v>0.043</c:v>
                </c:pt>
                <c:pt idx="31">
                  <c:v>0.049</c:v>
                </c:pt>
                <c:pt idx="32">
                  <c:v>0.049</c:v>
                </c:pt>
                <c:pt idx="33">
                  <c:v>0.04</c:v>
                </c:pt>
                <c:pt idx="34">
                  <c:v>0.035</c:v>
                </c:pt>
                <c:pt idx="35">
                  <c:v>0.037</c:v>
                </c:pt>
                <c:pt idx="36">
                  <c:v>0.031</c:v>
                </c:pt>
                <c:pt idx="37">
                  <c:v>0.03</c:v>
                </c:pt>
                <c:pt idx="38">
                  <c:v>0.023</c:v>
                </c:pt>
                <c:pt idx="39">
                  <c:v>0.022</c:v>
                </c:pt>
                <c:pt idx="40">
                  <c:v>0.023</c:v>
                </c:pt>
                <c:pt idx="41">
                  <c:v>0.022</c:v>
                </c:pt>
                <c:pt idx="42">
                  <c:v>0.023</c:v>
                </c:pt>
                <c:pt idx="43">
                  <c:v>0.018</c:v>
                </c:pt>
                <c:pt idx="44">
                  <c:v>0.012</c:v>
                </c:pt>
                <c:pt idx="45">
                  <c:v>0.016</c:v>
                </c:pt>
                <c:pt idx="46">
                  <c:v>0.013</c:v>
                </c:pt>
                <c:pt idx="47">
                  <c:v>0.013</c:v>
                </c:pt>
                <c:pt idx="48">
                  <c:v>0.017</c:v>
                </c:pt>
                <c:pt idx="49">
                  <c:v>0.008</c:v>
                </c:pt>
                <c:pt idx="50">
                  <c:v>0.008</c:v>
                </c:pt>
                <c:pt idx="51">
                  <c:v>0.008</c:v>
                </c:pt>
                <c:pt idx="52">
                  <c:v>0.007</c:v>
                </c:pt>
                <c:pt idx="53">
                  <c:v>0.01</c:v>
                </c:pt>
              </c:numCache>
            </c:numRef>
          </c:val>
          <c:smooth val="0"/>
        </c:ser>
        <c:ser>
          <c:idx val="6"/>
          <c:order val="6"/>
          <c:tx>
            <c:strRef>
              <c:f>Sheet1!$H$1</c:f>
              <c:strCache>
                <c:ptCount val="1"/>
                <c:pt idx="0">
                  <c:v>United Kingdom</c:v>
                </c:pt>
              </c:strCache>
            </c:strRef>
          </c:tx>
          <c:spPr>
            <a:ln>
              <a:solidFill>
                <a:srgbClr val="5D2B76"/>
              </a:solidFill>
            </a:ln>
          </c:spPr>
          <c:marker>
            <c:symbol val="circle"/>
            <c:spPr>
              <a:solidFill>
                <a:srgbClr val="5D2B76"/>
              </a:solidFill>
              <a:ln>
                <a:solidFill>
                  <a:srgbClr val="5D2B76"/>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Sheet1!$A$2:$A$55</c:f>
              <c:strCache>
                <c:ptCount val="54"/>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pt idx="27">
                  <c:v>Apr '23</c:v>
                </c:pt>
                <c:pt idx="28">
                  <c:v>May '23</c:v>
                </c:pt>
                <c:pt idx="29">
                  <c:v>Jun '23</c:v>
                </c:pt>
                <c:pt idx="30">
                  <c:v>Jul '23</c:v>
                </c:pt>
                <c:pt idx="31">
                  <c:v>Aug '23</c:v>
                </c:pt>
                <c:pt idx="32">
                  <c:v>Sep '23</c:v>
                </c:pt>
                <c:pt idx="33">
                  <c:v>Oct '23</c:v>
                </c:pt>
                <c:pt idx="34">
                  <c:v>Nov '23</c:v>
                </c:pt>
                <c:pt idx="35">
                  <c:v>Dec '23</c:v>
                </c:pt>
                <c:pt idx="36">
                  <c:v>Jan '24</c:v>
                </c:pt>
                <c:pt idx="37">
                  <c:v>Feb '24</c:v>
                </c:pt>
                <c:pt idx="38">
                  <c:v>Mar '24</c:v>
                </c:pt>
                <c:pt idx="39">
                  <c:v>Apr '24</c:v>
                </c:pt>
                <c:pt idx="40">
                  <c:v>May '24</c:v>
                </c:pt>
                <c:pt idx="41">
                  <c:v>Jun '24</c:v>
                </c:pt>
                <c:pt idx="42">
                  <c:v>Jul '24</c:v>
                </c:pt>
                <c:pt idx="43">
                  <c:v>Aug '24</c:v>
                </c:pt>
                <c:pt idx="44">
                  <c:v>Sep '24</c:v>
                </c:pt>
                <c:pt idx="45">
                  <c:v>Oct' 24</c:v>
                </c:pt>
                <c:pt idx="46">
                  <c:v>Nov '24</c:v>
                </c:pt>
                <c:pt idx="47">
                  <c:v>Dec '24</c:v>
                </c:pt>
                <c:pt idx="48">
                  <c:v>Jan '25</c:v>
                </c:pt>
                <c:pt idx="49">
                  <c:v>Feb '25</c:v>
                </c:pt>
                <c:pt idx="50">
                  <c:v>Mar '25</c:v>
                </c:pt>
                <c:pt idx="51">
                  <c:v>Apr '25</c:v>
                </c:pt>
                <c:pt idx="52">
                  <c:v>May '25</c:v>
                </c:pt>
                <c:pt idx="53">
                  <c:v>Jun '25</c:v>
                </c:pt>
              </c:strCache>
            </c:strRef>
          </c:cat>
          <c:val>
            <c:numRef>
              <c:f>Sheet1!$H$2:$H$55</c:f>
              <c:numCache>
                <c:ptCount val="54"/>
                <c:pt idx="0">
                  <c:v>0.007</c:v>
                </c:pt>
                <c:pt idx="1">
                  <c:v>0.004</c:v>
                </c:pt>
                <c:pt idx="2">
                  <c:v>0.007</c:v>
                </c:pt>
                <c:pt idx="3">
                  <c:v>0.015</c:v>
                </c:pt>
                <c:pt idx="4">
                  <c:v>0.021</c:v>
                </c:pt>
                <c:pt idx="5">
                  <c:v>0.025</c:v>
                </c:pt>
                <c:pt idx="6">
                  <c:v>0.02</c:v>
                </c:pt>
                <c:pt idx="7">
                  <c:v>0.032</c:v>
                </c:pt>
                <c:pt idx="8">
                  <c:v>0.031</c:v>
                </c:pt>
                <c:pt idx="9">
                  <c:v>0.042</c:v>
                </c:pt>
                <c:pt idx="10">
                  <c:v>0.051</c:v>
                </c:pt>
                <c:pt idx="11">
                  <c:v>0.054</c:v>
                </c:pt>
                <c:pt idx="12">
                  <c:v>0.055</c:v>
                </c:pt>
                <c:pt idx="13">
                  <c:v>0.062</c:v>
                </c:pt>
                <c:pt idx="14">
                  <c:v>0.07</c:v>
                </c:pt>
                <c:pt idx="15">
                  <c:v>0.09</c:v>
                </c:pt>
                <c:pt idx="16">
                  <c:v>0.091</c:v>
                </c:pt>
                <c:pt idx="17">
                  <c:v>0.094</c:v>
                </c:pt>
                <c:pt idx="18">
                  <c:v>0.101</c:v>
                </c:pt>
                <c:pt idx="19">
                  <c:v>0.099</c:v>
                </c:pt>
                <c:pt idx="20">
                  <c:v>0.101</c:v>
                </c:pt>
                <c:pt idx="21">
                  <c:v>0.111</c:v>
                </c:pt>
                <c:pt idx="22">
                  <c:v>0.107</c:v>
                </c:pt>
                <c:pt idx="23">
                  <c:v>0.105</c:v>
                </c:pt>
                <c:pt idx="24">
                  <c:v>0.101</c:v>
                </c:pt>
                <c:pt idx="25">
                  <c:v>0.104</c:v>
                </c:pt>
                <c:pt idx="26">
                  <c:v>0.101</c:v>
                </c:pt>
                <c:pt idx="27">
                  <c:v>0.087</c:v>
                </c:pt>
                <c:pt idx="28">
                  <c:v>0.087</c:v>
                </c:pt>
                <c:pt idx="29">
                  <c:v>0.079</c:v>
                </c:pt>
                <c:pt idx="30">
                  <c:v>0.068</c:v>
                </c:pt>
                <c:pt idx="31">
                  <c:v>0.067</c:v>
                </c:pt>
                <c:pt idx="32">
                  <c:v>0.067</c:v>
                </c:pt>
                <c:pt idx="33">
                  <c:v>0.047</c:v>
                </c:pt>
                <c:pt idx="34">
                  <c:v>0.039</c:v>
                </c:pt>
                <c:pt idx="35">
                  <c:v>0.04</c:v>
                </c:pt>
                <c:pt idx="36">
                  <c:v>0.04</c:v>
                </c:pt>
                <c:pt idx="37">
                  <c:v>0.034</c:v>
                </c:pt>
                <c:pt idx="38">
                  <c:v>0.032</c:v>
                </c:pt>
                <c:pt idx="39">
                  <c:v>0.023</c:v>
                </c:pt>
                <c:pt idx="40">
                  <c:v>0.02</c:v>
                </c:pt>
                <c:pt idx="41">
                  <c:v>0.02</c:v>
                </c:pt>
                <c:pt idx="42">
                  <c:v>0.022</c:v>
                </c:pt>
                <c:pt idx="43">
                  <c:v>0.022</c:v>
                </c:pt>
                <c:pt idx="44">
                  <c:v>0.017</c:v>
                </c:pt>
                <c:pt idx="45">
                  <c:v>0.023</c:v>
                </c:pt>
                <c:pt idx="46">
                  <c:v>0.026</c:v>
                </c:pt>
                <c:pt idx="47">
                  <c:v>0.025</c:v>
                </c:pt>
                <c:pt idx="48">
                  <c:v>0.03</c:v>
                </c:pt>
                <c:pt idx="49">
                  <c:v>0.028</c:v>
                </c:pt>
                <c:pt idx="50">
                  <c:v>0.026</c:v>
                </c:pt>
                <c:pt idx="51">
                  <c:v>0.035</c:v>
                </c:pt>
                <c:pt idx="52">
                  <c:v>0.034</c:v>
                </c:pt>
                <c:pt idx="53">
                  <c:v>0.036</c:v>
                </c:pt>
              </c:numCache>
            </c:numRef>
          </c:val>
          <c:smooth val="0"/>
        </c:ser>
        <c:ser>
          <c:idx val="7"/>
          <c:order val="7"/>
          <c:tx>
            <c:strRef>
              <c:f>Sheet1!$I$1</c:f>
              <c:strCache>
                <c:ptCount val="1"/>
                <c:pt idx="0">
                  <c:v>Brazil</c:v>
                </c:pt>
              </c:strCache>
            </c:strRef>
          </c:tx>
          <c:spPr>
            <a:ln>
              <a:solidFill>
                <a:srgbClr val="C271DA"/>
              </a:solidFill>
            </a:ln>
          </c:spPr>
          <c:marker>
            <c:symbol val="circle"/>
            <c:spPr>
              <a:solidFill>
                <a:srgbClr val="C271DA"/>
              </a:solidFill>
              <a:ln>
                <a:solidFill>
                  <a:srgbClr val="C271D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Sheet1!$A$2:$A$55</c:f>
              <c:strCache>
                <c:ptCount val="54"/>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pt idx="27">
                  <c:v>Apr '23</c:v>
                </c:pt>
                <c:pt idx="28">
                  <c:v>May '23</c:v>
                </c:pt>
                <c:pt idx="29">
                  <c:v>Jun '23</c:v>
                </c:pt>
                <c:pt idx="30">
                  <c:v>Jul '23</c:v>
                </c:pt>
                <c:pt idx="31">
                  <c:v>Aug '23</c:v>
                </c:pt>
                <c:pt idx="32">
                  <c:v>Sep '23</c:v>
                </c:pt>
                <c:pt idx="33">
                  <c:v>Oct '23</c:v>
                </c:pt>
                <c:pt idx="34">
                  <c:v>Nov '23</c:v>
                </c:pt>
                <c:pt idx="35">
                  <c:v>Dec '23</c:v>
                </c:pt>
                <c:pt idx="36">
                  <c:v>Jan '24</c:v>
                </c:pt>
                <c:pt idx="37">
                  <c:v>Feb '24</c:v>
                </c:pt>
                <c:pt idx="38">
                  <c:v>Mar '24</c:v>
                </c:pt>
                <c:pt idx="39">
                  <c:v>Apr '24</c:v>
                </c:pt>
                <c:pt idx="40">
                  <c:v>May '24</c:v>
                </c:pt>
                <c:pt idx="41">
                  <c:v>Jun '24</c:v>
                </c:pt>
                <c:pt idx="42">
                  <c:v>Jul '24</c:v>
                </c:pt>
                <c:pt idx="43">
                  <c:v>Aug '24</c:v>
                </c:pt>
                <c:pt idx="44">
                  <c:v>Sep '24</c:v>
                </c:pt>
                <c:pt idx="45">
                  <c:v>Oct' 24</c:v>
                </c:pt>
                <c:pt idx="46">
                  <c:v>Nov '24</c:v>
                </c:pt>
                <c:pt idx="47">
                  <c:v>Dec '24</c:v>
                </c:pt>
                <c:pt idx="48">
                  <c:v>Jan '25</c:v>
                </c:pt>
                <c:pt idx="49">
                  <c:v>Feb '25</c:v>
                </c:pt>
                <c:pt idx="50">
                  <c:v>Mar '25</c:v>
                </c:pt>
                <c:pt idx="51">
                  <c:v>Apr '25</c:v>
                </c:pt>
                <c:pt idx="52">
                  <c:v>May '25</c:v>
                </c:pt>
                <c:pt idx="53">
                  <c:v>Jun '25</c:v>
                </c:pt>
              </c:strCache>
            </c:strRef>
          </c:cat>
          <c:val>
            <c:numRef>
              <c:f>Sheet1!$I$2:$I$55</c:f>
              <c:numCache>
                <c:ptCount val="54"/>
                <c:pt idx="0">
                  <c:v>0.0456</c:v>
                </c:pt>
                <c:pt idx="1">
                  <c:v>0.052</c:v>
                </c:pt>
                <c:pt idx="2">
                  <c:v>0.061</c:v>
                </c:pt>
                <c:pt idx="3">
                  <c:v>0.0676</c:v>
                </c:pt>
                <c:pt idx="4">
                  <c:v>0.0806</c:v>
                </c:pt>
                <c:pt idx="5">
                  <c:v>0.0835</c:v>
                </c:pt>
                <c:pt idx="6">
                  <c:v>0.0899</c:v>
                </c:pt>
                <c:pt idx="7">
                  <c:v>0.0968</c:v>
                </c:pt>
                <c:pt idx="8">
                  <c:v>0.1025</c:v>
                </c:pt>
                <c:pt idx="9">
                  <c:v>0.1067</c:v>
                </c:pt>
                <c:pt idx="10">
                  <c:v>0.1074</c:v>
                </c:pt>
                <c:pt idx="11">
                  <c:v>0.1006</c:v>
                </c:pt>
                <c:pt idx="12">
                  <c:v>0.1038</c:v>
                </c:pt>
                <c:pt idx="13">
                  <c:v>0.1054</c:v>
                </c:pt>
                <c:pt idx="14">
                  <c:v>0.113</c:v>
                </c:pt>
                <c:pt idx="15">
                  <c:v>0.1213</c:v>
                </c:pt>
                <c:pt idx="16">
                  <c:v>0.1173</c:v>
                </c:pt>
                <c:pt idx="17">
                  <c:v>0.1189</c:v>
                </c:pt>
                <c:pt idx="18">
                  <c:v>0.1007</c:v>
                </c:pt>
                <c:pt idx="19">
                  <c:v>0.0873</c:v>
                </c:pt>
                <c:pt idx="20">
                  <c:v>0.0717</c:v>
                </c:pt>
                <c:pt idx="21">
                  <c:v>0.0647</c:v>
                </c:pt>
                <c:pt idx="22">
                  <c:v>0.059</c:v>
                </c:pt>
                <c:pt idx="23">
                  <c:v>0.0579</c:v>
                </c:pt>
                <c:pt idx="24">
                  <c:v>0.0577</c:v>
                </c:pt>
                <c:pt idx="25">
                  <c:v>0.056</c:v>
                </c:pt>
                <c:pt idx="26">
                  <c:v>0.0465</c:v>
                </c:pt>
                <c:pt idx="27">
                  <c:v>0.0272</c:v>
                </c:pt>
                <c:pt idx="28">
                  <c:v>0.0295</c:v>
                </c:pt>
                <c:pt idx="29">
                  <c:v>0.0287</c:v>
                </c:pt>
                <c:pt idx="30">
                  <c:v>0.0299</c:v>
                </c:pt>
                <c:pt idx="31">
                  <c:v>0.0323</c:v>
                </c:pt>
                <c:pt idx="32">
                  <c:v>0.035</c:v>
                </c:pt>
                <c:pt idx="33">
                  <c:v>0.0375</c:v>
                </c:pt>
                <c:pt idx="34">
                  <c:v>0.0468</c:v>
                </c:pt>
                <c:pt idx="35">
                  <c:v>0.0462</c:v>
                </c:pt>
                <c:pt idx="36">
                  <c:v>0.0451</c:v>
                </c:pt>
                <c:pt idx="37">
                  <c:v>0.045</c:v>
                </c:pt>
                <c:pt idx="38">
                  <c:v>0.0393</c:v>
                </c:pt>
                <c:pt idx="39">
                  <c:v>0.0369</c:v>
                </c:pt>
                <c:pt idx="40">
                  <c:v>0.0393</c:v>
                </c:pt>
                <c:pt idx="41">
                  <c:v>0.0423</c:v>
                </c:pt>
                <c:pt idx="42">
                  <c:v>0.045</c:v>
                </c:pt>
                <c:pt idx="43">
                  <c:v>0.0424</c:v>
                </c:pt>
                <c:pt idx="44">
                  <c:v>0.0442</c:v>
                </c:pt>
                <c:pt idx="45">
                  <c:v>0.0476</c:v>
                </c:pt>
                <c:pt idx="46">
                  <c:v>0.0487</c:v>
                </c:pt>
                <c:pt idx="47">
                  <c:v>0.0483</c:v>
                </c:pt>
                <c:pt idx="48">
                  <c:v>0.0456</c:v>
                </c:pt>
                <c:pt idx="49">
                  <c:v>0.0506</c:v>
                </c:pt>
                <c:pt idx="50">
                  <c:v>0.0548</c:v>
                </c:pt>
                <c:pt idx="51">
                  <c:v>0.0553</c:v>
                </c:pt>
                <c:pt idx="52">
                  <c:v>0.0532</c:v>
                </c:pt>
                <c:pt idx="53">
                  <c:v>0.0518</c:v>
                </c:pt>
              </c:numCache>
            </c:numRef>
          </c:val>
          <c:smooth val="0"/>
        </c:ser>
        <c:ser>
          <c:idx val="8"/>
          <c:order val="8"/>
          <c:tx>
            <c:strRef>
              <c:f>Sheet1!$J$1</c:f>
              <c:strCache>
                <c:ptCount val="1"/>
                <c:pt idx="0">
                  <c:v>Russia</c:v>
                </c:pt>
              </c:strCache>
            </c:strRef>
          </c:tx>
          <c:spPr>
            <a:ln>
              <a:solidFill>
                <a:srgbClr val="76A5E3"/>
              </a:solidFill>
            </a:ln>
          </c:spPr>
          <c:marker>
            <c:symbol val="circle"/>
            <c:spPr>
              <a:solidFill>
                <a:srgbClr val="76A5E3"/>
              </a:solidFill>
              <a:ln>
                <a:solidFill>
                  <a:srgbClr val="76A5E3"/>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Sheet1!$A$2:$A$55</c:f>
              <c:strCache>
                <c:ptCount val="54"/>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pt idx="27">
                  <c:v>Apr '23</c:v>
                </c:pt>
                <c:pt idx="28">
                  <c:v>May '23</c:v>
                </c:pt>
                <c:pt idx="29">
                  <c:v>Jun '23</c:v>
                </c:pt>
                <c:pt idx="30">
                  <c:v>Jul '23</c:v>
                </c:pt>
                <c:pt idx="31">
                  <c:v>Aug '23</c:v>
                </c:pt>
                <c:pt idx="32">
                  <c:v>Sep '23</c:v>
                </c:pt>
                <c:pt idx="33">
                  <c:v>Oct '23</c:v>
                </c:pt>
                <c:pt idx="34">
                  <c:v>Nov '23</c:v>
                </c:pt>
                <c:pt idx="35">
                  <c:v>Dec '23</c:v>
                </c:pt>
                <c:pt idx="36">
                  <c:v>Jan '24</c:v>
                </c:pt>
                <c:pt idx="37">
                  <c:v>Feb '24</c:v>
                </c:pt>
                <c:pt idx="38">
                  <c:v>Mar '24</c:v>
                </c:pt>
                <c:pt idx="39">
                  <c:v>Apr '24</c:v>
                </c:pt>
                <c:pt idx="40">
                  <c:v>May '24</c:v>
                </c:pt>
                <c:pt idx="41">
                  <c:v>Jun '24</c:v>
                </c:pt>
                <c:pt idx="42">
                  <c:v>Jul '24</c:v>
                </c:pt>
                <c:pt idx="43">
                  <c:v>Aug '24</c:v>
                </c:pt>
                <c:pt idx="44">
                  <c:v>Sep '24</c:v>
                </c:pt>
                <c:pt idx="45">
                  <c:v>Oct' 24</c:v>
                </c:pt>
                <c:pt idx="46">
                  <c:v>Nov '24</c:v>
                </c:pt>
                <c:pt idx="47">
                  <c:v>Dec '24</c:v>
                </c:pt>
                <c:pt idx="48">
                  <c:v>Jan '25</c:v>
                </c:pt>
                <c:pt idx="49">
                  <c:v>Feb '25</c:v>
                </c:pt>
                <c:pt idx="50">
                  <c:v>Mar '25</c:v>
                </c:pt>
                <c:pt idx="51">
                  <c:v>Apr '25</c:v>
                </c:pt>
                <c:pt idx="52">
                  <c:v>May '25</c:v>
                </c:pt>
                <c:pt idx="53">
                  <c:v>Jun '25</c:v>
                </c:pt>
              </c:strCache>
            </c:strRef>
          </c:cat>
          <c:val>
            <c:numRef>
              <c:f>Sheet1!$J$2:$J$55</c:f>
              <c:numCache>
                <c:ptCount val="54"/>
                <c:pt idx="0">
                  <c:v>0.0518</c:v>
                </c:pt>
                <c:pt idx="1">
                  <c:v>0.0567</c:v>
                </c:pt>
                <c:pt idx="2">
                  <c:v>0.0579</c:v>
                </c:pt>
                <c:pt idx="3">
                  <c:v>0.0553</c:v>
                </c:pt>
                <c:pt idx="4">
                  <c:v>0.0602</c:v>
                </c:pt>
                <c:pt idx="5">
                  <c:v>0.065</c:v>
                </c:pt>
                <c:pt idx="6">
                  <c:v>0.0646</c:v>
                </c:pt>
                <c:pt idx="7">
                  <c:v>0.0668</c:v>
                </c:pt>
                <c:pt idx="8">
                  <c:v>0.074</c:v>
                </c:pt>
                <c:pt idx="9">
                  <c:v>0.0813</c:v>
                </c:pt>
                <c:pt idx="10">
                  <c:v>0.084</c:v>
                </c:pt>
                <c:pt idx="11">
                  <c:v>0.0839</c:v>
                </c:pt>
                <c:pt idx="12">
                  <c:v>0.0873</c:v>
                </c:pt>
                <c:pt idx="13">
                  <c:v>0.0915</c:v>
                </c:pt>
                <c:pt idx="14">
                  <c:v>0.167</c:v>
                </c:pt>
                <c:pt idx="15">
                  <c:v>0.178</c:v>
                </c:pt>
                <c:pt idx="16">
                  <c:v>0.171</c:v>
                </c:pt>
                <c:pt idx="17">
                  <c:v>0.159</c:v>
                </c:pt>
                <c:pt idx="18">
                  <c:v>0.151</c:v>
                </c:pt>
                <c:pt idx="19">
                  <c:v>0.143</c:v>
                </c:pt>
                <c:pt idx="20">
                  <c:v>0.137</c:v>
                </c:pt>
                <c:pt idx="21">
                  <c:v>0.126</c:v>
                </c:pt>
                <c:pt idx="22">
                  <c:v>0.12</c:v>
                </c:pt>
                <c:pt idx="23">
                  <c:v>0.1194</c:v>
                </c:pt>
                <c:pt idx="24">
                  <c:v>0.118</c:v>
                </c:pt>
                <c:pt idx="25">
                  <c:v>0.11</c:v>
                </c:pt>
                <c:pt idx="26">
                  <c:v>0.035</c:v>
                </c:pt>
                <c:pt idx="27">
                  <c:v>0.023</c:v>
                </c:pt>
                <c:pt idx="28">
                  <c:v>0.025</c:v>
                </c:pt>
                <c:pt idx="29">
                  <c:v>0.032</c:v>
                </c:pt>
                <c:pt idx="30">
                  <c:v>0.043</c:v>
                </c:pt>
                <c:pt idx="31">
                  <c:v>0.052</c:v>
                </c:pt>
                <c:pt idx="32">
                  <c:v>0.06</c:v>
                </c:pt>
                <c:pt idx="33">
                  <c:v>0.067</c:v>
                </c:pt>
                <c:pt idx="34">
                  <c:v>0.075</c:v>
                </c:pt>
                <c:pt idx="35">
                  <c:v>0.074</c:v>
                </c:pt>
                <c:pt idx="36">
                  <c:v>0.074</c:v>
                </c:pt>
                <c:pt idx="37">
                  <c:v>0.077</c:v>
                </c:pt>
                <c:pt idx="38">
                  <c:v>0.077</c:v>
                </c:pt>
                <c:pt idx="39">
                  <c:v>0.078</c:v>
                </c:pt>
                <c:pt idx="40">
                  <c:v>0.083</c:v>
                </c:pt>
                <c:pt idx="41">
                  <c:v>0.086</c:v>
                </c:pt>
                <c:pt idx="42">
                  <c:v>0.091</c:v>
                </c:pt>
                <c:pt idx="43">
                  <c:v>0.091</c:v>
                </c:pt>
                <c:pt idx="44">
                  <c:v>0.086</c:v>
                </c:pt>
                <c:pt idx="45">
                  <c:v>0.085</c:v>
                </c:pt>
                <c:pt idx="46">
                  <c:v>0.089</c:v>
                </c:pt>
                <c:pt idx="47">
                  <c:v>0.095</c:v>
                </c:pt>
                <c:pt idx="48">
                  <c:v>0.099</c:v>
                </c:pt>
                <c:pt idx="49">
                  <c:v>0.101</c:v>
                </c:pt>
                <c:pt idx="50">
                  <c:v>0.103</c:v>
                </c:pt>
                <c:pt idx="51">
                  <c:v>0.102</c:v>
                </c:pt>
                <c:pt idx="52">
                  <c:v>0.099</c:v>
                </c:pt>
                <c:pt idx="53">
                  <c:v>0.094</c:v>
                </c:pt>
              </c:numCache>
            </c:numRef>
          </c:val>
          <c:smooth val="0"/>
        </c:ser>
        <c:ser>
          <c:idx val="9"/>
          <c:order val="9"/>
          <c:tx>
            <c:strRef>
              <c:f>Sheet1!$K$1</c:f>
              <c:strCache>
                <c:ptCount val="1"/>
                <c:pt idx="0">
                  <c:v>India</c:v>
                </c:pt>
              </c:strCache>
            </c:strRef>
          </c:tx>
          <c:spPr>
            <a:ln>
              <a:solidFill>
                <a:srgbClr val="099676"/>
              </a:solidFill>
            </a:ln>
          </c:spPr>
          <c:marker>
            <c:symbol val="circle"/>
            <c:spPr>
              <a:solidFill>
                <a:srgbClr val="099676"/>
              </a:solidFill>
              <a:ln>
                <a:solidFill>
                  <a:srgbClr val="099676"/>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Sheet1!$A$2:$A$55</c:f>
              <c:strCache>
                <c:ptCount val="54"/>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pt idx="27">
                  <c:v>Apr '23</c:v>
                </c:pt>
                <c:pt idx="28">
                  <c:v>May '23</c:v>
                </c:pt>
                <c:pt idx="29">
                  <c:v>Jun '23</c:v>
                </c:pt>
                <c:pt idx="30">
                  <c:v>Jul '23</c:v>
                </c:pt>
                <c:pt idx="31">
                  <c:v>Aug '23</c:v>
                </c:pt>
                <c:pt idx="32">
                  <c:v>Sep '23</c:v>
                </c:pt>
                <c:pt idx="33">
                  <c:v>Oct '23</c:v>
                </c:pt>
                <c:pt idx="34">
                  <c:v>Nov '23</c:v>
                </c:pt>
                <c:pt idx="35">
                  <c:v>Dec '23</c:v>
                </c:pt>
                <c:pt idx="36">
                  <c:v>Jan '24</c:v>
                </c:pt>
                <c:pt idx="37">
                  <c:v>Feb '24</c:v>
                </c:pt>
                <c:pt idx="38">
                  <c:v>Mar '24</c:v>
                </c:pt>
                <c:pt idx="39">
                  <c:v>Apr '24</c:v>
                </c:pt>
                <c:pt idx="40">
                  <c:v>May '24</c:v>
                </c:pt>
                <c:pt idx="41">
                  <c:v>Jun '24</c:v>
                </c:pt>
                <c:pt idx="42">
                  <c:v>Jul '24</c:v>
                </c:pt>
                <c:pt idx="43">
                  <c:v>Aug '24</c:v>
                </c:pt>
                <c:pt idx="44">
                  <c:v>Sep '24</c:v>
                </c:pt>
                <c:pt idx="45">
                  <c:v>Oct' 24</c:v>
                </c:pt>
                <c:pt idx="46">
                  <c:v>Nov '24</c:v>
                </c:pt>
                <c:pt idx="47">
                  <c:v>Dec '24</c:v>
                </c:pt>
                <c:pt idx="48">
                  <c:v>Jan '25</c:v>
                </c:pt>
                <c:pt idx="49">
                  <c:v>Feb '25</c:v>
                </c:pt>
                <c:pt idx="50">
                  <c:v>Mar '25</c:v>
                </c:pt>
                <c:pt idx="51">
                  <c:v>Apr '25</c:v>
                </c:pt>
                <c:pt idx="52">
                  <c:v>May '25</c:v>
                </c:pt>
                <c:pt idx="53">
                  <c:v>Jun '25</c:v>
                </c:pt>
              </c:strCache>
            </c:strRef>
          </c:cat>
          <c:val>
            <c:numRef>
              <c:f>Sheet1!$K$2:$K$55</c:f>
              <c:numCache>
                <c:ptCount val="54"/>
                <c:pt idx="0">
                  <c:v>0.0315</c:v>
                </c:pt>
                <c:pt idx="1">
                  <c:v>0.0448</c:v>
                </c:pt>
                <c:pt idx="2">
                  <c:v>0.0564</c:v>
                </c:pt>
                <c:pt idx="3">
                  <c:v>0.0514</c:v>
                </c:pt>
                <c:pt idx="4">
                  <c:v>0.0524</c:v>
                </c:pt>
                <c:pt idx="5">
                  <c:v>0.0557</c:v>
                </c:pt>
                <c:pt idx="6">
                  <c:v>0.0527</c:v>
                </c:pt>
                <c:pt idx="7">
                  <c:v>0.0479</c:v>
                </c:pt>
                <c:pt idx="8">
                  <c:v>0.0441</c:v>
                </c:pt>
                <c:pt idx="9">
                  <c:v>0.045</c:v>
                </c:pt>
                <c:pt idx="10">
                  <c:v>0.0484</c:v>
                </c:pt>
                <c:pt idx="11">
                  <c:v>0.0556</c:v>
                </c:pt>
                <c:pt idx="12">
                  <c:v>0.0584</c:v>
                </c:pt>
                <c:pt idx="13">
                  <c:v>0.0504</c:v>
                </c:pt>
                <c:pt idx="14">
                  <c:v>0.0535</c:v>
                </c:pt>
                <c:pt idx="15">
                  <c:v>0.0633</c:v>
                </c:pt>
                <c:pt idx="16">
                  <c:v>0.0697</c:v>
                </c:pt>
                <c:pt idx="17">
                  <c:v>0.0616</c:v>
                </c:pt>
                <c:pt idx="18">
                  <c:v>0.0578</c:v>
                </c:pt>
                <c:pt idx="19">
                  <c:v>0.0585</c:v>
                </c:pt>
                <c:pt idx="20">
                  <c:v>0.0649</c:v>
                </c:pt>
                <c:pt idx="21">
                  <c:v>0.0608</c:v>
                </c:pt>
                <c:pt idx="22">
                  <c:v>0.0541</c:v>
                </c:pt>
                <c:pt idx="23">
                  <c:v>0.055</c:v>
                </c:pt>
                <c:pt idx="24">
                  <c:v>0.0616</c:v>
                </c:pt>
                <c:pt idx="25">
                  <c:v>0.0616</c:v>
                </c:pt>
                <c:pt idx="26">
                  <c:v>0.0579</c:v>
                </c:pt>
                <c:pt idx="27">
                  <c:v>0.0509</c:v>
                </c:pt>
                <c:pt idx="28">
                  <c:v>0.0442</c:v>
                </c:pt>
                <c:pt idx="29">
                  <c:v>0.0557</c:v>
                </c:pt>
                <c:pt idx="30">
                  <c:v>0.0754</c:v>
                </c:pt>
                <c:pt idx="31">
                  <c:v>0.0691</c:v>
                </c:pt>
                <c:pt idx="32">
                  <c:v>0.0472</c:v>
                </c:pt>
                <c:pt idx="33">
                  <c:v>0.0445</c:v>
                </c:pt>
                <c:pt idx="34">
                  <c:v>0.0498</c:v>
                </c:pt>
                <c:pt idx="35">
                  <c:v>0.0491</c:v>
                </c:pt>
                <c:pt idx="36">
                  <c:v>0.0459</c:v>
                </c:pt>
                <c:pt idx="37">
                  <c:v>0.049</c:v>
                </c:pt>
                <c:pt idx="38">
                  <c:v>0.042</c:v>
                </c:pt>
                <c:pt idx="39">
                  <c:v>0.0387</c:v>
                </c:pt>
                <c:pt idx="40">
                  <c:v>0.0386</c:v>
                </c:pt>
                <c:pt idx="41">
                  <c:v>0.0367</c:v>
                </c:pt>
                <c:pt idx="42">
                  <c:v>0.0215</c:v>
                </c:pt>
                <c:pt idx="43">
                  <c:v>0.0244</c:v>
                </c:pt>
                <c:pt idx="44">
                  <c:v>0.0422</c:v>
                </c:pt>
                <c:pt idx="45">
                  <c:v>0.0441</c:v>
                </c:pt>
                <c:pt idx="46">
                  <c:v>0.0388</c:v>
                </c:pt>
                <c:pt idx="47">
                  <c:v>0.0353</c:v>
                </c:pt>
                <c:pt idx="48">
                  <c:v>0.031</c:v>
                </c:pt>
                <c:pt idx="49">
                  <c:v>0.0259</c:v>
                </c:pt>
                <c:pt idx="50">
                  <c:v>0.0295</c:v>
                </c:pt>
                <c:pt idx="51">
                  <c:v>0.0294</c:v>
                </c:pt>
                <c:pt idx="52">
                  <c:v>0.0293</c:v>
                </c:pt>
                <c:pt idx="53">
                  <c:v>0.0255</c:v>
                </c:pt>
              </c:numCache>
            </c:numRef>
          </c:val>
          <c:smooth val="0"/>
        </c:ser>
        <c:ser>
          <c:idx val="10"/>
          <c:order val="10"/>
          <c:tx>
            <c:strRef>
              <c:f>Sheet1!$L$1</c:f>
              <c:strCache>
                <c:ptCount val="1"/>
                <c:pt idx="0">
                  <c:v>Italy</c:v>
                </c:pt>
              </c:strCache>
            </c:strRef>
          </c:tx>
          <c:spPr>
            <a:ln>
              <a:solidFill>
                <a:srgbClr val="919191"/>
              </a:solidFill>
            </a:ln>
          </c:spPr>
          <c:marker>
            <c:symbol val="circle"/>
            <c:spPr>
              <a:solidFill>
                <a:srgbClr val="919191"/>
              </a:solidFill>
              <a:ln>
                <a:solidFill>
                  <a:srgbClr val="919191"/>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Sheet1!$A$2:$A$55</c:f>
              <c:strCache>
                <c:ptCount val="54"/>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pt idx="27">
                  <c:v>Apr '23</c:v>
                </c:pt>
                <c:pt idx="28">
                  <c:v>May '23</c:v>
                </c:pt>
                <c:pt idx="29">
                  <c:v>Jun '23</c:v>
                </c:pt>
                <c:pt idx="30">
                  <c:v>Jul '23</c:v>
                </c:pt>
                <c:pt idx="31">
                  <c:v>Aug '23</c:v>
                </c:pt>
                <c:pt idx="32">
                  <c:v>Sep '23</c:v>
                </c:pt>
                <c:pt idx="33">
                  <c:v>Oct '23</c:v>
                </c:pt>
                <c:pt idx="34">
                  <c:v>Nov '23</c:v>
                </c:pt>
                <c:pt idx="35">
                  <c:v>Dec '23</c:v>
                </c:pt>
                <c:pt idx="36">
                  <c:v>Jan '24</c:v>
                </c:pt>
                <c:pt idx="37">
                  <c:v>Feb '24</c:v>
                </c:pt>
                <c:pt idx="38">
                  <c:v>Mar '24</c:v>
                </c:pt>
                <c:pt idx="39">
                  <c:v>Apr '24</c:v>
                </c:pt>
                <c:pt idx="40">
                  <c:v>May '24</c:v>
                </c:pt>
                <c:pt idx="41">
                  <c:v>Jun '24</c:v>
                </c:pt>
                <c:pt idx="42">
                  <c:v>Jul '24</c:v>
                </c:pt>
                <c:pt idx="43">
                  <c:v>Aug '24</c:v>
                </c:pt>
                <c:pt idx="44">
                  <c:v>Sep '24</c:v>
                </c:pt>
                <c:pt idx="45">
                  <c:v>Oct' 24</c:v>
                </c:pt>
                <c:pt idx="46">
                  <c:v>Nov '24</c:v>
                </c:pt>
                <c:pt idx="47">
                  <c:v>Dec '24</c:v>
                </c:pt>
                <c:pt idx="48">
                  <c:v>Jan '25</c:v>
                </c:pt>
                <c:pt idx="49">
                  <c:v>Feb '25</c:v>
                </c:pt>
                <c:pt idx="50">
                  <c:v>Mar '25</c:v>
                </c:pt>
                <c:pt idx="51">
                  <c:v>Apr '25</c:v>
                </c:pt>
                <c:pt idx="52">
                  <c:v>May '25</c:v>
                </c:pt>
                <c:pt idx="53">
                  <c:v>Jun '25</c:v>
                </c:pt>
              </c:strCache>
            </c:strRef>
          </c:cat>
          <c:val>
            <c:numRef>
              <c:f>Sheet1!$L$2:$L$55</c:f>
              <c:numCache>
                <c:ptCount val="54"/>
                <c:pt idx="0">
                  <c:v>0.004</c:v>
                </c:pt>
                <c:pt idx="1">
                  <c:v>0.006</c:v>
                </c:pt>
                <c:pt idx="2">
                  <c:v>0.008</c:v>
                </c:pt>
                <c:pt idx="3">
                  <c:v>0.011</c:v>
                </c:pt>
                <c:pt idx="4">
                  <c:v>0.013</c:v>
                </c:pt>
                <c:pt idx="5">
                  <c:v>0.013</c:v>
                </c:pt>
                <c:pt idx="6">
                  <c:v>0.019</c:v>
                </c:pt>
                <c:pt idx="7">
                  <c:v>0.02</c:v>
                </c:pt>
                <c:pt idx="8">
                  <c:v>0.025</c:v>
                </c:pt>
                <c:pt idx="9">
                  <c:v>0.03</c:v>
                </c:pt>
                <c:pt idx="10">
                  <c:v>0.037</c:v>
                </c:pt>
                <c:pt idx="11">
                  <c:v>0.039</c:v>
                </c:pt>
                <c:pt idx="12">
                  <c:v>0.048</c:v>
                </c:pt>
                <c:pt idx="13">
                  <c:v>0.057</c:v>
                </c:pt>
                <c:pt idx="14">
                  <c:v>0.065</c:v>
                </c:pt>
                <c:pt idx="15">
                  <c:v>0.06</c:v>
                </c:pt>
                <c:pt idx="16">
                  <c:v>0.068</c:v>
                </c:pt>
                <c:pt idx="17">
                  <c:v>0.08</c:v>
                </c:pt>
                <c:pt idx="18">
                  <c:v>0.079</c:v>
                </c:pt>
                <c:pt idx="19">
                  <c:v>0.084</c:v>
                </c:pt>
                <c:pt idx="20">
                  <c:v>0.089</c:v>
                </c:pt>
                <c:pt idx="21">
                  <c:v>0.118</c:v>
                </c:pt>
                <c:pt idx="22">
                  <c:v>0.118</c:v>
                </c:pt>
                <c:pt idx="23">
                  <c:v>0.116</c:v>
                </c:pt>
                <c:pt idx="24">
                  <c:v>0.1</c:v>
                </c:pt>
                <c:pt idx="25">
                  <c:v>0.091</c:v>
                </c:pt>
                <c:pt idx="26">
                  <c:v>0.076</c:v>
                </c:pt>
                <c:pt idx="27">
                  <c:v>0.082</c:v>
                </c:pt>
                <c:pt idx="28">
                  <c:v>0.076</c:v>
                </c:pt>
                <c:pt idx="29">
                  <c:v>0.064</c:v>
                </c:pt>
                <c:pt idx="30">
                  <c:v>0.059</c:v>
                </c:pt>
                <c:pt idx="31">
                  <c:v>0.054</c:v>
                </c:pt>
                <c:pt idx="32">
                  <c:v>0.053</c:v>
                </c:pt>
                <c:pt idx="33">
                  <c:v>0.017</c:v>
                </c:pt>
                <c:pt idx="34">
                  <c:v>-0.004</c:v>
                </c:pt>
                <c:pt idx="35">
                  <c:v>0.006</c:v>
                </c:pt>
                <c:pt idx="36">
                  <c:v>0.009</c:v>
                </c:pt>
                <c:pt idx="37">
                  <c:v>0.008</c:v>
                </c:pt>
                <c:pt idx="38">
                  <c:v>0.012</c:v>
                </c:pt>
                <c:pt idx="39">
                  <c:v>0.009</c:v>
                </c:pt>
                <c:pt idx="40">
                  <c:v>0.008</c:v>
                </c:pt>
                <c:pt idx="41">
                  <c:v>0.009</c:v>
                </c:pt>
                <c:pt idx="42">
                  <c:v>0.016</c:v>
                </c:pt>
                <c:pt idx="43">
                  <c:v>0.012</c:v>
                </c:pt>
                <c:pt idx="44">
                  <c:v>0.007</c:v>
                </c:pt>
                <c:pt idx="45">
                  <c:v>0.01</c:v>
                </c:pt>
                <c:pt idx="46">
                  <c:v>0.015</c:v>
                </c:pt>
                <c:pt idx="47">
                  <c:v>0.014</c:v>
                </c:pt>
                <c:pt idx="48">
                  <c:v>0.017</c:v>
                </c:pt>
                <c:pt idx="49">
                  <c:v>0.017</c:v>
                </c:pt>
                <c:pt idx="50">
                  <c:v>0.021</c:v>
                </c:pt>
                <c:pt idx="51">
                  <c:v>0.02</c:v>
                </c:pt>
                <c:pt idx="52">
                  <c:v>0.017</c:v>
                </c:pt>
                <c:pt idx="53">
                  <c:v>0.017</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Inflation rate compared to the same month of the previous year</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World (ex. U.S.)</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Sheet1!$A$2:$A$69</c:f>
              <c:strCache>
                <c:ptCount val="68"/>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strCache>
            </c:strRef>
          </c:cat>
          <c:val>
            <c:numRef>
              <c:f>Sheet1!$B$2:$B$69</c:f>
              <c:numCache>
                <c:ptCount val="68"/>
                <c:pt idx="0">
                  <c:v>137.02</c:v>
                </c:pt>
                <c:pt idx="1">
                  <c:v>137.18</c:v>
                </c:pt>
                <c:pt idx="2">
                  <c:v>137.72</c:v>
                </c:pt>
                <c:pt idx="3">
                  <c:v>138.47</c:v>
                </c:pt>
                <c:pt idx="4">
                  <c:v>138.45</c:v>
                </c:pt>
                <c:pt idx="5">
                  <c:v>138.06</c:v>
                </c:pt>
                <c:pt idx="6">
                  <c:v>137.96</c:v>
                </c:pt>
                <c:pt idx="7">
                  <c:v>137.96</c:v>
                </c:pt>
                <c:pt idx="8">
                  <c:v>138.08</c:v>
                </c:pt>
                <c:pt idx="9">
                  <c:v>137.94</c:v>
                </c:pt>
                <c:pt idx="10">
                  <c:v>138.19</c:v>
                </c:pt>
                <c:pt idx="11">
                  <c:v>138.73</c:v>
                </c:pt>
                <c:pt idx="12">
                  <c:v>138.68</c:v>
                </c:pt>
                <c:pt idx="13">
                  <c:v>138.06</c:v>
                </c:pt>
                <c:pt idx="14">
                  <c:v>137.1</c:v>
                </c:pt>
                <c:pt idx="15">
                  <c:v>135.76</c:v>
                </c:pt>
                <c:pt idx="16">
                  <c:v>135.45</c:v>
                </c:pt>
                <c:pt idx="17">
                  <c:v>136.3</c:v>
                </c:pt>
                <c:pt idx="18">
                  <c:v>137.48</c:v>
                </c:pt>
                <c:pt idx="19">
                  <c:v>138.45</c:v>
                </c:pt>
                <c:pt idx="20">
                  <c:v>138.64</c:v>
                </c:pt>
                <c:pt idx="21">
                  <c:v>138.84</c:v>
                </c:pt>
                <c:pt idx="22">
                  <c:v>139.31</c:v>
                </c:pt>
                <c:pt idx="23">
                  <c:v>140.77</c:v>
                </c:pt>
                <c:pt idx="24">
                  <c:v>142.52</c:v>
                </c:pt>
                <c:pt idx="25">
                  <c:v>144.17</c:v>
                </c:pt>
                <c:pt idx="26">
                  <c:v>145.84</c:v>
                </c:pt>
                <c:pt idx="27">
                  <c:v>147.59</c:v>
                </c:pt>
                <c:pt idx="28">
                  <c:v>149.62</c:v>
                </c:pt>
                <c:pt idx="29">
                  <c:v>150.83</c:v>
                </c:pt>
                <c:pt idx="30">
                  <c:v>152.16</c:v>
                </c:pt>
                <c:pt idx="31">
                  <c:v>153.16</c:v>
                </c:pt>
                <c:pt idx="32">
                  <c:v>154.39</c:v>
                </c:pt>
                <c:pt idx="33">
                  <c:v>157.3</c:v>
                </c:pt>
                <c:pt idx="34">
                  <c:v>158.69</c:v>
                </c:pt>
                <c:pt idx="35">
                  <c:v>159.85</c:v>
                </c:pt>
                <c:pt idx="36">
                  <c:v>162.33</c:v>
                </c:pt>
                <c:pt idx="37">
                  <c:v>164.28</c:v>
                </c:pt>
                <c:pt idx="38">
                  <c:v>167.92</c:v>
                </c:pt>
                <c:pt idx="39">
                  <c:v>170.23</c:v>
                </c:pt>
                <c:pt idx="40">
                  <c:v>171.75</c:v>
                </c:pt>
                <c:pt idx="41">
                  <c:v>172.85</c:v>
                </c:pt>
                <c:pt idx="42">
                  <c:v>172.85</c:v>
                </c:pt>
                <c:pt idx="43">
                  <c:v>172.91</c:v>
                </c:pt>
                <c:pt idx="44">
                  <c:v>173.08</c:v>
                </c:pt>
                <c:pt idx="45">
                  <c:v>173.59</c:v>
                </c:pt>
                <c:pt idx="46">
                  <c:v>173.25</c:v>
                </c:pt>
                <c:pt idx="47">
                  <c:v>173.11</c:v>
                </c:pt>
                <c:pt idx="48">
                  <c:v>172.61</c:v>
                </c:pt>
                <c:pt idx="49">
                  <c:v>172</c:v>
                </c:pt>
                <c:pt idx="50">
                  <c:v>171.18</c:v>
                </c:pt>
                <c:pt idx="51">
                  <c:v>170.55</c:v>
                </c:pt>
                <c:pt idx="52">
                  <c:v>169.48</c:v>
                </c:pt>
                <c:pt idx="53">
                  <c:v>169.13</c:v>
                </c:pt>
                <c:pt idx="54">
                  <c:v>169.6</c:v>
                </c:pt>
                <c:pt idx="55">
                  <c:v>171.17</c:v>
                </c:pt>
                <c:pt idx="56">
                  <c:v>171.91</c:v>
                </c:pt>
                <c:pt idx="57">
                  <c:v>171.69</c:v>
                </c:pt>
                <c:pt idx="58">
                  <c:v>171.6</c:v>
                </c:pt>
                <c:pt idx="59">
                  <c:v>171.51</c:v>
                </c:pt>
                <c:pt idx="60">
                  <c:v>171.32</c:v>
                </c:pt>
                <c:pt idx="61">
                  <c:v>171.53</c:v>
                </c:pt>
                <c:pt idx="62">
                  <c:v>171.41</c:v>
                </c:pt>
                <c:pt idx="63">
                  <c:v>172.4</c:v>
                </c:pt>
                <c:pt idx="64">
                  <c:v>172.77</c:v>
                </c:pt>
                <c:pt idx="65">
                  <c:v>173.6</c:v>
                </c:pt>
                <c:pt idx="66">
                  <c:v>174.32</c:v>
                </c:pt>
                <c:pt idx="67">
                  <c:v>174.01</c:v>
                </c:pt>
              </c:numCache>
            </c:numRef>
          </c:val>
          <c:smooth val="0"/>
        </c:ser>
        <c:ser>
          <c:idx val="1"/>
          <c:order val="1"/>
          <c:tx>
            <c:strRef>
              <c:f>Sheet1!$C$1</c:f>
              <c:strCache>
                <c:ptCount val="1"/>
                <c:pt idx="0">
                  <c:v>Advanced (ex. U.S.)</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Sheet1!$A$2:$A$69</c:f>
              <c:strCache>
                <c:ptCount val="68"/>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strCache>
            </c:strRef>
          </c:cat>
          <c:val>
            <c:numRef>
              <c:f>Sheet1!$C$2:$C$69</c:f>
              <c:numCache>
                <c:ptCount val="68"/>
                <c:pt idx="0">
                  <c:v>120.34</c:v>
                </c:pt>
                <c:pt idx="1">
                  <c:v>120.46</c:v>
                </c:pt>
                <c:pt idx="2">
                  <c:v>120.98</c:v>
                </c:pt>
                <c:pt idx="3">
                  <c:v>121.55</c:v>
                </c:pt>
                <c:pt idx="4">
                  <c:v>121.36</c:v>
                </c:pt>
                <c:pt idx="5">
                  <c:v>120.68</c:v>
                </c:pt>
                <c:pt idx="6">
                  <c:v>120.58</c:v>
                </c:pt>
                <c:pt idx="7">
                  <c:v>120.7</c:v>
                </c:pt>
                <c:pt idx="8">
                  <c:v>120.68</c:v>
                </c:pt>
                <c:pt idx="9">
                  <c:v>120.6</c:v>
                </c:pt>
                <c:pt idx="10">
                  <c:v>120.84</c:v>
                </c:pt>
                <c:pt idx="11">
                  <c:v>121.21</c:v>
                </c:pt>
                <c:pt idx="12">
                  <c:v>121.05</c:v>
                </c:pt>
                <c:pt idx="13">
                  <c:v>120.47</c:v>
                </c:pt>
                <c:pt idx="14">
                  <c:v>118.95</c:v>
                </c:pt>
                <c:pt idx="15">
                  <c:v>116.99</c:v>
                </c:pt>
                <c:pt idx="16">
                  <c:v>116.85</c:v>
                </c:pt>
                <c:pt idx="17">
                  <c:v>117.61</c:v>
                </c:pt>
                <c:pt idx="18">
                  <c:v>118.44</c:v>
                </c:pt>
                <c:pt idx="19">
                  <c:v>119.09</c:v>
                </c:pt>
                <c:pt idx="20">
                  <c:v>119.39</c:v>
                </c:pt>
                <c:pt idx="21">
                  <c:v>119.41</c:v>
                </c:pt>
                <c:pt idx="22">
                  <c:v>119.68</c:v>
                </c:pt>
                <c:pt idx="23">
                  <c:v>121.1</c:v>
                </c:pt>
                <c:pt idx="24">
                  <c:v>122.6</c:v>
                </c:pt>
                <c:pt idx="25">
                  <c:v>124.15</c:v>
                </c:pt>
                <c:pt idx="26">
                  <c:v>125.45</c:v>
                </c:pt>
                <c:pt idx="27">
                  <c:v>127.29</c:v>
                </c:pt>
                <c:pt idx="28">
                  <c:v>129.09</c:v>
                </c:pt>
                <c:pt idx="29">
                  <c:v>130.24</c:v>
                </c:pt>
                <c:pt idx="30">
                  <c:v>131.6</c:v>
                </c:pt>
                <c:pt idx="31">
                  <c:v>132.19</c:v>
                </c:pt>
                <c:pt idx="32">
                  <c:v>133.56</c:v>
                </c:pt>
                <c:pt idx="33">
                  <c:v>136.3</c:v>
                </c:pt>
                <c:pt idx="34">
                  <c:v>137.58</c:v>
                </c:pt>
                <c:pt idx="35">
                  <c:v>139.07</c:v>
                </c:pt>
                <c:pt idx="36">
                  <c:v>142.35</c:v>
                </c:pt>
                <c:pt idx="37">
                  <c:v>144.3</c:v>
                </c:pt>
                <c:pt idx="38">
                  <c:v>148.53</c:v>
                </c:pt>
                <c:pt idx="39">
                  <c:v>151.12</c:v>
                </c:pt>
                <c:pt idx="40">
                  <c:v>152.73</c:v>
                </c:pt>
                <c:pt idx="41">
                  <c:v>153.77</c:v>
                </c:pt>
                <c:pt idx="42">
                  <c:v>154.13</c:v>
                </c:pt>
                <c:pt idx="43">
                  <c:v>154.66</c:v>
                </c:pt>
                <c:pt idx="44">
                  <c:v>155.25</c:v>
                </c:pt>
                <c:pt idx="45">
                  <c:v>156.05</c:v>
                </c:pt>
                <c:pt idx="46">
                  <c:v>155.41</c:v>
                </c:pt>
                <c:pt idx="47">
                  <c:v>155.36</c:v>
                </c:pt>
                <c:pt idx="48">
                  <c:v>154.38</c:v>
                </c:pt>
                <c:pt idx="49">
                  <c:v>153.51</c:v>
                </c:pt>
                <c:pt idx="50">
                  <c:v>152.6</c:v>
                </c:pt>
                <c:pt idx="51">
                  <c:v>151.68</c:v>
                </c:pt>
                <c:pt idx="52">
                  <c:v>150.7</c:v>
                </c:pt>
                <c:pt idx="53">
                  <c:v>150.42</c:v>
                </c:pt>
                <c:pt idx="54">
                  <c:v>150.56</c:v>
                </c:pt>
                <c:pt idx="55">
                  <c:v>152.04</c:v>
                </c:pt>
                <c:pt idx="56">
                  <c:v>152.55</c:v>
                </c:pt>
                <c:pt idx="57">
                  <c:v>151.88</c:v>
                </c:pt>
                <c:pt idx="58">
                  <c:v>151.76</c:v>
                </c:pt>
                <c:pt idx="59">
                  <c:v>151.1</c:v>
                </c:pt>
                <c:pt idx="60">
                  <c:v>150.44</c:v>
                </c:pt>
                <c:pt idx="61">
                  <c:v>150.63</c:v>
                </c:pt>
                <c:pt idx="62">
                  <c:v>150.41</c:v>
                </c:pt>
                <c:pt idx="63">
                  <c:v>151.48</c:v>
                </c:pt>
                <c:pt idx="64">
                  <c:v>151.54</c:v>
                </c:pt>
                <c:pt idx="65">
                  <c:v>152</c:v>
                </c:pt>
                <c:pt idx="66">
                  <c:v>152.57</c:v>
                </c:pt>
                <c:pt idx="67">
                  <c:v>152.17</c:v>
                </c:pt>
              </c:numCache>
            </c:numRef>
          </c:val>
          <c:smooth val="0"/>
        </c:ser>
        <c:ser>
          <c:idx val="2"/>
          <c:order val="2"/>
          <c:tx>
            <c:strRef>
              <c:f>Sheet1!$D$1</c:f>
              <c:strCache>
                <c:ptCount val="1"/>
                <c:pt idx="0">
                  <c:v>Emerging</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Sheet1!$A$2:$A$69</c:f>
              <c:strCache>
                <c:ptCount val="68"/>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strCache>
            </c:strRef>
          </c:cat>
          <c:val>
            <c:numRef>
              <c:f>Sheet1!$D$2:$D$69</c:f>
              <c:numCache>
                <c:ptCount val="68"/>
                <c:pt idx="0">
                  <c:v>160.25</c:v>
                </c:pt>
                <c:pt idx="1">
                  <c:v>160.47</c:v>
                </c:pt>
                <c:pt idx="2">
                  <c:v>161.03</c:v>
                </c:pt>
                <c:pt idx="3">
                  <c:v>162.04</c:v>
                </c:pt>
                <c:pt idx="4">
                  <c:v>162.26</c:v>
                </c:pt>
                <c:pt idx="5">
                  <c:v>162.29</c:v>
                </c:pt>
                <c:pt idx="6">
                  <c:v>162.19</c:v>
                </c:pt>
                <c:pt idx="7">
                  <c:v>162.02</c:v>
                </c:pt>
                <c:pt idx="8">
                  <c:v>162.34</c:v>
                </c:pt>
                <c:pt idx="9">
                  <c:v>162.13</c:v>
                </c:pt>
                <c:pt idx="10">
                  <c:v>162.38</c:v>
                </c:pt>
                <c:pt idx="11">
                  <c:v>163.16</c:v>
                </c:pt>
                <c:pt idx="12">
                  <c:v>163.26</c:v>
                </c:pt>
                <c:pt idx="13">
                  <c:v>162.59</c:v>
                </c:pt>
                <c:pt idx="14">
                  <c:v>162.38</c:v>
                </c:pt>
                <c:pt idx="15">
                  <c:v>161.9</c:v>
                </c:pt>
                <c:pt idx="16">
                  <c:v>161.36</c:v>
                </c:pt>
                <c:pt idx="17">
                  <c:v>162.31</c:v>
                </c:pt>
                <c:pt idx="18">
                  <c:v>164</c:v>
                </c:pt>
                <c:pt idx="19">
                  <c:v>165.41</c:v>
                </c:pt>
                <c:pt idx="20">
                  <c:v>165.44</c:v>
                </c:pt>
                <c:pt idx="21">
                  <c:v>165.91</c:v>
                </c:pt>
                <c:pt idx="22">
                  <c:v>166.64</c:v>
                </c:pt>
                <c:pt idx="23">
                  <c:v>168.15</c:v>
                </c:pt>
                <c:pt idx="24">
                  <c:v>170.25</c:v>
                </c:pt>
                <c:pt idx="25">
                  <c:v>172.07</c:v>
                </c:pt>
                <c:pt idx="26">
                  <c:v>174.24</c:v>
                </c:pt>
                <c:pt idx="27">
                  <c:v>175.88</c:v>
                </c:pt>
                <c:pt idx="28">
                  <c:v>178.25</c:v>
                </c:pt>
                <c:pt idx="29">
                  <c:v>179.54</c:v>
                </c:pt>
                <c:pt idx="30">
                  <c:v>180.86</c:v>
                </c:pt>
                <c:pt idx="31">
                  <c:v>182.4</c:v>
                </c:pt>
                <c:pt idx="32">
                  <c:v>183.48</c:v>
                </c:pt>
                <c:pt idx="33">
                  <c:v>186.62</c:v>
                </c:pt>
                <c:pt idx="34">
                  <c:v>188.17</c:v>
                </c:pt>
                <c:pt idx="35">
                  <c:v>188.94</c:v>
                </c:pt>
                <c:pt idx="36">
                  <c:v>190.34</c:v>
                </c:pt>
                <c:pt idx="37">
                  <c:v>192.3</c:v>
                </c:pt>
                <c:pt idx="38">
                  <c:v>195.19</c:v>
                </c:pt>
                <c:pt idx="39">
                  <c:v>197.17</c:v>
                </c:pt>
                <c:pt idx="40">
                  <c:v>198.58</c:v>
                </c:pt>
                <c:pt idx="41">
                  <c:v>199.78</c:v>
                </c:pt>
                <c:pt idx="42">
                  <c:v>199.31</c:v>
                </c:pt>
                <c:pt idx="43">
                  <c:v>198.75</c:v>
                </c:pt>
                <c:pt idx="44">
                  <c:v>198.38</c:v>
                </c:pt>
                <c:pt idx="45">
                  <c:v>198.54</c:v>
                </c:pt>
                <c:pt idx="46">
                  <c:v>198.58</c:v>
                </c:pt>
                <c:pt idx="47">
                  <c:v>198.33</c:v>
                </c:pt>
                <c:pt idx="48">
                  <c:v>198.48</c:v>
                </c:pt>
                <c:pt idx="49">
                  <c:v>198.2</c:v>
                </c:pt>
                <c:pt idx="50">
                  <c:v>197.52</c:v>
                </c:pt>
                <c:pt idx="51">
                  <c:v>197.28</c:v>
                </c:pt>
                <c:pt idx="52">
                  <c:v>196.08</c:v>
                </c:pt>
                <c:pt idx="53">
                  <c:v>195.63</c:v>
                </c:pt>
                <c:pt idx="54">
                  <c:v>196.55</c:v>
                </c:pt>
                <c:pt idx="55">
                  <c:v>198.27</c:v>
                </c:pt>
                <c:pt idx="56">
                  <c:v>199.31</c:v>
                </c:pt>
                <c:pt idx="57">
                  <c:v>199.73</c:v>
                </c:pt>
                <c:pt idx="58">
                  <c:v>199.66</c:v>
                </c:pt>
                <c:pt idx="59">
                  <c:v>200.38</c:v>
                </c:pt>
                <c:pt idx="60">
                  <c:v>200.86</c:v>
                </c:pt>
                <c:pt idx="61">
                  <c:v>201.08</c:v>
                </c:pt>
                <c:pt idx="62">
                  <c:v>201.1</c:v>
                </c:pt>
                <c:pt idx="63">
                  <c:v>201.97</c:v>
                </c:pt>
                <c:pt idx="64">
                  <c:v>202.81</c:v>
                </c:pt>
                <c:pt idx="65">
                  <c:v>204.18</c:v>
                </c:pt>
                <c:pt idx="66">
                  <c:v>205.11</c:v>
                </c:pt>
                <c:pt idx="67">
                  <c:v>204.95</c:v>
                </c:pt>
              </c:numCache>
            </c:numRef>
          </c:val>
          <c:smooth val="0"/>
        </c:ser>
        <c:ser>
          <c:idx val="3"/>
          <c:order val="3"/>
          <c:tx>
            <c:strRef>
              <c:f>Sheet1!$E$1</c:f>
              <c:strCache>
                <c:ptCount val="1"/>
                <c:pt idx="0">
                  <c:v>U.S.</c:v>
                </c:pt>
              </c:strCache>
            </c:strRef>
          </c:tx>
          <c:spPr>
            <a:ln>
              <a:solidFill>
                <a:srgbClr val="A60B0B"/>
              </a:solidFill>
            </a:ln>
          </c:spPr>
          <c:marker>
            <c:symbol val="circle"/>
            <c:spPr>
              <a:solidFill>
                <a:srgbClr val="A60B0B"/>
              </a:solidFill>
              <a:ln>
                <a:solidFill>
                  <a:srgbClr val="A60B0B"/>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Sheet1!$A$2:$A$69</c:f>
              <c:strCache>
                <c:ptCount val="68"/>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strCache>
            </c:strRef>
          </c:cat>
          <c:val>
            <c:numRef>
              <c:f>Sheet1!$E$2:$E$69</c:f>
              <c:numCache>
                <c:ptCount val="68"/>
                <c:pt idx="0">
                  <c:v>130</c:v>
                </c:pt>
                <c:pt idx="1">
                  <c:v>130.64</c:v>
                </c:pt>
                <c:pt idx="2">
                  <c:v>131.67</c:v>
                </c:pt>
                <c:pt idx="3">
                  <c:v>132.76</c:v>
                </c:pt>
                <c:pt idx="4">
                  <c:v>132.51</c:v>
                </c:pt>
                <c:pt idx="5">
                  <c:v>131.86</c:v>
                </c:pt>
                <c:pt idx="6">
                  <c:v>132.25</c:v>
                </c:pt>
                <c:pt idx="7">
                  <c:v>131.86</c:v>
                </c:pt>
                <c:pt idx="8">
                  <c:v>131.86</c:v>
                </c:pt>
                <c:pt idx="9">
                  <c:v>132.7</c:v>
                </c:pt>
                <c:pt idx="10">
                  <c:v>133.08</c:v>
                </c:pt>
                <c:pt idx="11">
                  <c:v>133.85</c:v>
                </c:pt>
                <c:pt idx="12">
                  <c:v>133.53</c:v>
                </c:pt>
                <c:pt idx="13">
                  <c:v>132.38</c:v>
                </c:pt>
                <c:pt idx="14">
                  <c:v>129.62</c:v>
                </c:pt>
                <c:pt idx="15">
                  <c:v>125.89</c:v>
                </c:pt>
                <c:pt idx="16">
                  <c:v>128.53</c:v>
                </c:pt>
                <c:pt idx="17">
                  <c:v>128.97</c:v>
                </c:pt>
                <c:pt idx="18">
                  <c:v>129.68</c:v>
                </c:pt>
                <c:pt idx="19">
                  <c:v>129.87</c:v>
                </c:pt>
                <c:pt idx="20">
                  <c:v>130.39</c:v>
                </c:pt>
                <c:pt idx="21">
                  <c:v>131.09</c:v>
                </c:pt>
                <c:pt idx="22">
                  <c:v>131.35</c:v>
                </c:pt>
                <c:pt idx="23">
                  <c:v>132.76</c:v>
                </c:pt>
                <c:pt idx="24">
                  <c:v>134.11</c:v>
                </c:pt>
                <c:pt idx="25">
                  <c:v>135.72</c:v>
                </c:pt>
                <c:pt idx="26">
                  <c:v>137.13</c:v>
                </c:pt>
                <c:pt idx="27">
                  <c:v>137.83</c:v>
                </c:pt>
                <c:pt idx="28">
                  <c:v>139.18</c:v>
                </c:pt>
                <c:pt idx="29">
                  <c:v>141.04</c:v>
                </c:pt>
                <c:pt idx="30">
                  <c:v>142.02</c:v>
                </c:pt>
                <c:pt idx="31">
                  <c:v>143.42</c:v>
                </c:pt>
                <c:pt idx="32">
                  <c:v>145.83</c:v>
                </c:pt>
                <c:pt idx="33">
                  <c:v>147.79</c:v>
                </c:pt>
                <c:pt idx="34">
                  <c:v>149.3</c:v>
                </c:pt>
                <c:pt idx="35">
                  <c:v>150.03</c:v>
                </c:pt>
                <c:pt idx="36">
                  <c:v>151.71</c:v>
                </c:pt>
                <c:pt idx="37">
                  <c:v>154.57</c:v>
                </c:pt>
                <c:pt idx="38">
                  <c:v>157.86</c:v>
                </c:pt>
                <c:pt idx="39">
                  <c:v>159.03</c:v>
                </c:pt>
                <c:pt idx="40">
                  <c:v>162.25</c:v>
                </c:pt>
                <c:pt idx="41">
                  <c:v>166.38</c:v>
                </c:pt>
                <c:pt idx="42">
                  <c:v>163.45</c:v>
                </c:pt>
                <c:pt idx="43">
                  <c:v>161.62</c:v>
                </c:pt>
                <c:pt idx="44">
                  <c:v>162.66</c:v>
                </c:pt>
                <c:pt idx="45">
                  <c:v>164.27</c:v>
                </c:pt>
                <c:pt idx="46">
                  <c:v>165.07</c:v>
                </c:pt>
                <c:pt idx="47">
                  <c:v>163.27</c:v>
                </c:pt>
                <c:pt idx="48">
                  <c:v>165.29</c:v>
                </c:pt>
                <c:pt idx="49">
                  <c:v>164.2</c:v>
                </c:pt>
                <c:pt idx="50">
                  <c:v>162.7</c:v>
                </c:pt>
                <c:pt idx="51">
                  <c:v>163.09</c:v>
                </c:pt>
                <c:pt idx="52">
                  <c:v>161.15</c:v>
                </c:pt>
                <c:pt idx="53">
                  <c:v>161.5</c:v>
                </c:pt>
                <c:pt idx="54">
                  <c:v>161.99</c:v>
                </c:pt>
                <c:pt idx="55">
                  <c:v>164.79</c:v>
                </c:pt>
                <c:pt idx="56">
                  <c:v>166.35</c:v>
                </c:pt>
                <c:pt idx="57">
                  <c:v>163.58</c:v>
                </c:pt>
                <c:pt idx="58">
                  <c:v>163.45</c:v>
                </c:pt>
                <c:pt idx="59">
                  <c:v>163.76</c:v>
                </c:pt>
                <c:pt idx="60">
                  <c:v>163.69</c:v>
                </c:pt>
                <c:pt idx="61">
                  <c:v>165.82</c:v>
                </c:pt>
                <c:pt idx="62">
                  <c:v>165.68</c:v>
                </c:pt>
                <c:pt idx="63">
                  <c:v>166.26</c:v>
                </c:pt>
                <c:pt idx="64">
                  <c:v>164.77</c:v>
                </c:pt>
                <c:pt idx="65">
                  <c:v>164.2</c:v>
                </c:pt>
                <c:pt idx="66">
                  <c:v>165.01</c:v>
                </c:pt>
                <c:pt idx="67">
                  <c:v>165.33</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105"/>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Index value (2005 = 100)</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United States</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Sheet1!$A$2:$A$61</c:f>
              <c:strCache>
                <c:ptCount val="60"/>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pt idx="56">
                  <c:v>Sep '24</c:v>
                </c:pt>
                <c:pt idx="57">
                  <c:v>Oct '24</c:v>
                </c:pt>
                <c:pt idx="58">
                  <c:v>Nov '24</c:v>
                </c:pt>
                <c:pt idx="59">
                  <c:v>Dec '24</c:v>
                </c:pt>
              </c:strCache>
            </c:strRef>
          </c:cat>
          <c:val>
            <c:numRef>
              <c:f>Sheet1!$B$2:$B$60</c:f>
              <c:numCache>
                <c:ptCount val="59"/>
                <c:pt idx="0">
                  <c:v>119.4</c:v>
                </c:pt>
                <c:pt idx="1">
                  <c:v>118.7</c:v>
                </c:pt>
                <c:pt idx="2">
                  <c:v>118.5</c:v>
                </c:pt>
                <c:pt idx="3">
                  <c:v>117</c:v>
                </c:pt>
                <c:pt idx="4">
                  <c:v>117.5</c:v>
                </c:pt>
                <c:pt idx="5">
                  <c:v>117</c:v>
                </c:pt>
                <c:pt idx="6">
                  <c:v>118</c:v>
                </c:pt>
                <c:pt idx="7">
                  <c:v>118</c:v>
                </c:pt>
                <c:pt idx="8">
                  <c:v>119</c:v>
                </c:pt>
                <c:pt idx="9">
                  <c:v>119</c:v>
                </c:pt>
                <c:pt idx="10">
                  <c:v>119</c:v>
                </c:pt>
                <c:pt idx="11">
                  <c:v>120</c:v>
                </c:pt>
                <c:pt idx="12">
                  <c:v>121</c:v>
                </c:pt>
                <c:pt idx="13">
                  <c:v>122</c:v>
                </c:pt>
                <c:pt idx="14">
                  <c:v>123</c:v>
                </c:pt>
                <c:pt idx="15">
                  <c:v>124</c:v>
                </c:pt>
                <c:pt idx="16">
                  <c:v>125</c:v>
                </c:pt>
                <c:pt idx="17">
                  <c:v>126</c:v>
                </c:pt>
                <c:pt idx="18">
                  <c:v>127</c:v>
                </c:pt>
                <c:pt idx="19">
                  <c:v>128.6</c:v>
                </c:pt>
                <c:pt idx="20">
                  <c:v>129.2</c:v>
                </c:pt>
                <c:pt idx="21">
                  <c:v>130</c:v>
                </c:pt>
                <c:pt idx="22">
                  <c:v>131.6</c:v>
                </c:pt>
                <c:pt idx="23">
                  <c:v>131.8</c:v>
                </c:pt>
                <c:pt idx="24">
                  <c:v>133.5</c:v>
                </c:pt>
                <c:pt idx="25">
                  <c:v>134.8</c:v>
                </c:pt>
                <c:pt idx="26">
                  <c:v>136.7</c:v>
                </c:pt>
                <c:pt idx="27">
                  <c:v>137.71</c:v>
                </c:pt>
                <c:pt idx="28">
                  <c:v>138.89</c:v>
                </c:pt>
                <c:pt idx="29">
                  <c:v>140.43</c:v>
                </c:pt>
                <c:pt idx="30">
                  <c:v>139.81</c:v>
                </c:pt>
                <c:pt idx="31">
                  <c:v>139.73</c:v>
                </c:pt>
                <c:pt idx="32">
                  <c:v>140.08</c:v>
                </c:pt>
                <c:pt idx="33">
                  <c:v>140.56</c:v>
                </c:pt>
                <c:pt idx="34">
                  <c:v>141.1</c:v>
                </c:pt>
                <c:pt idx="35">
                  <c:v>140.8</c:v>
                </c:pt>
                <c:pt idx="36">
                  <c:v>141.3</c:v>
                </c:pt>
                <c:pt idx="37">
                  <c:v>141.3</c:v>
                </c:pt>
                <c:pt idx="38">
                  <c:v>140.7</c:v>
                </c:pt>
                <c:pt idx="39">
                  <c:v>141</c:v>
                </c:pt>
                <c:pt idx="40">
                  <c:v>140.7</c:v>
                </c:pt>
                <c:pt idx="41">
                  <c:v>140.7</c:v>
                </c:pt>
                <c:pt idx="42">
                  <c:v>141.5</c:v>
                </c:pt>
                <c:pt idx="43">
                  <c:v>142.4</c:v>
                </c:pt>
                <c:pt idx="44">
                  <c:v>142.7</c:v>
                </c:pt>
                <c:pt idx="45">
                  <c:v>142.2</c:v>
                </c:pt>
                <c:pt idx="46">
                  <c:v>142.3</c:v>
                </c:pt>
                <c:pt idx="47">
                  <c:v>142.2</c:v>
                </c:pt>
                <c:pt idx="48">
                  <c:v>142.7</c:v>
                </c:pt>
                <c:pt idx="49">
                  <c:v>143.5</c:v>
                </c:pt>
                <c:pt idx="50">
                  <c:v>143.5</c:v>
                </c:pt>
                <c:pt idx="51">
                  <c:v>144.3</c:v>
                </c:pt>
                <c:pt idx="52">
                  <c:v>144.3</c:v>
                </c:pt>
                <c:pt idx="53">
                  <c:v>144.7</c:v>
                </c:pt>
                <c:pt idx="54">
                  <c:v>144.8</c:v>
                </c:pt>
                <c:pt idx="55">
                  <c:v>145.3</c:v>
                </c:pt>
                <c:pt idx="56">
                  <c:v>145.6</c:v>
                </c:pt>
                <c:pt idx="57">
                  <c:v>145.9</c:v>
                </c:pt>
                <c:pt idx="58">
                  <c:v>146.5</c:v>
                </c:pt>
              </c:numCache>
            </c:numRef>
          </c:val>
          <c:smooth val="0"/>
        </c:ser>
        <c:ser>
          <c:idx val="1"/>
          <c:order val="1"/>
          <c:tx>
            <c:strRef>
              <c:f>Sheet1!$C$1</c:f>
              <c:strCache>
                <c:ptCount val="1"/>
                <c:pt idx="0">
                  <c:v>China</c:v>
                </c:pt>
              </c:strCache>
            </c:strRef>
          </c:tx>
          <c:spPr>
            <a:ln>
              <a:solidFill>
                <a:srgbClr val="0F283E"/>
              </a:solidFill>
            </a:ln>
          </c:spPr>
          <c:marker>
            <c:symbol val="circle"/>
            <c:spPr>
              <a:solidFill>
                <a:srgbClr val="0F283E"/>
              </a:solidFill>
              <a:ln>
                <a:solidFill>
                  <a:srgbClr val="0F283E"/>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Sheet1!$A$2:$A$61</c:f>
              <c:strCache>
                <c:ptCount val="60"/>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pt idx="56">
                  <c:v>Sep '24</c:v>
                </c:pt>
                <c:pt idx="57">
                  <c:v>Oct '24</c:v>
                </c:pt>
                <c:pt idx="58">
                  <c:v>Nov '24</c:v>
                </c:pt>
                <c:pt idx="59">
                  <c:v>Dec '24</c:v>
                </c:pt>
              </c:strCache>
            </c:strRef>
          </c:cat>
          <c:val>
            <c:numRef>
              <c:f>Sheet1!$C$2:$C$61</c:f>
              <c:numCache>
                <c:ptCount val="60"/>
                <c:pt idx="0">
                  <c:v>108.2</c:v>
                </c:pt>
                <c:pt idx="1">
                  <c:v>107.7</c:v>
                </c:pt>
                <c:pt idx="2">
                  <c:v>106.6</c:v>
                </c:pt>
                <c:pt idx="3">
                  <c:v>105.2</c:v>
                </c:pt>
                <c:pt idx="4">
                  <c:v>104.8</c:v>
                </c:pt>
                <c:pt idx="5">
                  <c:v>105</c:v>
                </c:pt>
                <c:pt idx="6">
                  <c:v>106</c:v>
                </c:pt>
                <c:pt idx="7">
                  <c:v>106</c:v>
                </c:pt>
                <c:pt idx="8">
                  <c:v>106</c:v>
                </c:pt>
                <c:pt idx="9">
                  <c:v>106</c:v>
                </c:pt>
                <c:pt idx="10">
                  <c:v>107</c:v>
                </c:pt>
                <c:pt idx="11">
                  <c:v>108</c:v>
                </c:pt>
                <c:pt idx="12">
                  <c:v>102</c:v>
                </c:pt>
                <c:pt idx="13">
                  <c:v>103</c:v>
                </c:pt>
                <c:pt idx="14">
                  <c:v>105</c:v>
                </c:pt>
                <c:pt idx="15">
                  <c:v>106</c:v>
                </c:pt>
                <c:pt idx="16">
                  <c:v>107</c:v>
                </c:pt>
                <c:pt idx="17">
                  <c:v>108</c:v>
                </c:pt>
                <c:pt idx="18">
                  <c:v>108</c:v>
                </c:pt>
                <c:pt idx="19">
                  <c:v>109.1</c:v>
                </c:pt>
                <c:pt idx="20">
                  <c:v>110.3</c:v>
                </c:pt>
                <c:pt idx="21">
                  <c:v>113.1</c:v>
                </c:pt>
                <c:pt idx="22">
                  <c:v>113.1</c:v>
                </c:pt>
                <c:pt idx="23">
                  <c:v>111.8</c:v>
                </c:pt>
                <c:pt idx="24">
                  <c:v>111.6</c:v>
                </c:pt>
                <c:pt idx="25">
                  <c:v>112.2</c:v>
                </c:pt>
                <c:pt idx="26">
                  <c:v>113.4</c:v>
                </c:pt>
                <c:pt idx="27">
                  <c:v>108.5</c:v>
                </c:pt>
                <c:pt idx="28">
                  <c:v>114.3</c:v>
                </c:pt>
                <c:pt idx="29">
                  <c:v>114.3</c:v>
                </c:pt>
                <c:pt idx="30">
                  <c:v>112.8</c:v>
                </c:pt>
                <c:pt idx="31">
                  <c:v>111.5</c:v>
                </c:pt>
                <c:pt idx="32">
                  <c:v>111.4</c:v>
                </c:pt>
                <c:pt idx="33">
                  <c:v>111.6</c:v>
                </c:pt>
                <c:pt idx="34">
                  <c:v>111.7</c:v>
                </c:pt>
                <c:pt idx="35">
                  <c:v>111.1</c:v>
                </c:pt>
                <c:pt idx="36">
                  <c:v>110.6</c:v>
                </c:pt>
                <c:pt idx="37">
                  <c:v>110.6</c:v>
                </c:pt>
                <c:pt idx="38">
                  <c:v>110.6</c:v>
                </c:pt>
                <c:pt idx="39">
                  <c:v>110.1</c:v>
                </c:pt>
                <c:pt idx="40">
                  <c:v>109.1</c:v>
                </c:pt>
                <c:pt idx="41">
                  <c:v>108.2</c:v>
                </c:pt>
                <c:pt idx="42">
                  <c:v>107.9</c:v>
                </c:pt>
                <c:pt idx="43">
                  <c:v>108.2</c:v>
                </c:pt>
                <c:pt idx="44">
                  <c:v>108.6</c:v>
                </c:pt>
                <c:pt idx="45">
                  <c:v>108.7</c:v>
                </c:pt>
                <c:pt idx="46">
                  <c:v>108.4</c:v>
                </c:pt>
                <c:pt idx="47">
                  <c:v>108.1</c:v>
                </c:pt>
                <c:pt idx="48">
                  <c:v>107.9</c:v>
                </c:pt>
                <c:pt idx="49">
                  <c:v>107.6</c:v>
                </c:pt>
                <c:pt idx="50">
                  <c:v>107.5</c:v>
                </c:pt>
                <c:pt idx="51">
                  <c:v>107.3</c:v>
                </c:pt>
                <c:pt idx="52">
                  <c:v>107.5</c:v>
                </c:pt>
                <c:pt idx="53">
                  <c:v>107.3</c:v>
                </c:pt>
                <c:pt idx="54">
                  <c:v>107.1</c:v>
                </c:pt>
                <c:pt idx="55">
                  <c:v>106.3</c:v>
                </c:pt>
                <c:pt idx="56">
                  <c:v>105.6</c:v>
                </c:pt>
                <c:pt idx="57">
                  <c:v>105.6</c:v>
                </c:pt>
                <c:pt idx="58">
                  <c:v>105.7</c:v>
                </c:pt>
                <c:pt idx="59">
                  <c:v>105.6</c:v>
                </c:pt>
              </c:numCache>
            </c:numRef>
          </c:val>
          <c:smooth val="0"/>
        </c:ser>
        <c:ser>
          <c:idx val="2"/>
          <c:order val="2"/>
          <c:tx>
            <c:strRef>
              <c:f>Sheet1!$D$1</c:f>
              <c:strCache>
                <c:ptCount val="1"/>
                <c:pt idx="0">
                  <c:v>Japan</c:v>
                </c:pt>
              </c:strCache>
            </c:strRef>
          </c:tx>
          <c:spPr>
            <a:ln>
              <a:solidFill>
                <a:srgbClr val="BABABA"/>
              </a:solidFill>
            </a:ln>
          </c:spPr>
          <c:marker>
            <c:symbol val="circle"/>
            <c:spPr>
              <a:solidFill>
                <a:srgbClr val="BABABA"/>
              </a:solidFill>
              <a:ln>
                <a:solidFill>
                  <a:srgbClr val="BABABA"/>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Sheet1!$A$2:$A$61</c:f>
              <c:strCache>
                <c:ptCount val="60"/>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pt idx="56">
                  <c:v>Sep '24</c:v>
                </c:pt>
                <c:pt idx="57">
                  <c:v>Oct '24</c:v>
                </c:pt>
                <c:pt idx="58">
                  <c:v>Nov '24</c:v>
                </c:pt>
                <c:pt idx="59">
                  <c:v>Dec '24</c:v>
                </c:pt>
              </c:strCache>
            </c:strRef>
          </c:cat>
          <c:val>
            <c:numRef>
              <c:f>Sheet1!$D$2:$D$60</c:f>
              <c:numCache>
                <c:ptCount val="59"/>
                <c:pt idx="0">
                  <c:v>102.5</c:v>
                </c:pt>
                <c:pt idx="1">
                  <c:v>102</c:v>
                </c:pt>
                <c:pt idx="2">
                  <c:v>101</c:v>
                </c:pt>
                <c:pt idx="3">
                  <c:v>99.6</c:v>
                </c:pt>
                <c:pt idx="4">
                  <c:v>99.1</c:v>
                </c:pt>
                <c:pt idx="5">
                  <c:v>99.6</c:v>
                </c:pt>
                <c:pt idx="6">
                  <c:v>100</c:v>
                </c:pt>
                <c:pt idx="7">
                  <c:v>100</c:v>
                </c:pt>
                <c:pt idx="8">
                  <c:v>100</c:v>
                </c:pt>
                <c:pt idx="9">
                  <c:v>100</c:v>
                </c:pt>
                <c:pt idx="10">
                  <c:v>100</c:v>
                </c:pt>
                <c:pt idx="11">
                  <c:v>100</c:v>
                </c:pt>
                <c:pt idx="12">
                  <c:v>101</c:v>
                </c:pt>
                <c:pt idx="13">
                  <c:v>101</c:v>
                </c:pt>
                <c:pt idx="14">
                  <c:v>102</c:v>
                </c:pt>
                <c:pt idx="15">
                  <c:v>103</c:v>
                </c:pt>
                <c:pt idx="16">
                  <c:v>104</c:v>
                </c:pt>
                <c:pt idx="17">
                  <c:v>105</c:v>
                </c:pt>
                <c:pt idx="18">
                  <c:v>106</c:v>
                </c:pt>
                <c:pt idx="19">
                  <c:v>106.2</c:v>
                </c:pt>
                <c:pt idx="20">
                  <c:v>106.6</c:v>
                </c:pt>
                <c:pt idx="21">
                  <c:v>108.1</c:v>
                </c:pt>
                <c:pt idx="22">
                  <c:v>108.9</c:v>
                </c:pt>
                <c:pt idx="23">
                  <c:v>108.9</c:v>
                </c:pt>
                <c:pt idx="24">
                  <c:v>110.7</c:v>
                </c:pt>
                <c:pt idx="25">
                  <c:v>111.1</c:v>
                </c:pt>
                <c:pt idx="26">
                  <c:v>112</c:v>
                </c:pt>
                <c:pt idx="27">
                  <c:v>113.2</c:v>
                </c:pt>
                <c:pt idx="28">
                  <c:v>113.3</c:v>
                </c:pt>
                <c:pt idx="29">
                  <c:v>114.3</c:v>
                </c:pt>
                <c:pt idx="30">
                  <c:v>115.2</c:v>
                </c:pt>
                <c:pt idx="31">
                  <c:v>115.7</c:v>
                </c:pt>
                <c:pt idx="32">
                  <c:v>116.8</c:v>
                </c:pt>
                <c:pt idx="33">
                  <c:v>117.5</c:v>
                </c:pt>
                <c:pt idx="34">
                  <c:v>119.1</c:v>
                </c:pt>
                <c:pt idx="35">
                  <c:v>119.9</c:v>
                </c:pt>
                <c:pt idx="36">
                  <c:v>119.9</c:v>
                </c:pt>
                <c:pt idx="37">
                  <c:v>119.5</c:v>
                </c:pt>
                <c:pt idx="38">
                  <c:v>119.6</c:v>
                </c:pt>
                <c:pt idx="39">
                  <c:v>120</c:v>
                </c:pt>
                <c:pt idx="40">
                  <c:v>119.3</c:v>
                </c:pt>
                <c:pt idx="41">
                  <c:v>119.2</c:v>
                </c:pt>
                <c:pt idx="42">
                  <c:v>119.5</c:v>
                </c:pt>
                <c:pt idx="43">
                  <c:v>119.8</c:v>
                </c:pt>
                <c:pt idx="44">
                  <c:v>119.6</c:v>
                </c:pt>
                <c:pt idx="45">
                  <c:v>119.5</c:v>
                </c:pt>
                <c:pt idx="46">
                  <c:v>119.8</c:v>
                </c:pt>
                <c:pt idx="47">
                  <c:v>120.2</c:v>
                </c:pt>
                <c:pt idx="48">
                  <c:v>120.2</c:v>
                </c:pt>
                <c:pt idx="49">
                  <c:v>120.4</c:v>
                </c:pt>
                <c:pt idx="50">
                  <c:v>120.8</c:v>
                </c:pt>
                <c:pt idx="51">
                  <c:v>121.2</c:v>
                </c:pt>
                <c:pt idx="52">
                  <c:v>122.4</c:v>
                </c:pt>
                <c:pt idx="53">
                  <c:v>122.7</c:v>
                </c:pt>
                <c:pt idx="54">
                  <c:v>123.3</c:v>
                </c:pt>
                <c:pt idx="55">
                  <c:v>123.1</c:v>
                </c:pt>
                <c:pt idx="56">
                  <c:v>123.5</c:v>
                </c:pt>
                <c:pt idx="57">
                  <c:v>123.9</c:v>
                </c:pt>
                <c:pt idx="58">
                  <c:v>124.3</c:v>
                </c:pt>
              </c:numCache>
            </c:numRef>
          </c:val>
          <c:smooth val="0"/>
        </c:ser>
        <c:ser>
          <c:idx val="3"/>
          <c:order val="3"/>
          <c:tx>
            <c:strRef>
              <c:f>Sheet1!$E$1</c:f>
              <c:strCache>
                <c:ptCount val="1"/>
                <c:pt idx="0">
                  <c:v>Euro area</c:v>
                </c:pt>
              </c:strCache>
            </c:strRef>
          </c:tx>
          <c:spPr>
            <a:ln>
              <a:solidFill>
                <a:srgbClr val="A60B0B"/>
              </a:solidFill>
            </a:ln>
          </c:spPr>
          <c:marker>
            <c:symbol val="circle"/>
            <c:spPr>
              <a:solidFill>
                <a:srgbClr val="A60B0B"/>
              </a:solidFill>
              <a:ln>
                <a:solidFill>
                  <a:srgbClr val="A60B0B"/>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Sheet1!$A$2:$A$61</c:f>
              <c:strCache>
                <c:ptCount val="60"/>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pt idx="56">
                  <c:v>Sep '24</c:v>
                </c:pt>
                <c:pt idx="57">
                  <c:v>Oct '24</c:v>
                </c:pt>
                <c:pt idx="58">
                  <c:v>Nov '24</c:v>
                </c:pt>
                <c:pt idx="59">
                  <c:v>Dec '24</c:v>
                </c:pt>
              </c:strCache>
            </c:strRef>
          </c:cat>
          <c:val>
            <c:numRef>
              <c:f>Sheet1!$E$2:$E$60</c:f>
              <c:numCache>
                <c:ptCount val="59"/>
                <c:pt idx="0">
                  <c:v>91.5</c:v>
                </c:pt>
                <c:pt idx="1">
                  <c:v>90.9</c:v>
                </c:pt>
                <c:pt idx="2">
                  <c:v>89.5</c:v>
                </c:pt>
                <c:pt idx="3">
                  <c:v>87.7</c:v>
                </c:pt>
                <c:pt idx="4">
                  <c:v>87.2</c:v>
                </c:pt>
                <c:pt idx="5">
                  <c:v>87.8</c:v>
                </c:pt>
                <c:pt idx="6">
                  <c:v>88.5</c:v>
                </c:pt>
                <c:pt idx="7">
                  <c:v>88.6</c:v>
                </c:pt>
                <c:pt idx="8">
                  <c:v>88.8</c:v>
                </c:pt>
                <c:pt idx="9">
                  <c:v>89.2</c:v>
                </c:pt>
                <c:pt idx="10">
                  <c:v>89.5</c:v>
                </c:pt>
                <c:pt idx="11">
                  <c:v>90.2</c:v>
                </c:pt>
                <c:pt idx="12">
                  <c:v>92.1</c:v>
                </c:pt>
                <c:pt idx="13">
                  <c:v>92.6</c:v>
                </c:pt>
                <c:pt idx="14">
                  <c:v>93.7</c:v>
                </c:pt>
                <c:pt idx="15">
                  <c:v>94.6</c:v>
                </c:pt>
                <c:pt idx="16">
                  <c:v>95.7</c:v>
                </c:pt>
                <c:pt idx="17">
                  <c:v>97.1</c:v>
                </c:pt>
                <c:pt idx="18">
                  <c:v>99.5</c:v>
                </c:pt>
                <c:pt idx="19">
                  <c:v>100.4</c:v>
                </c:pt>
                <c:pt idx="20">
                  <c:v>102.9</c:v>
                </c:pt>
                <c:pt idx="21">
                  <c:v>108.3</c:v>
                </c:pt>
                <c:pt idx="22">
                  <c:v>110.2</c:v>
                </c:pt>
                <c:pt idx="23">
                  <c:v>112.9</c:v>
                </c:pt>
                <c:pt idx="24">
                  <c:v>119.8</c:v>
                </c:pt>
                <c:pt idx="25">
                  <c:v>121.1</c:v>
                </c:pt>
                <c:pt idx="26">
                  <c:v>127.3</c:v>
                </c:pt>
                <c:pt idx="27">
                  <c:v>128.8</c:v>
                </c:pt>
                <c:pt idx="28">
                  <c:v>129.6</c:v>
                </c:pt>
                <c:pt idx="29">
                  <c:v>131.4</c:v>
                </c:pt>
                <c:pt idx="30">
                  <c:v>136</c:v>
                </c:pt>
                <c:pt idx="31">
                  <c:v>141.6</c:v>
                </c:pt>
                <c:pt idx="32">
                  <c:v>143.9</c:v>
                </c:pt>
                <c:pt idx="33">
                  <c:v>140.8</c:v>
                </c:pt>
                <c:pt idx="34">
                  <c:v>139.8</c:v>
                </c:pt>
                <c:pt idx="35">
                  <c:v>141.2</c:v>
                </c:pt>
                <c:pt idx="36">
                  <c:v>137.5</c:v>
                </c:pt>
                <c:pt idx="37">
                  <c:v>136.6</c:v>
                </c:pt>
                <c:pt idx="38">
                  <c:v>135</c:v>
                </c:pt>
                <c:pt idx="39">
                  <c:v>130.7</c:v>
                </c:pt>
                <c:pt idx="40">
                  <c:v>128.4</c:v>
                </c:pt>
                <c:pt idx="41">
                  <c:v>127.8</c:v>
                </c:pt>
                <c:pt idx="42">
                  <c:v>127.3</c:v>
                </c:pt>
                <c:pt idx="43">
                  <c:v>128.1</c:v>
                </c:pt>
                <c:pt idx="44">
                  <c:v>128.9</c:v>
                </c:pt>
                <c:pt idx="45">
                  <c:v>129.1</c:v>
                </c:pt>
                <c:pt idx="46">
                  <c:v>128.6</c:v>
                </c:pt>
                <c:pt idx="47">
                  <c:v>127.6</c:v>
                </c:pt>
                <c:pt idx="48">
                  <c:v>126</c:v>
                </c:pt>
                <c:pt idx="49">
                  <c:v>124.7</c:v>
                </c:pt>
                <c:pt idx="50">
                  <c:v>124</c:v>
                </c:pt>
                <c:pt idx="51">
                  <c:v>122.9</c:v>
                </c:pt>
                <c:pt idx="52">
                  <c:v>122.6</c:v>
                </c:pt>
                <c:pt idx="53">
                  <c:v>123.3</c:v>
                </c:pt>
                <c:pt idx="54">
                  <c:v>124.2</c:v>
                </c:pt>
                <c:pt idx="55">
                  <c:v>124.9</c:v>
                </c:pt>
                <c:pt idx="56">
                  <c:v>124.2</c:v>
                </c:pt>
                <c:pt idx="57">
                  <c:v>124.7</c:v>
                </c:pt>
                <c:pt idx="58">
                  <c:v>126.7</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8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Producer Price Index</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United States</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Sheet1!$A$2:$A$58</c:f>
              <c:strCache>
                <c:ptCount val="57"/>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pt idx="56">
                  <c:v>Sep '24</c:v>
                </c:pt>
              </c:strCache>
            </c:strRef>
          </c:cat>
          <c:val>
            <c:numRef>
              <c:f>Sheet1!$B$2:$B$58</c:f>
              <c:numCache>
                <c:ptCount val="57"/>
                <c:pt idx="0">
                  <c:v>0.021</c:v>
                </c:pt>
                <c:pt idx="1">
                  <c:v>0.013</c:v>
                </c:pt>
                <c:pt idx="2">
                  <c:v>0.003</c:v>
                </c:pt>
                <c:pt idx="3">
                  <c:v>-0.015</c:v>
                </c:pt>
                <c:pt idx="4">
                  <c:v>-0.011</c:v>
                </c:pt>
                <c:pt idx="5">
                  <c:v>-0.007</c:v>
                </c:pt>
                <c:pt idx="6">
                  <c:v>-0.003</c:v>
                </c:pt>
                <c:pt idx="7">
                  <c:v>-0.003</c:v>
                </c:pt>
                <c:pt idx="8">
                  <c:v>0.003</c:v>
                </c:pt>
                <c:pt idx="9">
                  <c:v>0.005</c:v>
                </c:pt>
                <c:pt idx="10">
                  <c:v>0.008</c:v>
                </c:pt>
                <c:pt idx="11">
                  <c:v>0.008</c:v>
                </c:pt>
                <c:pt idx="12">
                  <c:v>0.017</c:v>
                </c:pt>
                <c:pt idx="13">
                  <c:v>0.028</c:v>
                </c:pt>
                <c:pt idx="14">
                  <c:v>0.042</c:v>
                </c:pt>
                <c:pt idx="15">
                  <c:v>0.062</c:v>
                </c:pt>
                <c:pt idx="16">
                  <c:v>0.066</c:v>
                </c:pt>
                <c:pt idx="17">
                  <c:v>0.073</c:v>
                </c:pt>
                <c:pt idx="18">
                  <c:v>0.078</c:v>
                </c:pt>
                <c:pt idx="19">
                  <c:v>0.087</c:v>
                </c:pt>
                <c:pt idx="20">
                  <c:v>0.088</c:v>
                </c:pt>
                <c:pt idx="21">
                  <c:v>0.089</c:v>
                </c:pt>
                <c:pt idx="22">
                  <c:v>0.099</c:v>
                </c:pt>
                <c:pt idx="23">
                  <c:v>0.1</c:v>
                </c:pt>
                <c:pt idx="24">
                  <c:v>0.101</c:v>
                </c:pt>
                <c:pt idx="25">
                  <c:v>0.104</c:v>
                </c:pt>
                <c:pt idx="26">
                  <c:v>0.115</c:v>
                </c:pt>
                <c:pt idx="27">
                  <c:v>0.109</c:v>
                </c:pt>
                <c:pt idx="28">
                  <c:v>0.109</c:v>
                </c:pt>
                <c:pt idx="29">
                  <c:v>0.113</c:v>
                </c:pt>
                <c:pt idx="30">
                  <c:v>0.097</c:v>
                </c:pt>
                <c:pt idx="31">
                  <c:v>0.087</c:v>
                </c:pt>
                <c:pt idx="32">
                  <c:v>0.085</c:v>
                </c:pt>
                <c:pt idx="33">
                  <c:v>0.082</c:v>
                </c:pt>
                <c:pt idx="34">
                  <c:v>0.073</c:v>
                </c:pt>
                <c:pt idx="35">
                  <c:v>0.065</c:v>
                </c:pt>
                <c:pt idx="36">
                  <c:v>0.057</c:v>
                </c:pt>
                <c:pt idx="37">
                  <c:v>0.047</c:v>
                </c:pt>
                <c:pt idx="38">
                  <c:v>0.027</c:v>
                </c:pt>
                <c:pt idx="39">
                  <c:v>0.023</c:v>
                </c:pt>
                <c:pt idx="40">
                  <c:v>0.011</c:v>
                </c:pt>
                <c:pt idx="41">
                  <c:v>0.003</c:v>
                </c:pt>
                <c:pt idx="42">
                  <c:v>0.011</c:v>
                </c:pt>
                <c:pt idx="43">
                  <c:v>0.019</c:v>
                </c:pt>
                <c:pt idx="44">
                  <c:v>0.018</c:v>
                </c:pt>
                <c:pt idx="45">
                  <c:v>0.01</c:v>
                </c:pt>
                <c:pt idx="46">
                  <c:v>0.007</c:v>
                </c:pt>
                <c:pt idx="47">
                  <c:v>0.011</c:v>
                </c:pt>
                <c:pt idx="48">
                  <c:v>0.01</c:v>
                </c:pt>
                <c:pt idx="49">
                  <c:v>0.016</c:v>
                </c:pt>
                <c:pt idx="50">
                  <c:v>0.02</c:v>
                </c:pt>
                <c:pt idx="51">
                  <c:v>0.023</c:v>
                </c:pt>
                <c:pt idx="52">
                  <c:v>0.025</c:v>
                </c:pt>
                <c:pt idx="53">
                  <c:v>0.029</c:v>
                </c:pt>
                <c:pt idx="54">
                  <c:v>0.023</c:v>
                </c:pt>
                <c:pt idx="55">
                  <c:v>0.019</c:v>
                </c:pt>
                <c:pt idx="56">
                  <c:v>0.018</c:v>
                </c:pt>
              </c:numCache>
            </c:numRef>
          </c:val>
          <c:smooth val="0"/>
        </c:ser>
        <c:ser>
          <c:idx val="1"/>
          <c:order val="1"/>
          <c:tx>
            <c:strRef>
              <c:f>Sheet1!$C$1</c:f>
              <c:strCache>
                <c:ptCount val="1"/>
                <c:pt idx="0">
                  <c:v>China</c:v>
                </c:pt>
              </c:strCache>
            </c:strRef>
          </c:tx>
          <c:spPr>
            <a:ln>
              <a:solidFill>
                <a:srgbClr val="0F283E"/>
              </a:solidFill>
            </a:ln>
          </c:spPr>
          <c:marker>
            <c:symbol val="circle"/>
            <c:spPr>
              <a:solidFill>
                <a:srgbClr val="0F283E"/>
              </a:solidFill>
              <a:ln>
                <a:solidFill>
                  <a:srgbClr val="0F283E"/>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Sheet1!$A$2:$A$58</c:f>
              <c:strCache>
                <c:ptCount val="57"/>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pt idx="56">
                  <c:v>Sep '24</c:v>
                </c:pt>
              </c:strCache>
            </c:strRef>
          </c:cat>
          <c:val>
            <c:numRef>
              <c:f>Sheet1!$C$2:$C$58</c:f>
              <c:numCache>
                <c:ptCount val="57"/>
                <c:pt idx="0">
                  <c:v>0.001</c:v>
                </c:pt>
                <c:pt idx="1">
                  <c:v>-0.004</c:v>
                </c:pt>
                <c:pt idx="2">
                  <c:v>-0.015</c:v>
                </c:pt>
                <c:pt idx="3">
                  <c:v>-0.031</c:v>
                </c:pt>
                <c:pt idx="4">
                  <c:v>-0.037</c:v>
                </c:pt>
                <c:pt idx="5">
                  <c:v>-0.03</c:v>
                </c:pt>
                <c:pt idx="6">
                  <c:v>-0.024</c:v>
                </c:pt>
                <c:pt idx="7">
                  <c:v>-0.02</c:v>
                </c:pt>
                <c:pt idx="8">
                  <c:v>-0.021</c:v>
                </c:pt>
                <c:pt idx="9">
                  <c:v>-0.021</c:v>
                </c:pt>
                <c:pt idx="10">
                  <c:v>-0.015</c:v>
                </c:pt>
                <c:pt idx="11">
                  <c:v>-0.004</c:v>
                </c:pt>
                <c:pt idx="12">
                  <c:v>0.003</c:v>
                </c:pt>
                <c:pt idx="13">
                  <c:v>0.017</c:v>
                </c:pt>
                <c:pt idx="14">
                  <c:v>0.044</c:v>
                </c:pt>
                <c:pt idx="15">
                  <c:v>0.068</c:v>
                </c:pt>
                <c:pt idx="16">
                  <c:v>0.09</c:v>
                </c:pt>
                <c:pt idx="17">
                  <c:v>0.088</c:v>
                </c:pt>
                <c:pt idx="18">
                  <c:v>0.09</c:v>
                </c:pt>
                <c:pt idx="19">
                  <c:v>0.095</c:v>
                </c:pt>
                <c:pt idx="20">
                  <c:v>0.107</c:v>
                </c:pt>
                <c:pt idx="21">
                  <c:v>0.135</c:v>
                </c:pt>
                <c:pt idx="22">
                  <c:v>0.129</c:v>
                </c:pt>
                <c:pt idx="23">
                  <c:v>0.103</c:v>
                </c:pt>
                <c:pt idx="24">
                  <c:v>0.091</c:v>
                </c:pt>
                <c:pt idx="25">
                  <c:v>0.088</c:v>
                </c:pt>
                <c:pt idx="26">
                  <c:v>0.083</c:v>
                </c:pt>
                <c:pt idx="27">
                  <c:v>0.08</c:v>
                </c:pt>
                <c:pt idx="28">
                  <c:v>0.064</c:v>
                </c:pt>
                <c:pt idx="29">
                  <c:v>0.061</c:v>
                </c:pt>
                <c:pt idx="30">
                  <c:v>0.042</c:v>
                </c:pt>
                <c:pt idx="31">
                  <c:v>0.023</c:v>
                </c:pt>
                <c:pt idx="32">
                  <c:v>0.009</c:v>
                </c:pt>
                <c:pt idx="33">
                  <c:v>-0.013</c:v>
                </c:pt>
                <c:pt idx="34">
                  <c:v>-0.013</c:v>
                </c:pt>
                <c:pt idx="35">
                  <c:v>-0.007</c:v>
                </c:pt>
                <c:pt idx="36">
                  <c:v>-0.008</c:v>
                </c:pt>
                <c:pt idx="37">
                  <c:v>-0.014</c:v>
                </c:pt>
                <c:pt idx="38">
                  <c:v>-0.025</c:v>
                </c:pt>
                <c:pt idx="39">
                  <c:v>-0.036</c:v>
                </c:pt>
                <c:pt idx="40">
                  <c:v>-0.046</c:v>
                </c:pt>
                <c:pt idx="41">
                  <c:v>-0.054</c:v>
                </c:pt>
                <c:pt idx="42">
                  <c:v>-0.044</c:v>
                </c:pt>
                <c:pt idx="43">
                  <c:v>-0.03</c:v>
                </c:pt>
                <c:pt idx="44">
                  <c:v>-0.025</c:v>
                </c:pt>
                <c:pt idx="45">
                  <c:v>-0.026</c:v>
                </c:pt>
                <c:pt idx="46">
                  <c:v>-0.03</c:v>
                </c:pt>
                <c:pt idx="47">
                  <c:v>-0.027</c:v>
                </c:pt>
                <c:pt idx="48">
                  <c:v>-0.025</c:v>
                </c:pt>
                <c:pt idx="49">
                  <c:v>-0.027</c:v>
                </c:pt>
                <c:pt idx="50">
                  <c:v>-0.028</c:v>
                </c:pt>
                <c:pt idx="51">
                  <c:v>-0.025</c:v>
                </c:pt>
                <c:pt idx="52">
                  <c:v>-0.014</c:v>
                </c:pt>
                <c:pt idx="53">
                  <c:v>-0.008</c:v>
                </c:pt>
                <c:pt idx="54">
                  <c:v>-0.008</c:v>
                </c:pt>
                <c:pt idx="55">
                  <c:v>-0.018</c:v>
                </c:pt>
                <c:pt idx="56">
                  <c:v>-0.028</c:v>
                </c:pt>
              </c:numCache>
            </c:numRef>
          </c:val>
          <c:smooth val="0"/>
        </c:ser>
        <c:ser>
          <c:idx val="2"/>
          <c:order val="2"/>
          <c:tx>
            <c:strRef>
              <c:f>Sheet1!$D$1</c:f>
              <c:strCache>
                <c:ptCount val="1"/>
                <c:pt idx="0">
                  <c:v>Japan</c:v>
                </c:pt>
              </c:strCache>
            </c:strRef>
          </c:tx>
          <c:spPr>
            <a:ln>
              <a:solidFill>
                <a:srgbClr val="BABABA"/>
              </a:solidFill>
            </a:ln>
          </c:spPr>
          <c:marker>
            <c:symbol val="circle"/>
            <c:spPr>
              <a:solidFill>
                <a:srgbClr val="BABABA"/>
              </a:solidFill>
              <a:ln>
                <a:solidFill>
                  <a:srgbClr val="BABABA"/>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Sheet1!$A$2:$A$58</c:f>
              <c:strCache>
                <c:ptCount val="57"/>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pt idx="56">
                  <c:v>Sep '24</c:v>
                </c:pt>
              </c:strCache>
            </c:strRef>
          </c:cat>
          <c:val>
            <c:numRef>
              <c:f>Sheet1!$D$2:$D$58</c:f>
              <c:numCache>
                <c:ptCount val="57"/>
                <c:pt idx="0">
                  <c:v>0.017</c:v>
                </c:pt>
                <c:pt idx="1">
                  <c:v>0.008</c:v>
                </c:pt>
                <c:pt idx="2">
                  <c:v>-0.004</c:v>
                </c:pt>
                <c:pt idx="3">
                  <c:v>-0.024</c:v>
                </c:pt>
                <c:pt idx="4">
                  <c:v>-0.027</c:v>
                </c:pt>
                <c:pt idx="5">
                  <c:v>-0.016</c:v>
                </c:pt>
                <c:pt idx="6">
                  <c:v>-0.009</c:v>
                </c:pt>
                <c:pt idx="7">
                  <c:v>-0.006</c:v>
                </c:pt>
                <c:pt idx="8">
                  <c:v>-0.008</c:v>
                </c:pt>
                <c:pt idx="9">
                  <c:v>-0.021</c:v>
                </c:pt>
                <c:pt idx="10">
                  <c:v>-0.023</c:v>
                </c:pt>
                <c:pt idx="11">
                  <c:v>-0.02</c:v>
                </c:pt>
                <c:pt idx="12">
                  <c:v>-0.015</c:v>
                </c:pt>
                <c:pt idx="13">
                  <c:v>-0.007</c:v>
                </c:pt>
                <c:pt idx="14">
                  <c:v>0.01</c:v>
                </c:pt>
                <c:pt idx="15">
                  <c:v>0.038</c:v>
                </c:pt>
                <c:pt idx="16">
                  <c:v>0.051</c:v>
                </c:pt>
                <c:pt idx="17">
                  <c:v>0.05</c:v>
                </c:pt>
                <c:pt idx="18">
                  <c:v>0.056</c:v>
                </c:pt>
                <c:pt idx="19">
                  <c:v>0.059</c:v>
                </c:pt>
                <c:pt idx="20">
                  <c:v>0.065</c:v>
                </c:pt>
                <c:pt idx="21">
                  <c:v>0.083</c:v>
                </c:pt>
                <c:pt idx="22">
                  <c:v>0.092</c:v>
                </c:pt>
                <c:pt idx="23">
                  <c:v>0.089</c:v>
                </c:pt>
                <c:pt idx="24">
                  <c:v>0.09</c:v>
                </c:pt>
                <c:pt idx="25">
                  <c:v>0.094</c:v>
                </c:pt>
                <c:pt idx="26">
                  <c:v>0.093</c:v>
                </c:pt>
                <c:pt idx="27">
                  <c:v>0.098</c:v>
                </c:pt>
                <c:pt idx="28">
                  <c:v>0.091</c:v>
                </c:pt>
                <c:pt idx="29">
                  <c:v>0.096</c:v>
                </c:pt>
                <c:pt idx="30">
                  <c:v>0.093</c:v>
                </c:pt>
                <c:pt idx="31">
                  <c:v>0.096</c:v>
                </c:pt>
                <c:pt idx="32">
                  <c:v>0.103</c:v>
                </c:pt>
                <c:pt idx="33">
                  <c:v>0.097</c:v>
                </c:pt>
                <c:pt idx="34">
                  <c:v>0.099</c:v>
                </c:pt>
                <c:pt idx="35">
                  <c:v>0.105</c:v>
                </c:pt>
                <c:pt idx="36">
                  <c:v>0.096</c:v>
                </c:pt>
                <c:pt idx="37">
                  <c:v>0.083</c:v>
                </c:pt>
                <c:pt idx="38">
                  <c:v>0.074</c:v>
                </c:pt>
                <c:pt idx="39">
                  <c:v>0.059</c:v>
                </c:pt>
                <c:pt idx="40">
                  <c:v>0.051</c:v>
                </c:pt>
                <c:pt idx="41">
                  <c:v>0.041</c:v>
                </c:pt>
                <c:pt idx="42">
                  <c:v>0.036</c:v>
                </c:pt>
                <c:pt idx="43">
                  <c:v>0.034</c:v>
                </c:pt>
                <c:pt idx="44">
                  <c:v>0.022</c:v>
                </c:pt>
                <c:pt idx="45">
                  <c:v>0.011</c:v>
                </c:pt>
                <c:pt idx="46">
                  <c:v>0.005</c:v>
                </c:pt>
                <c:pt idx="47">
                  <c:v>0.003</c:v>
                </c:pt>
                <c:pt idx="48">
                  <c:v>0.003</c:v>
                </c:pt>
                <c:pt idx="49">
                  <c:v>0.007</c:v>
                </c:pt>
                <c:pt idx="50">
                  <c:v>0.008</c:v>
                </c:pt>
                <c:pt idx="51">
                  <c:v>0.009</c:v>
                </c:pt>
                <c:pt idx="52">
                  <c:v>0.023</c:v>
                </c:pt>
                <c:pt idx="53">
                  <c:v>0.026</c:v>
                </c:pt>
                <c:pt idx="54">
                  <c:v>0.03</c:v>
                </c:pt>
                <c:pt idx="55">
                  <c:v>0.026</c:v>
                </c:pt>
                <c:pt idx="56">
                  <c:v>0.028</c:v>
                </c:pt>
              </c:numCache>
            </c:numRef>
          </c:val>
          <c:smooth val="0"/>
        </c:ser>
        <c:ser>
          <c:idx val="3"/>
          <c:order val="3"/>
          <c:tx>
            <c:strRef>
              <c:f>Sheet1!$E$1</c:f>
              <c:strCache>
                <c:ptCount val="1"/>
                <c:pt idx="0">
                  <c:v>Euro area</c:v>
                </c:pt>
              </c:strCache>
            </c:strRef>
          </c:tx>
          <c:spPr>
            <a:ln>
              <a:solidFill>
                <a:srgbClr val="A60B0B"/>
              </a:solidFill>
            </a:ln>
          </c:spPr>
          <c:marker>
            <c:symbol val="circle"/>
            <c:spPr>
              <a:solidFill>
                <a:srgbClr val="A60B0B"/>
              </a:solidFill>
              <a:ln>
                <a:solidFill>
                  <a:srgbClr val="A60B0B"/>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Sheet1!$A$2:$A$58</c:f>
              <c:strCache>
                <c:ptCount val="57"/>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pt idx="30">
                  <c:v>Jul '22</c:v>
                </c:pt>
                <c:pt idx="31">
                  <c:v>Aug '22</c:v>
                </c:pt>
                <c:pt idx="32">
                  <c:v>Sep '22</c:v>
                </c:pt>
                <c:pt idx="33">
                  <c:v>Oct '22</c:v>
                </c:pt>
                <c:pt idx="34">
                  <c:v>Nov '22</c:v>
                </c:pt>
                <c:pt idx="35">
                  <c:v>Dec '22</c:v>
                </c:pt>
                <c:pt idx="36">
                  <c:v>Jan '23</c:v>
                </c:pt>
                <c:pt idx="37">
                  <c:v>Feb '23</c:v>
                </c:pt>
                <c:pt idx="38">
                  <c:v>Mar '23</c:v>
                </c:pt>
                <c:pt idx="39">
                  <c:v>Apr '23</c:v>
                </c:pt>
                <c:pt idx="40">
                  <c:v>May '23</c:v>
                </c:pt>
                <c:pt idx="41">
                  <c:v>Jun '23</c:v>
                </c:pt>
                <c:pt idx="42">
                  <c:v>Jul '23</c:v>
                </c:pt>
                <c:pt idx="43">
                  <c:v>Aug '23</c:v>
                </c:pt>
                <c:pt idx="44">
                  <c:v>Sep '23</c:v>
                </c:pt>
                <c:pt idx="45">
                  <c:v>Oct '23</c:v>
                </c:pt>
                <c:pt idx="46">
                  <c:v>Nov '23</c:v>
                </c:pt>
                <c:pt idx="47">
                  <c:v>Dec '23</c:v>
                </c:pt>
                <c:pt idx="48">
                  <c:v>Jan '24</c:v>
                </c:pt>
                <c:pt idx="49">
                  <c:v>Feb '24</c:v>
                </c:pt>
                <c:pt idx="50">
                  <c:v>Mar '24</c:v>
                </c:pt>
                <c:pt idx="51">
                  <c:v>Apr '24</c:v>
                </c:pt>
                <c:pt idx="52">
                  <c:v>May '24</c:v>
                </c:pt>
                <c:pt idx="53">
                  <c:v>Jun '24</c:v>
                </c:pt>
                <c:pt idx="54">
                  <c:v>Jul '24</c:v>
                </c:pt>
                <c:pt idx="55">
                  <c:v>Aug '24</c:v>
                </c:pt>
                <c:pt idx="56">
                  <c:v>Sep '24</c:v>
                </c:pt>
              </c:strCache>
            </c:strRef>
          </c:cat>
          <c:val>
            <c:numRef>
              <c:f>Sheet1!$E$2:$E$57</c:f>
              <c:numCache>
                <c:ptCount val="56"/>
                <c:pt idx="0">
                  <c:v>-0.007</c:v>
                </c:pt>
                <c:pt idx="1">
                  <c:v>-0.014</c:v>
                </c:pt>
                <c:pt idx="2">
                  <c:v>-0.028</c:v>
                </c:pt>
                <c:pt idx="3">
                  <c:v>-0.045</c:v>
                </c:pt>
                <c:pt idx="4">
                  <c:v>-0.05</c:v>
                </c:pt>
                <c:pt idx="5">
                  <c:v>-0.037</c:v>
                </c:pt>
                <c:pt idx="6">
                  <c:v>-0.032</c:v>
                </c:pt>
                <c:pt idx="7">
                  <c:v>-0.026</c:v>
                </c:pt>
                <c:pt idx="8">
                  <c:v>-0.023</c:v>
                </c:pt>
                <c:pt idx="9">
                  <c:v>-0.02</c:v>
                </c:pt>
                <c:pt idx="10">
                  <c:v>-0.02</c:v>
                </c:pt>
                <c:pt idx="11">
                  <c:v>-0.011</c:v>
                </c:pt>
                <c:pt idx="12">
                  <c:v>0.004</c:v>
                </c:pt>
                <c:pt idx="13">
                  <c:v>0.015</c:v>
                </c:pt>
                <c:pt idx="14">
                  <c:v>0.043</c:v>
                </c:pt>
                <c:pt idx="15">
                  <c:v>0.076</c:v>
                </c:pt>
                <c:pt idx="16">
                  <c:v>0.096</c:v>
                </c:pt>
                <c:pt idx="17">
                  <c:v>0.102</c:v>
                </c:pt>
                <c:pt idx="18">
                  <c:v>0.121</c:v>
                </c:pt>
                <c:pt idx="19">
                  <c:v>0.135</c:v>
                </c:pt>
                <c:pt idx="20">
                  <c:v>0.161</c:v>
                </c:pt>
                <c:pt idx="21">
                  <c:v>0.219</c:v>
                </c:pt>
                <c:pt idx="22">
                  <c:v>0.237</c:v>
                </c:pt>
                <c:pt idx="23">
                  <c:v>0.264</c:v>
                </c:pt>
                <c:pt idx="24">
                  <c:v>0.308</c:v>
                </c:pt>
                <c:pt idx="25">
                  <c:v>0.315</c:v>
                </c:pt>
                <c:pt idx="26">
                  <c:v>0.369</c:v>
                </c:pt>
                <c:pt idx="27">
                  <c:v>0.372</c:v>
                </c:pt>
                <c:pt idx="28">
                  <c:v>0.363</c:v>
                </c:pt>
                <c:pt idx="29">
                  <c:v>0.36</c:v>
                </c:pt>
                <c:pt idx="30">
                  <c:v>0.381</c:v>
                </c:pt>
                <c:pt idx="31">
                  <c:v>0.434</c:v>
                </c:pt>
                <c:pt idx="32">
                  <c:v>0.419</c:v>
                </c:pt>
                <c:pt idx="33">
                  <c:v>0.304</c:v>
                </c:pt>
                <c:pt idx="34">
                  <c:v>0.27</c:v>
                </c:pt>
                <c:pt idx="35">
                  <c:v>0.245</c:v>
                </c:pt>
                <c:pt idx="36">
                  <c:v>0.148</c:v>
                </c:pt>
                <c:pt idx="37">
                  <c:v>0.127</c:v>
                </c:pt>
                <c:pt idx="38">
                  <c:v>0.06</c:v>
                </c:pt>
                <c:pt idx="39">
                  <c:v>0.015</c:v>
                </c:pt>
                <c:pt idx="40">
                  <c:v>-0.009</c:v>
                </c:pt>
                <c:pt idx="41">
                  <c:v>-0.027</c:v>
                </c:pt>
                <c:pt idx="42">
                  <c:v>-0.064</c:v>
                </c:pt>
                <c:pt idx="43">
                  <c:v>-0.095</c:v>
                </c:pt>
                <c:pt idx="44">
                  <c:v>-0.104</c:v>
                </c:pt>
                <c:pt idx="45">
                  <c:v>-0.083</c:v>
                </c:pt>
                <c:pt idx="46">
                  <c:v>-0.08</c:v>
                </c:pt>
                <c:pt idx="47">
                  <c:v>-0.096</c:v>
                </c:pt>
                <c:pt idx="48">
                  <c:v>-0.08</c:v>
                </c:pt>
                <c:pt idx="49">
                  <c:v>-0.083</c:v>
                </c:pt>
                <c:pt idx="50">
                  <c:v>-0.077</c:v>
                </c:pt>
                <c:pt idx="51">
                  <c:v>-0.056</c:v>
                </c:pt>
                <c:pt idx="52">
                  <c:v>-0.042</c:v>
                </c:pt>
                <c:pt idx="53">
                  <c:v>-0.033</c:v>
                </c:pt>
                <c:pt idx="54">
                  <c:v>-0.022</c:v>
                </c:pt>
                <c:pt idx="55">
                  <c:v>-0.023</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Year-on-year change in the Producer Price Index</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West Texas Intermediate</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Sheet1!$A$2:$A$24</c:f>
              <c:numCache>
                <c:formatCode>General</c:formatCode>
                <c:ptCount val="23"/>
                <c:pt idx="0">
                  <c:v>1990</c:v>
                </c:pt>
                <c:pt idx="1">
                  <c:v>1995</c:v>
                </c:pt>
                <c:pt idx="2">
                  <c:v>2000</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c:v>
                </c:pt>
                <c:pt idx="22">
                  <c:v>2024</c:v>
                </c:pt>
              </c:numCache>
            </c:numRef>
          </c:cat>
          <c:val>
            <c:numRef>
              <c:f>Sheet1!$B$2:$B$24</c:f>
              <c:numCache>
                <c:ptCount val="23"/>
                <c:pt idx="0">
                  <c:v>24.53</c:v>
                </c:pt>
                <c:pt idx="1">
                  <c:v>18.43</c:v>
                </c:pt>
                <c:pt idx="2">
                  <c:v>30.38</c:v>
                </c:pt>
                <c:pt idx="3">
                  <c:v>56.64</c:v>
                </c:pt>
                <c:pt idx="4">
                  <c:v>66.05</c:v>
                </c:pt>
                <c:pt idx="5">
                  <c:v>72.34</c:v>
                </c:pt>
                <c:pt idx="6">
                  <c:v>99.67</c:v>
                </c:pt>
                <c:pt idx="7">
                  <c:v>61.95</c:v>
                </c:pt>
                <c:pt idx="8">
                  <c:v>79.48</c:v>
                </c:pt>
                <c:pt idx="9">
                  <c:v>94.88</c:v>
                </c:pt>
                <c:pt idx="10">
                  <c:v>94.05</c:v>
                </c:pt>
                <c:pt idx="11">
                  <c:v>97.98</c:v>
                </c:pt>
                <c:pt idx="12">
                  <c:v>93.17</c:v>
                </c:pt>
                <c:pt idx="13">
                  <c:v>48.66</c:v>
                </c:pt>
                <c:pt idx="14">
                  <c:v>43.29</c:v>
                </c:pt>
                <c:pt idx="15">
                  <c:v>50.8</c:v>
                </c:pt>
                <c:pt idx="16">
                  <c:v>65.23</c:v>
                </c:pt>
                <c:pt idx="17">
                  <c:v>56.99</c:v>
                </c:pt>
                <c:pt idx="18">
                  <c:v>39.16</c:v>
                </c:pt>
                <c:pt idx="19">
                  <c:v>68.13</c:v>
                </c:pt>
                <c:pt idx="20">
                  <c:v>94.9</c:v>
                </c:pt>
                <c:pt idx="21">
                  <c:v>77.58</c:v>
                </c:pt>
                <c:pt idx="22">
                  <c:v>76.63</c:v>
                </c:pt>
              </c:numCache>
            </c:numRef>
          </c:val>
          <c:smooth val="0"/>
        </c:ser>
        <c:ser>
          <c:idx val="1"/>
          <c:order val="1"/>
          <c:tx>
            <c:strRef>
              <c:f>Sheet1!$C$1</c:f>
              <c:strCache>
                <c:ptCount val="1"/>
                <c:pt idx="0">
                  <c:v>Europe Brent</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Sheet1!$A$2:$A$24</c:f>
              <c:numCache>
                <c:formatCode>General</c:formatCode>
                <c:ptCount val="23"/>
                <c:pt idx="0">
                  <c:v>1990</c:v>
                </c:pt>
                <c:pt idx="1">
                  <c:v>1995</c:v>
                </c:pt>
                <c:pt idx="2">
                  <c:v>2000</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c:v>
                </c:pt>
                <c:pt idx="22">
                  <c:v>2024</c:v>
                </c:pt>
              </c:numCache>
            </c:numRef>
          </c:cat>
          <c:val>
            <c:numRef>
              <c:f>Sheet1!$C$2:$C$24</c:f>
              <c:numCache>
                <c:ptCount val="23"/>
                <c:pt idx="0">
                  <c:v>23.76</c:v>
                </c:pt>
                <c:pt idx="1">
                  <c:v>17.02</c:v>
                </c:pt>
                <c:pt idx="2">
                  <c:v>28.66</c:v>
                </c:pt>
                <c:pt idx="3">
                  <c:v>54.57</c:v>
                </c:pt>
                <c:pt idx="4">
                  <c:v>65.16</c:v>
                </c:pt>
                <c:pt idx="5">
                  <c:v>72.44</c:v>
                </c:pt>
                <c:pt idx="6">
                  <c:v>96.94</c:v>
                </c:pt>
                <c:pt idx="7">
                  <c:v>61.74</c:v>
                </c:pt>
                <c:pt idx="8">
                  <c:v>79.61</c:v>
                </c:pt>
                <c:pt idx="9">
                  <c:v>111.26</c:v>
                </c:pt>
                <c:pt idx="10">
                  <c:v>111.63</c:v>
                </c:pt>
                <c:pt idx="11">
                  <c:v>108.56</c:v>
                </c:pt>
                <c:pt idx="12">
                  <c:v>98.97</c:v>
                </c:pt>
                <c:pt idx="13">
                  <c:v>52.32</c:v>
                </c:pt>
                <c:pt idx="14">
                  <c:v>43.64</c:v>
                </c:pt>
                <c:pt idx="15">
                  <c:v>54.13</c:v>
                </c:pt>
                <c:pt idx="16">
                  <c:v>71.34</c:v>
                </c:pt>
                <c:pt idx="17">
                  <c:v>64.3</c:v>
                </c:pt>
                <c:pt idx="18">
                  <c:v>41.96</c:v>
                </c:pt>
                <c:pt idx="19">
                  <c:v>70.86</c:v>
                </c:pt>
                <c:pt idx="20">
                  <c:v>100.93</c:v>
                </c:pt>
                <c:pt idx="21">
                  <c:v>82.49</c:v>
                </c:pt>
                <c:pt idx="22">
                  <c:v>80.52</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5"/>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Price in U.S. dollars per barrel</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Sheet1!$A$2:$A$90</c:f>
              <c:strCache>
                <c:ptCount val="89"/>
                <c:pt idx="0">
                  <c:v>Jan '18</c:v>
                </c:pt>
                <c:pt idx="1">
                  <c:v>Feb '18</c:v>
                </c:pt>
                <c:pt idx="2">
                  <c:v>Mar '18</c:v>
                </c:pt>
                <c:pt idx="3">
                  <c:v>Apr '18</c:v>
                </c:pt>
                <c:pt idx="4">
                  <c:v>May '18</c:v>
                </c:pt>
                <c:pt idx="5">
                  <c:v>Jun '18</c:v>
                </c:pt>
                <c:pt idx="6">
                  <c:v>Jul '18</c:v>
                </c:pt>
                <c:pt idx="7">
                  <c:v>Aug '18</c:v>
                </c:pt>
                <c:pt idx="8">
                  <c:v>Sep '18</c:v>
                </c:pt>
                <c:pt idx="9">
                  <c:v>Oct '18</c:v>
                </c:pt>
                <c:pt idx="10">
                  <c:v>Nov '18</c:v>
                </c:pt>
                <c:pt idx="11">
                  <c:v>Dec '18</c:v>
                </c:pt>
                <c:pt idx="12">
                  <c:v>Jan '19</c:v>
                </c:pt>
                <c:pt idx="13">
                  <c:v>Feb '19</c:v>
                </c:pt>
                <c:pt idx="14">
                  <c:v>Mar '19</c:v>
                </c:pt>
                <c:pt idx="15">
                  <c:v>Apr '19</c:v>
                </c:pt>
                <c:pt idx="16">
                  <c:v>May '19</c:v>
                </c:pt>
                <c:pt idx="17">
                  <c:v>Jun '19</c:v>
                </c:pt>
                <c:pt idx="18">
                  <c:v>Jul '19</c:v>
                </c:pt>
                <c:pt idx="19">
                  <c:v>Aug '19</c:v>
                </c:pt>
                <c:pt idx="20">
                  <c:v>Sep '19</c:v>
                </c:pt>
                <c:pt idx="21">
                  <c:v>Oct '19</c:v>
                </c:pt>
                <c:pt idx="22">
                  <c:v>Nov '19</c:v>
                </c:pt>
                <c:pt idx="23">
                  <c:v>Dec '19</c:v>
                </c:pt>
                <c:pt idx="24">
                  <c:v>Jan '20</c:v>
                </c:pt>
                <c:pt idx="25">
                  <c:v>Feb '20</c:v>
                </c:pt>
                <c:pt idx="26">
                  <c:v>Mar '20</c:v>
                </c:pt>
                <c:pt idx="27">
                  <c:v>Apr '20</c:v>
                </c:pt>
                <c:pt idx="28">
                  <c:v>May '20</c:v>
                </c:pt>
                <c:pt idx="29">
                  <c:v>Jun '20</c:v>
                </c:pt>
                <c:pt idx="30">
                  <c:v>Jul '20</c:v>
                </c:pt>
                <c:pt idx="31">
                  <c:v>Aug '20</c:v>
                </c:pt>
                <c:pt idx="32">
                  <c:v>Sep '20</c:v>
                </c:pt>
                <c:pt idx="33">
                  <c:v>Oct '20</c:v>
                </c:pt>
                <c:pt idx="34">
                  <c:v>Nov '20</c:v>
                </c:pt>
                <c:pt idx="35">
                  <c:v>Dec '20</c:v>
                </c:pt>
                <c:pt idx="36">
                  <c:v>Jan '21</c:v>
                </c:pt>
                <c:pt idx="37">
                  <c:v>Feb '21</c:v>
                </c:pt>
                <c:pt idx="38">
                  <c:v>Mar '21</c:v>
                </c:pt>
                <c:pt idx="39">
                  <c:v>Apr '21</c:v>
                </c:pt>
                <c:pt idx="40">
                  <c:v>May '21</c:v>
                </c:pt>
                <c:pt idx="41">
                  <c:v>Jun '21</c:v>
                </c:pt>
                <c:pt idx="42">
                  <c:v>Jul '21</c:v>
                </c:pt>
                <c:pt idx="43">
                  <c:v>Aug '21</c:v>
                </c:pt>
                <c:pt idx="44">
                  <c:v>Sep '21</c:v>
                </c:pt>
                <c:pt idx="45">
                  <c:v>Oct '21</c:v>
                </c:pt>
                <c:pt idx="46">
                  <c:v>Nov '21</c:v>
                </c:pt>
                <c:pt idx="47">
                  <c:v>Dec '21</c:v>
                </c:pt>
                <c:pt idx="48">
                  <c:v>Jan '22</c:v>
                </c:pt>
                <c:pt idx="49">
                  <c:v>Feb '22</c:v>
                </c:pt>
                <c:pt idx="50">
                  <c:v>Mar '22</c:v>
                </c:pt>
                <c:pt idx="51">
                  <c:v>Apr '22</c:v>
                </c:pt>
                <c:pt idx="52">
                  <c:v>May '22</c:v>
                </c:pt>
                <c:pt idx="53">
                  <c:v>Jun '22</c:v>
                </c:pt>
                <c:pt idx="54">
                  <c:v>Jul '22</c:v>
                </c:pt>
                <c:pt idx="55">
                  <c:v>Aug '22</c:v>
                </c:pt>
                <c:pt idx="56">
                  <c:v>Sep '22</c:v>
                </c:pt>
                <c:pt idx="57">
                  <c:v>Oct '22</c:v>
                </c:pt>
                <c:pt idx="58">
                  <c:v>Nov '22</c:v>
                </c:pt>
                <c:pt idx="59">
                  <c:v>Dec '22</c:v>
                </c:pt>
                <c:pt idx="60">
                  <c:v>Jan '23</c:v>
                </c:pt>
                <c:pt idx="61">
                  <c:v>Feb '23</c:v>
                </c:pt>
                <c:pt idx="62">
                  <c:v>Mar '23</c:v>
                </c:pt>
                <c:pt idx="63">
                  <c:v>Apr '23</c:v>
                </c:pt>
                <c:pt idx="64">
                  <c:v>May '23</c:v>
                </c:pt>
                <c:pt idx="65">
                  <c:v>Jun '23</c:v>
                </c:pt>
                <c:pt idx="66">
                  <c:v>Jul '23</c:v>
                </c:pt>
                <c:pt idx="67">
                  <c:v>Aug '23</c:v>
                </c:pt>
                <c:pt idx="68">
                  <c:v>Sep '23</c:v>
                </c:pt>
                <c:pt idx="69">
                  <c:v>Oct '23</c:v>
                </c:pt>
                <c:pt idx="70">
                  <c:v>Nov '23</c:v>
                </c:pt>
                <c:pt idx="71">
                  <c:v>Dec '23</c:v>
                </c:pt>
                <c:pt idx="72">
                  <c:v>Jan 24'</c:v>
                </c:pt>
                <c:pt idx="73">
                  <c:v>Feb '24</c:v>
                </c:pt>
                <c:pt idx="74">
                  <c:v>Mar '24</c:v>
                </c:pt>
                <c:pt idx="75">
                  <c:v>Apr '24</c:v>
                </c:pt>
                <c:pt idx="76">
                  <c:v>May '24</c:v>
                </c:pt>
                <c:pt idx="77">
                  <c:v>Jun '24</c:v>
                </c:pt>
                <c:pt idx="78">
                  <c:v>Jul '24</c:v>
                </c:pt>
                <c:pt idx="79">
                  <c:v>Aug '24</c:v>
                </c:pt>
                <c:pt idx="80">
                  <c:v>Sep '24</c:v>
                </c:pt>
                <c:pt idx="81">
                  <c:v>Oct '24</c:v>
                </c:pt>
                <c:pt idx="82">
                  <c:v>Nov '24</c:v>
                </c:pt>
                <c:pt idx="83">
                  <c:v>Dec '24</c:v>
                </c:pt>
                <c:pt idx="84">
                  <c:v>Jan '25</c:v>
                </c:pt>
                <c:pt idx="85">
                  <c:v>Feb '25</c:v>
                </c:pt>
                <c:pt idx="86">
                  <c:v>Mar '25</c:v>
                </c:pt>
                <c:pt idx="87">
                  <c:v>Apr '25</c:v>
                </c:pt>
                <c:pt idx="88">
                  <c:v>May '25</c:v>
                </c:pt>
              </c:strCache>
            </c:strRef>
          </c:cat>
          <c:val>
            <c:numRef>
              <c:f>Sheet1!$B$2:$B$90</c:f>
              <c:numCache>
                <c:ptCount val="89"/>
                <c:pt idx="0">
                  <c:v>0.0035</c:v>
                </c:pt>
                <c:pt idx="1">
                  <c:v>-0.0064</c:v>
                </c:pt>
                <c:pt idx="2">
                  <c:v>-0.0065</c:v>
                </c:pt>
                <c:pt idx="3">
                  <c:v>0.0054</c:v>
                </c:pt>
                <c:pt idx="4">
                  <c:v>0.0082</c:v>
                </c:pt>
                <c:pt idx="5">
                  <c:v>0.0009</c:v>
                </c:pt>
                <c:pt idx="6">
                  <c:v>0.0079</c:v>
                </c:pt>
                <c:pt idx="7">
                  <c:v>0.0012</c:v>
                </c:pt>
                <c:pt idx="8">
                  <c:v>-0.0077</c:v>
                </c:pt>
                <c:pt idx="9">
                  <c:v>0.0122</c:v>
                </c:pt>
                <c:pt idx="10">
                  <c:v>-0.0173</c:v>
                </c:pt>
                <c:pt idx="11">
                  <c:v>-0.015</c:v>
                </c:pt>
                <c:pt idx="12">
                  <c:v>0.0197</c:v>
                </c:pt>
                <c:pt idx="13">
                  <c:v>-0.0106</c:v>
                </c:pt>
                <c:pt idx="14">
                  <c:v>0.0108</c:v>
                </c:pt>
                <c:pt idx="15">
                  <c:v>-0.0057</c:v>
                </c:pt>
                <c:pt idx="16">
                  <c:v>0.0098</c:v>
                </c:pt>
                <c:pt idx="17">
                  <c:v>-0.0181</c:v>
                </c:pt>
                <c:pt idx="18">
                  <c:v>0.0129</c:v>
                </c:pt>
                <c:pt idx="19">
                  <c:v>0.0018</c:v>
                </c:pt>
                <c:pt idx="20">
                  <c:v>-0.0087</c:v>
                </c:pt>
                <c:pt idx="21">
                  <c:v>0.005</c:v>
                </c:pt>
                <c:pt idx="22">
                  <c:v>-0.0111</c:v>
                </c:pt>
                <c:pt idx="23">
                  <c:v>0.0007</c:v>
                </c:pt>
                <c:pt idx="24">
                  <c:v>-0.0202</c:v>
                </c:pt>
                <c:pt idx="25">
                  <c:v>0.0018</c:v>
                </c:pt>
                <c:pt idx="26">
                  <c:v>-0.0217</c:v>
                </c:pt>
                <c:pt idx="27">
                  <c:v>-0.129</c:v>
                </c:pt>
                <c:pt idx="28">
                  <c:v>-0.0027</c:v>
                </c:pt>
                <c:pt idx="29">
                  <c:v>0.073</c:v>
                </c:pt>
                <c:pt idx="30">
                  <c:v>0.0442</c:v>
                </c:pt>
                <c:pt idx="31">
                  <c:v>0.0186</c:v>
                </c:pt>
                <c:pt idx="32">
                  <c:v>0.0258</c:v>
                </c:pt>
                <c:pt idx="33">
                  <c:v>0.0031</c:v>
                </c:pt>
                <c:pt idx="34">
                  <c:v>0.0163</c:v>
                </c:pt>
                <c:pt idx="35">
                  <c:v>0.0027</c:v>
                </c:pt>
                <c:pt idx="36">
                  <c:v>0.0184</c:v>
                </c:pt>
                <c:pt idx="37">
                  <c:v>-0.002</c:v>
                </c:pt>
                <c:pt idx="38">
                  <c:v>0.024</c:v>
                </c:pt>
                <c:pt idx="39">
                  <c:v>0</c:v>
                </c:pt>
                <c:pt idx="40">
                  <c:v>-0.013</c:v>
                </c:pt>
                <c:pt idx="41">
                  <c:v>0.008</c:v>
                </c:pt>
                <c:pt idx="42">
                  <c:v>-0.007</c:v>
                </c:pt>
                <c:pt idx="43">
                  <c:v>0.009</c:v>
                </c:pt>
                <c:pt idx="44">
                  <c:v>-0.008</c:v>
                </c:pt>
                <c:pt idx="45">
                  <c:v>0.011</c:v>
                </c:pt>
                <c:pt idx="46">
                  <c:v>0.03</c:v>
                </c:pt>
                <c:pt idx="47">
                  <c:v>0.012</c:v>
                </c:pt>
                <c:pt idx="48">
                  <c:v>-0.013</c:v>
                </c:pt>
                <c:pt idx="49">
                  <c:v>0.002</c:v>
                </c:pt>
                <c:pt idx="50">
                  <c:v>-0.017</c:v>
                </c:pt>
                <c:pt idx="51">
                  <c:v>0.006</c:v>
                </c:pt>
                <c:pt idx="52">
                  <c:v>0.016</c:v>
                </c:pt>
                <c:pt idx="53">
                  <c:v>-0.002</c:v>
                </c:pt>
                <c:pt idx="54">
                  <c:v>0.001</c:v>
                </c:pt>
                <c:pt idx="55">
                  <c:v>0.006</c:v>
                </c:pt>
                <c:pt idx="56">
                  <c:v>0.006</c:v>
                </c:pt>
                <c:pt idx="57">
                  <c:v>-0.01</c:v>
                </c:pt>
                <c:pt idx="58">
                  <c:v>-0.016</c:v>
                </c:pt>
                <c:pt idx="59">
                  <c:v>-0.007</c:v>
                </c:pt>
                <c:pt idx="60">
                  <c:v>-0.001</c:v>
                </c:pt>
                <c:pt idx="61">
                  <c:v>0</c:v>
                </c:pt>
                <c:pt idx="62">
                  <c:v>0.014</c:v>
                </c:pt>
                <c:pt idx="63">
                  <c:v>-0.016</c:v>
                </c:pt>
                <c:pt idx="64">
                  <c:v>0.015</c:v>
                </c:pt>
                <c:pt idx="65">
                  <c:v>-0.009</c:v>
                </c:pt>
                <c:pt idx="66">
                  <c:v>0.005</c:v>
                </c:pt>
                <c:pt idx="67">
                  <c:v>-0.001</c:v>
                </c:pt>
                <c:pt idx="68">
                  <c:v>0.003</c:v>
                </c:pt>
                <c:pt idx="69">
                  <c:v>0.004</c:v>
                </c:pt>
                <c:pt idx="70">
                  <c:v>-0.005</c:v>
                </c:pt>
                <c:pt idx="71">
                  <c:v>0.01</c:v>
                </c:pt>
                <c:pt idx="72">
                  <c:v>-0.006</c:v>
                </c:pt>
                <c:pt idx="73">
                  <c:v>0.015</c:v>
                </c:pt>
                <c:pt idx="74">
                  <c:v>-0.013</c:v>
                </c:pt>
                <c:pt idx="75">
                  <c:v>0.013</c:v>
                </c:pt>
                <c:pt idx="76">
                  <c:v>-0.001</c:v>
                </c:pt>
                <c:pt idx="77">
                  <c:v>0.006</c:v>
                </c:pt>
                <c:pt idx="78">
                  <c:v>-0.002</c:v>
                </c:pt>
                <c:pt idx="79">
                  <c:v>0.014</c:v>
                </c:pt>
                <c:pt idx="80">
                  <c:v>-0.007</c:v>
                </c:pt>
                <c:pt idx="81">
                  <c:v>0.002</c:v>
                </c:pt>
                <c:pt idx="82">
                  <c:v>0.003</c:v>
                </c:pt>
                <c:pt idx="83">
                  <c:v>0.007</c:v>
                </c:pt>
                <c:pt idx="84">
                  <c:v>0.003</c:v>
                </c:pt>
                <c:pt idx="85">
                  <c:v>0.003</c:v>
                </c:pt>
                <c:pt idx="86">
                  <c:v>0.024</c:v>
                </c:pt>
                <c:pt idx="87">
                  <c:v>-0.01</c:v>
                </c:pt>
                <c:pt idx="88">
                  <c:v>-0.009</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change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GDP</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Sheet1!$A$2:$A$21</c:f>
              <c:strCache>
                <c:ptCount val="20"/>
                <c:pt idx="0">
                  <c:v>2007</c:v>
                </c:pt>
                <c:pt idx="1">
                  <c:v>2008</c:v>
                </c:pt>
                <c:pt idx="2">
                  <c:v>2009</c:v>
                </c:pt>
                <c:pt idx="3">
                  <c:v>2010</c:v>
                </c:pt>
                <c:pt idx="4">
                  <c:v>2011</c:v>
                </c:pt>
                <c:pt idx="5">
                  <c:v>2012</c:v>
                </c:pt>
                <c:pt idx="6">
                  <c:v>2013</c:v>
                </c:pt>
                <c:pt idx="7">
                  <c:v>2014</c:v>
                </c:pt>
                <c:pt idx="8">
                  <c:v>2015</c:v>
                </c:pt>
                <c:pt idx="9">
                  <c:v>2016</c:v>
                </c:pt>
                <c:pt idx="10">
                  <c:v>2017</c:v>
                </c:pt>
                <c:pt idx="11">
                  <c:v>2018</c:v>
                </c:pt>
                <c:pt idx="12">
                  <c:v>2019</c:v>
                </c:pt>
                <c:pt idx="13">
                  <c:v>2020</c:v>
                </c:pt>
                <c:pt idx="14">
                  <c:v>2021</c:v>
                </c:pt>
                <c:pt idx="15">
                  <c:v>2022</c:v>
                </c:pt>
                <c:pt idx="16">
                  <c:v>2023</c:v>
                </c:pt>
                <c:pt idx="17">
                  <c:v>2024*</c:v>
                </c:pt>
                <c:pt idx="18">
                  <c:v>2025**</c:v>
                </c:pt>
                <c:pt idx="19">
                  <c:v>2026**</c:v>
                </c:pt>
              </c:strCache>
            </c:strRef>
          </c:cat>
          <c:val>
            <c:numRef>
              <c:f>Sheet1!$B$2:$B$21</c:f>
              <c:numCache>
                <c:ptCount val="20"/>
                <c:pt idx="0">
                  <c:v>0.042</c:v>
                </c:pt>
                <c:pt idx="1">
                  <c:v>0.02</c:v>
                </c:pt>
                <c:pt idx="2">
                  <c:v>-0.017</c:v>
                </c:pt>
                <c:pt idx="3">
                  <c:v>0.044</c:v>
                </c:pt>
                <c:pt idx="4">
                  <c:v>0.033</c:v>
                </c:pt>
                <c:pt idx="5">
                  <c:v>0.025</c:v>
                </c:pt>
                <c:pt idx="6">
                  <c:v>0.027</c:v>
                </c:pt>
                <c:pt idx="7">
                  <c:v>0.029</c:v>
                </c:pt>
                <c:pt idx="8">
                  <c:v>0.029</c:v>
                </c:pt>
                <c:pt idx="9">
                  <c:v>0.026</c:v>
                </c:pt>
                <c:pt idx="10">
                  <c:v>0.033</c:v>
                </c:pt>
                <c:pt idx="11">
                  <c:v>0.03</c:v>
                </c:pt>
                <c:pt idx="12">
                  <c:v>0.026</c:v>
                </c:pt>
                <c:pt idx="13">
                  <c:v>-0.031</c:v>
                </c:pt>
                <c:pt idx="14">
                  <c:v>0.063</c:v>
                </c:pt>
                <c:pt idx="15">
                  <c:v>0.032</c:v>
                </c:pt>
                <c:pt idx="16">
                  <c:v>0.027</c:v>
                </c:pt>
                <c:pt idx="17">
                  <c:v>0.027</c:v>
                </c:pt>
                <c:pt idx="18">
                  <c:v>0.027</c:v>
                </c:pt>
                <c:pt idx="19">
                  <c:v>0.027</c:v>
                </c:pt>
              </c:numCache>
            </c:numRef>
          </c:val>
          <c:smooth val="0"/>
        </c:ser>
        <c:ser>
          <c:idx val="1"/>
          <c:order val="1"/>
          <c:tx>
            <c:strRef>
              <c:f>Sheet1!$C$1</c:f>
              <c:strCache>
                <c:ptCount val="1"/>
                <c:pt idx="0">
                  <c:v>Trade</c:v>
                </c:pt>
              </c:strCache>
            </c:strRef>
          </c:tx>
          <c:spPr>
            <a:ln>
              <a:solidFill>
                <a:srgbClr val="0F283E"/>
              </a:solidFill>
            </a:ln>
          </c:spPr>
          <c:marker>
            <c:symbol val="circle"/>
            <c:spPr>
              <a:solidFill>
                <a:srgbClr val="0F283E"/>
              </a:solidFill>
              <a:ln>
                <a:solidFill>
                  <a:srgbClr val="0F283E"/>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Sheet1!$A$2:$A$21</c:f>
              <c:strCache>
                <c:ptCount val="20"/>
                <c:pt idx="0">
                  <c:v>2007</c:v>
                </c:pt>
                <c:pt idx="1">
                  <c:v>2008</c:v>
                </c:pt>
                <c:pt idx="2">
                  <c:v>2009</c:v>
                </c:pt>
                <c:pt idx="3">
                  <c:v>2010</c:v>
                </c:pt>
                <c:pt idx="4">
                  <c:v>2011</c:v>
                </c:pt>
                <c:pt idx="5">
                  <c:v>2012</c:v>
                </c:pt>
                <c:pt idx="6">
                  <c:v>2013</c:v>
                </c:pt>
                <c:pt idx="7">
                  <c:v>2014</c:v>
                </c:pt>
                <c:pt idx="8">
                  <c:v>2015</c:v>
                </c:pt>
                <c:pt idx="9">
                  <c:v>2016</c:v>
                </c:pt>
                <c:pt idx="10">
                  <c:v>2017</c:v>
                </c:pt>
                <c:pt idx="11">
                  <c:v>2018</c:v>
                </c:pt>
                <c:pt idx="12">
                  <c:v>2019</c:v>
                </c:pt>
                <c:pt idx="13">
                  <c:v>2020</c:v>
                </c:pt>
                <c:pt idx="14">
                  <c:v>2021</c:v>
                </c:pt>
                <c:pt idx="15">
                  <c:v>2022</c:v>
                </c:pt>
                <c:pt idx="16">
                  <c:v>2023</c:v>
                </c:pt>
                <c:pt idx="17">
                  <c:v>2024*</c:v>
                </c:pt>
                <c:pt idx="18">
                  <c:v>2025**</c:v>
                </c:pt>
                <c:pt idx="19">
                  <c:v>2026**</c:v>
                </c:pt>
              </c:strCache>
            </c:strRef>
          </c:cat>
          <c:val>
            <c:numRef>
              <c:f>Sheet1!$C$2:$C$21</c:f>
              <c:numCache>
                <c:ptCount val="20"/>
                <c:pt idx="0">
                  <c:v>0.076</c:v>
                </c:pt>
                <c:pt idx="1">
                  <c:v>0.03</c:v>
                </c:pt>
                <c:pt idx="2">
                  <c:v>-0.104</c:v>
                </c:pt>
                <c:pt idx="3">
                  <c:v>0.127</c:v>
                </c:pt>
                <c:pt idx="4">
                  <c:v>0.076</c:v>
                </c:pt>
                <c:pt idx="5">
                  <c:v>0.03</c:v>
                </c:pt>
                <c:pt idx="6">
                  <c:v>0.033</c:v>
                </c:pt>
                <c:pt idx="7">
                  <c:v>0.041</c:v>
                </c:pt>
                <c:pt idx="8">
                  <c:v>0.029</c:v>
                </c:pt>
                <c:pt idx="9">
                  <c:v>0.028</c:v>
                </c:pt>
                <c:pt idx="10">
                  <c:v>0.059</c:v>
                </c:pt>
                <c:pt idx="11">
                  <c:v>0.043</c:v>
                </c:pt>
                <c:pt idx="12">
                  <c:v>0.014</c:v>
                </c:pt>
                <c:pt idx="13">
                  <c:v>-0.078</c:v>
                </c:pt>
                <c:pt idx="14">
                  <c:v>0.112</c:v>
                </c:pt>
                <c:pt idx="15">
                  <c:v>0.059</c:v>
                </c:pt>
                <c:pt idx="16">
                  <c:v>0.008</c:v>
                </c:pt>
                <c:pt idx="17">
                  <c:v>0.027</c:v>
                </c:pt>
                <c:pt idx="18">
                  <c:v>0.031</c:v>
                </c:pt>
                <c:pt idx="19">
                  <c:v>0.032</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Year-on-year percent growth</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World (ex. U.S.)</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Sheet1!$A$2:$A$78</c:f>
              <c:strCache>
                <c:ptCount val="77"/>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pt idx="68">
                  <c:v>Sep '24</c:v>
                </c:pt>
                <c:pt idx="69">
                  <c:v>Oct '24</c:v>
                </c:pt>
                <c:pt idx="70">
                  <c:v>Nov '24</c:v>
                </c:pt>
                <c:pt idx="71">
                  <c:v>Dec '24</c:v>
                </c:pt>
                <c:pt idx="72">
                  <c:v>Jan '25</c:v>
                </c:pt>
                <c:pt idx="73">
                  <c:v>Feb '25</c:v>
                </c:pt>
                <c:pt idx="74">
                  <c:v>Mar '25</c:v>
                </c:pt>
                <c:pt idx="75">
                  <c:v>Apr '25</c:v>
                </c:pt>
                <c:pt idx="76">
                  <c:v>May '25</c:v>
                </c:pt>
              </c:strCache>
            </c:strRef>
          </c:cat>
          <c:val>
            <c:numRef>
              <c:f>Sheet1!$B$2:$B$77</c:f>
              <c:numCache>
                <c:ptCount val="76"/>
                <c:pt idx="0">
                  <c:v>162.71</c:v>
                </c:pt>
                <c:pt idx="1">
                  <c:v>158.52</c:v>
                </c:pt>
                <c:pt idx="2">
                  <c:v>163.57</c:v>
                </c:pt>
                <c:pt idx="3">
                  <c:v>160.58</c:v>
                </c:pt>
                <c:pt idx="4">
                  <c:v>163.91</c:v>
                </c:pt>
                <c:pt idx="5">
                  <c:v>159.79</c:v>
                </c:pt>
                <c:pt idx="6">
                  <c:v>163.57</c:v>
                </c:pt>
                <c:pt idx="7">
                  <c:v>160.08</c:v>
                </c:pt>
                <c:pt idx="8">
                  <c:v>160.04</c:v>
                </c:pt>
                <c:pt idx="9">
                  <c:v>160.9</c:v>
                </c:pt>
                <c:pt idx="10">
                  <c:v>158.1</c:v>
                </c:pt>
                <c:pt idx="11">
                  <c:v>159.96</c:v>
                </c:pt>
                <c:pt idx="12">
                  <c:v>159.74</c:v>
                </c:pt>
                <c:pt idx="13">
                  <c:v>136.08</c:v>
                </c:pt>
                <c:pt idx="14">
                  <c:v>159.09</c:v>
                </c:pt>
                <c:pt idx="15">
                  <c:v>137.5</c:v>
                </c:pt>
                <c:pt idx="16">
                  <c:v>146.45</c:v>
                </c:pt>
                <c:pt idx="17">
                  <c:v>162.14</c:v>
                </c:pt>
                <c:pt idx="18">
                  <c:v>174.42</c:v>
                </c:pt>
                <c:pt idx="19">
                  <c:v>176.31</c:v>
                </c:pt>
                <c:pt idx="20">
                  <c:v>183.02</c:v>
                </c:pt>
                <c:pt idx="21">
                  <c:v>187.28</c:v>
                </c:pt>
                <c:pt idx="22">
                  <c:v>191.63</c:v>
                </c:pt>
                <c:pt idx="23">
                  <c:v>197.12</c:v>
                </c:pt>
                <c:pt idx="24">
                  <c:v>198.85</c:v>
                </c:pt>
                <c:pt idx="25">
                  <c:v>204.75</c:v>
                </c:pt>
                <c:pt idx="26">
                  <c:v>209.7</c:v>
                </c:pt>
                <c:pt idx="27">
                  <c:v>214.28</c:v>
                </c:pt>
                <c:pt idx="28">
                  <c:v>211.98</c:v>
                </c:pt>
                <c:pt idx="29">
                  <c:v>216.03</c:v>
                </c:pt>
                <c:pt idx="30">
                  <c:v>213.53</c:v>
                </c:pt>
                <c:pt idx="31">
                  <c:v>216.34</c:v>
                </c:pt>
                <c:pt idx="32">
                  <c:v>217.07</c:v>
                </c:pt>
                <c:pt idx="33">
                  <c:v>219.26</c:v>
                </c:pt>
                <c:pt idx="34">
                  <c:v>223.33</c:v>
                </c:pt>
                <c:pt idx="35">
                  <c:v>223.88</c:v>
                </c:pt>
                <c:pt idx="36">
                  <c:v>222.61</c:v>
                </c:pt>
                <c:pt idx="37">
                  <c:v>228.89</c:v>
                </c:pt>
                <c:pt idx="38">
                  <c:v>226.78</c:v>
                </c:pt>
                <c:pt idx="39">
                  <c:v>222.65</c:v>
                </c:pt>
                <c:pt idx="40">
                  <c:v>227.63</c:v>
                </c:pt>
                <c:pt idx="41">
                  <c:v>229.7</c:v>
                </c:pt>
                <c:pt idx="42">
                  <c:v>223.06</c:v>
                </c:pt>
                <c:pt idx="43">
                  <c:v>222.9</c:v>
                </c:pt>
                <c:pt idx="44">
                  <c:v>219.77</c:v>
                </c:pt>
                <c:pt idx="45">
                  <c:v>210.03</c:v>
                </c:pt>
                <c:pt idx="46">
                  <c:v>211.64</c:v>
                </c:pt>
                <c:pt idx="47">
                  <c:v>210.47</c:v>
                </c:pt>
                <c:pt idx="48">
                  <c:v>212.26</c:v>
                </c:pt>
                <c:pt idx="49">
                  <c:v>203.85</c:v>
                </c:pt>
                <c:pt idx="50">
                  <c:v>218.19</c:v>
                </c:pt>
                <c:pt idx="51">
                  <c:v>207.27</c:v>
                </c:pt>
                <c:pt idx="52">
                  <c:v>207.63</c:v>
                </c:pt>
                <c:pt idx="53">
                  <c:v>203.48</c:v>
                </c:pt>
                <c:pt idx="54">
                  <c:v>202.64</c:v>
                </c:pt>
                <c:pt idx="55">
                  <c:v>205.46</c:v>
                </c:pt>
                <c:pt idx="56">
                  <c:v>202.74</c:v>
                </c:pt>
                <c:pt idx="57">
                  <c:v>201.14</c:v>
                </c:pt>
                <c:pt idx="58">
                  <c:v>204.25</c:v>
                </c:pt>
                <c:pt idx="59">
                  <c:v>204.06</c:v>
                </c:pt>
                <c:pt idx="60">
                  <c:v>205.81</c:v>
                </c:pt>
                <c:pt idx="61">
                  <c:v>209.28</c:v>
                </c:pt>
                <c:pt idx="62">
                  <c:v>203.63</c:v>
                </c:pt>
                <c:pt idx="63">
                  <c:v>204.58</c:v>
                </c:pt>
                <c:pt idx="64">
                  <c:v>206.77</c:v>
                </c:pt>
                <c:pt idx="65">
                  <c:v>203.79</c:v>
                </c:pt>
                <c:pt idx="66">
                  <c:v>205.6</c:v>
                </c:pt>
                <c:pt idx="67">
                  <c:v>207.59</c:v>
                </c:pt>
                <c:pt idx="68">
                  <c:v>204.87</c:v>
                </c:pt>
                <c:pt idx="69">
                  <c:v>208.75</c:v>
                </c:pt>
                <c:pt idx="70">
                  <c:v>204.04</c:v>
                </c:pt>
                <c:pt idx="71">
                  <c:v>204.43</c:v>
                </c:pt>
                <c:pt idx="72">
                  <c:v>204.77</c:v>
                </c:pt>
                <c:pt idx="73">
                  <c:v>204.3</c:v>
                </c:pt>
                <c:pt idx="74">
                  <c:v>211.99</c:v>
                </c:pt>
                <c:pt idx="75">
                  <c:v>212.58</c:v>
                </c:pt>
              </c:numCache>
            </c:numRef>
          </c:val>
          <c:smooth val="0"/>
        </c:ser>
        <c:ser>
          <c:idx val="1"/>
          <c:order val="1"/>
          <c:tx>
            <c:strRef>
              <c:f>Sheet1!$C$1</c:f>
              <c:strCache>
                <c:ptCount val="1"/>
                <c:pt idx="0">
                  <c:v>Advanced (ex. U.S.)</c:v>
                </c:pt>
              </c:strCache>
            </c:strRef>
          </c:tx>
          <c:spPr>
            <a:ln>
              <a:solidFill>
                <a:srgbClr val="0F283E"/>
              </a:solidFill>
            </a:ln>
          </c:spPr>
          <c:marker>
            <c:symbol val="circle"/>
            <c:spPr>
              <a:solidFill>
                <a:srgbClr val="0F283E"/>
              </a:solidFill>
              <a:ln>
                <a:solidFill>
                  <a:srgbClr val="0F283E"/>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Sheet1!$A$2:$A$78</c:f>
              <c:strCache>
                <c:ptCount val="77"/>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pt idx="68">
                  <c:v>Sep '24</c:v>
                </c:pt>
                <c:pt idx="69">
                  <c:v>Oct '24</c:v>
                </c:pt>
                <c:pt idx="70">
                  <c:v>Nov '24</c:v>
                </c:pt>
                <c:pt idx="71">
                  <c:v>Dec '24</c:v>
                </c:pt>
                <c:pt idx="72">
                  <c:v>Jan '25</c:v>
                </c:pt>
                <c:pt idx="73">
                  <c:v>Feb '25</c:v>
                </c:pt>
                <c:pt idx="74">
                  <c:v>Mar '25</c:v>
                </c:pt>
                <c:pt idx="75">
                  <c:v>Apr '25</c:v>
                </c:pt>
                <c:pt idx="76">
                  <c:v>May '25</c:v>
                </c:pt>
              </c:strCache>
            </c:strRef>
          </c:cat>
          <c:val>
            <c:numRef>
              <c:f>Sheet1!$C$2:$C$77</c:f>
              <c:numCache>
                <c:ptCount val="76"/>
                <c:pt idx="0">
                  <c:v>119.2</c:v>
                </c:pt>
                <c:pt idx="1">
                  <c:v>118.53</c:v>
                </c:pt>
                <c:pt idx="2">
                  <c:v>118.95</c:v>
                </c:pt>
                <c:pt idx="3">
                  <c:v>117.33</c:v>
                </c:pt>
                <c:pt idx="4">
                  <c:v>117.73</c:v>
                </c:pt>
                <c:pt idx="5">
                  <c:v>118.64</c:v>
                </c:pt>
                <c:pt idx="6">
                  <c:v>118.95</c:v>
                </c:pt>
                <c:pt idx="7">
                  <c:v>116.73</c:v>
                </c:pt>
                <c:pt idx="8">
                  <c:v>116.15</c:v>
                </c:pt>
                <c:pt idx="9">
                  <c:v>116.82</c:v>
                </c:pt>
                <c:pt idx="10">
                  <c:v>114.93</c:v>
                </c:pt>
                <c:pt idx="11">
                  <c:v>116.65</c:v>
                </c:pt>
                <c:pt idx="12">
                  <c:v>114.68</c:v>
                </c:pt>
                <c:pt idx="13">
                  <c:v>112.42</c:v>
                </c:pt>
                <c:pt idx="14">
                  <c:v>104.03</c:v>
                </c:pt>
                <c:pt idx="15">
                  <c:v>84.15</c:v>
                </c:pt>
                <c:pt idx="16">
                  <c:v>88.33</c:v>
                </c:pt>
                <c:pt idx="17">
                  <c:v>99.48</c:v>
                </c:pt>
                <c:pt idx="18">
                  <c:v>105.8</c:v>
                </c:pt>
                <c:pt idx="19">
                  <c:v>110.08</c:v>
                </c:pt>
                <c:pt idx="20">
                  <c:v>113.66</c:v>
                </c:pt>
                <c:pt idx="21">
                  <c:v>116.5</c:v>
                </c:pt>
                <c:pt idx="22">
                  <c:v>118.27</c:v>
                </c:pt>
                <c:pt idx="23">
                  <c:v>122.58</c:v>
                </c:pt>
                <c:pt idx="24">
                  <c:v>122.87</c:v>
                </c:pt>
                <c:pt idx="25">
                  <c:v>123.45</c:v>
                </c:pt>
                <c:pt idx="26">
                  <c:v>126.58</c:v>
                </c:pt>
                <c:pt idx="27">
                  <c:v>129.1</c:v>
                </c:pt>
                <c:pt idx="28">
                  <c:v>129.43</c:v>
                </c:pt>
                <c:pt idx="29">
                  <c:v>129.06</c:v>
                </c:pt>
                <c:pt idx="30">
                  <c:v>127.92</c:v>
                </c:pt>
                <c:pt idx="31">
                  <c:v>126.84</c:v>
                </c:pt>
                <c:pt idx="32">
                  <c:v>125.16</c:v>
                </c:pt>
                <c:pt idx="33">
                  <c:v>127.28</c:v>
                </c:pt>
                <c:pt idx="34">
                  <c:v>129.35</c:v>
                </c:pt>
                <c:pt idx="35">
                  <c:v>128.5</c:v>
                </c:pt>
                <c:pt idx="36">
                  <c:v>130.28</c:v>
                </c:pt>
                <c:pt idx="37">
                  <c:v>132.97</c:v>
                </c:pt>
                <c:pt idx="38">
                  <c:v>131.62</c:v>
                </c:pt>
                <c:pt idx="39">
                  <c:v>130.53</c:v>
                </c:pt>
                <c:pt idx="40">
                  <c:v>131.77</c:v>
                </c:pt>
                <c:pt idx="41">
                  <c:v>129.06</c:v>
                </c:pt>
                <c:pt idx="42">
                  <c:v>126.36</c:v>
                </c:pt>
                <c:pt idx="43">
                  <c:v>129.87</c:v>
                </c:pt>
                <c:pt idx="44">
                  <c:v>126.72</c:v>
                </c:pt>
                <c:pt idx="45">
                  <c:v>122.6</c:v>
                </c:pt>
                <c:pt idx="46">
                  <c:v>125.81</c:v>
                </c:pt>
                <c:pt idx="47">
                  <c:v>127.05</c:v>
                </c:pt>
                <c:pt idx="48">
                  <c:v>126.29</c:v>
                </c:pt>
                <c:pt idx="49">
                  <c:v>124.39</c:v>
                </c:pt>
                <c:pt idx="50">
                  <c:v>123.86</c:v>
                </c:pt>
                <c:pt idx="51">
                  <c:v>122.85</c:v>
                </c:pt>
                <c:pt idx="52">
                  <c:v>122.04</c:v>
                </c:pt>
                <c:pt idx="53">
                  <c:v>121.86</c:v>
                </c:pt>
                <c:pt idx="54">
                  <c:v>122.39</c:v>
                </c:pt>
                <c:pt idx="55">
                  <c:v>120.87</c:v>
                </c:pt>
                <c:pt idx="56">
                  <c:v>118.23</c:v>
                </c:pt>
                <c:pt idx="57">
                  <c:v>118.56</c:v>
                </c:pt>
                <c:pt idx="58">
                  <c:v>120.84</c:v>
                </c:pt>
                <c:pt idx="59">
                  <c:v>121.55</c:v>
                </c:pt>
                <c:pt idx="60">
                  <c:v>119.51</c:v>
                </c:pt>
                <c:pt idx="61">
                  <c:v>119.06</c:v>
                </c:pt>
                <c:pt idx="62">
                  <c:v>118.09</c:v>
                </c:pt>
                <c:pt idx="63">
                  <c:v>117.68</c:v>
                </c:pt>
                <c:pt idx="64">
                  <c:v>116.34</c:v>
                </c:pt>
                <c:pt idx="65">
                  <c:v>118.34</c:v>
                </c:pt>
                <c:pt idx="66">
                  <c:v>117.31</c:v>
                </c:pt>
                <c:pt idx="67">
                  <c:v>121.01</c:v>
                </c:pt>
                <c:pt idx="68">
                  <c:v>119.19</c:v>
                </c:pt>
                <c:pt idx="69">
                  <c:v>117.05</c:v>
                </c:pt>
                <c:pt idx="70">
                  <c:v>114.94</c:v>
                </c:pt>
                <c:pt idx="71">
                  <c:v>115.57</c:v>
                </c:pt>
                <c:pt idx="72">
                  <c:v>113.84</c:v>
                </c:pt>
                <c:pt idx="73">
                  <c:v>116.58</c:v>
                </c:pt>
                <c:pt idx="74">
                  <c:v>120.54</c:v>
                </c:pt>
                <c:pt idx="75">
                  <c:v>119.92</c:v>
                </c:pt>
              </c:numCache>
            </c:numRef>
          </c:val>
          <c:smooth val="0"/>
        </c:ser>
        <c:ser>
          <c:idx val="2"/>
          <c:order val="2"/>
          <c:tx>
            <c:strRef>
              <c:f>Sheet1!$D$1</c:f>
              <c:strCache>
                <c:ptCount val="1"/>
                <c:pt idx="0">
                  <c:v>Emerging</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Sheet1!$A$2:$A$78</c:f>
              <c:strCache>
                <c:ptCount val="77"/>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pt idx="68">
                  <c:v>Sep '24</c:v>
                </c:pt>
                <c:pt idx="69">
                  <c:v>Oct '24</c:v>
                </c:pt>
                <c:pt idx="70">
                  <c:v>Nov '24</c:v>
                </c:pt>
                <c:pt idx="71">
                  <c:v>Dec '24</c:v>
                </c:pt>
                <c:pt idx="72">
                  <c:v>Jan '25</c:v>
                </c:pt>
                <c:pt idx="73">
                  <c:v>Feb '25</c:v>
                </c:pt>
                <c:pt idx="74">
                  <c:v>Mar '25</c:v>
                </c:pt>
                <c:pt idx="75">
                  <c:v>Apr '25</c:v>
                </c:pt>
                <c:pt idx="76">
                  <c:v>May '25</c:v>
                </c:pt>
              </c:strCache>
            </c:strRef>
          </c:cat>
          <c:val>
            <c:numRef>
              <c:f>Sheet1!$D$2:$D$78</c:f>
              <c:numCache>
                <c:ptCount val="77"/>
                <c:pt idx="0">
                  <c:v>243.65</c:v>
                </c:pt>
                <c:pt idx="1">
                  <c:v>232.94</c:v>
                </c:pt>
                <c:pt idx="2">
                  <c:v>246.32</c:v>
                </c:pt>
                <c:pt idx="3">
                  <c:v>240.8</c:v>
                </c:pt>
                <c:pt idx="4">
                  <c:v>249.54</c:v>
                </c:pt>
                <c:pt idx="5">
                  <c:v>235.84</c:v>
                </c:pt>
                <c:pt idx="6">
                  <c:v>245.92</c:v>
                </c:pt>
                <c:pt idx="7">
                  <c:v>240.08</c:v>
                </c:pt>
                <c:pt idx="8">
                  <c:v>241.05</c:v>
                </c:pt>
                <c:pt idx="9">
                  <c:v>242.26</c:v>
                </c:pt>
                <c:pt idx="10">
                  <c:v>237.76</c:v>
                </c:pt>
                <c:pt idx="11">
                  <c:v>239.89</c:v>
                </c:pt>
                <c:pt idx="12">
                  <c:v>242.96</c:v>
                </c:pt>
                <c:pt idx="13">
                  <c:v>178.48</c:v>
                </c:pt>
                <c:pt idx="14">
                  <c:v>248.37</c:v>
                </c:pt>
                <c:pt idx="15">
                  <c:v>227.23</c:v>
                </c:pt>
                <c:pt idx="16">
                  <c:v>245.18</c:v>
                </c:pt>
                <c:pt idx="17">
                  <c:v>267.21</c:v>
                </c:pt>
                <c:pt idx="18">
                  <c:v>290.43</c:v>
                </c:pt>
                <c:pt idx="19">
                  <c:v>285.71</c:v>
                </c:pt>
                <c:pt idx="20">
                  <c:v>298.03</c:v>
                </c:pt>
                <c:pt idx="21">
                  <c:v>304.51</c:v>
                </c:pt>
                <c:pt idx="22">
                  <c:v>313.82</c:v>
                </c:pt>
                <c:pt idx="23">
                  <c:v>320.57</c:v>
                </c:pt>
                <c:pt idx="24">
                  <c:v>325.15</c:v>
                </c:pt>
                <c:pt idx="25">
                  <c:v>341.76</c:v>
                </c:pt>
                <c:pt idx="26">
                  <c:v>349.71</c:v>
                </c:pt>
                <c:pt idx="27">
                  <c:v>357.9</c:v>
                </c:pt>
                <c:pt idx="28">
                  <c:v>349.98</c:v>
                </c:pt>
                <c:pt idx="29">
                  <c:v>363.27</c:v>
                </c:pt>
                <c:pt idx="30">
                  <c:v>358.24</c:v>
                </c:pt>
                <c:pt idx="31">
                  <c:v>369.61</c:v>
                </c:pt>
                <c:pt idx="32">
                  <c:v>376.13</c:v>
                </c:pt>
                <c:pt idx="33">
                  <c:v>377.73</c:v>
                </c:pt>
                <c:pt idx="34">
                  <c:v>385.45</c:v>
                </c:pt>
                <c:pt idx="35">
                  <c:v>389.43</c:v>
                </c:pt>
                <c:pt idx="36">
                  <c:v>381.26</c:v>
                </c:pt>
                <c:pt idx="37">
                  <c:v>394.26</c:v>
                </c:pt>
                <c:pt idx="38">
                  <c:v>390.92</c:v>
                </c:pt>
                <c:pt idx="39">
                  <c:v>380.76</c:v>
                </c:pt>
                <c:pt idx="40">
                  <c:v>393.12</c:v>
                </c:pt>
                <c:pt idx="41">
                  <c:v>405.77</c:v>
                </c:pt>
                <c:pt idx="42">
                  <c:v>391.54</c:v>
                </c:pt>
                <c:pt idx="43">
                  <c:v>382.54</c:v>
                </c:pt>
                <c:pt idx="44">
                  <c:v>380.21</c:v>
                </c:pt>
                <c:pt idx="45">
                  <c:v>359.86</c:v>
                </c:pt>
                <c:pt idx="46">
                  <c:v>357.43</c:v>
                </c:pt>
                <c:pt idx="47">
                  <c:v>351.17</c:v>
                </c:pt>
                <c:pt idx="48">
                  <c:v>358.2</c:v>
                </c:pt>
                <c:pt idx="49">
                  <c:v>336.97</c:v>
                </c:pt>
                <c:pt idx="50">
                  <c:v>380.82</c:v>
                </c:pt>
                <c:pt idx="51">
                  <c:v>348.98</c:v>
                </c:pt>
                <c:pt idx="52">
                  <c:v>351.94</c:v>
                </c:pt>
                <c:pt idx="53">
                  <c:v>339.65</c:v>
                </c:pt>
                <c:pt idx="54">
                  <c:v>335.95</c:v>
                </c:pt>
                <c:pt idx="55">
                  <c:v>347.71</c:v>
                </c:pt>
                <c:pt idx="56">
                  <c:v>345.52</c:v>
                </c:pt>
                <c:pt idx="57">
                  <c:v>339.82</c:v>
                </c:pt>
                <c:pt idx="58">
                  <c:v>344.05</c:v>
                </c:pt>
                <c:pt idx="59">
                  <c:v>341.86</c:v>
                </c:pt>
                <c:pt idx="60">
                  <c:v>351.7</c:v>
                </c:pt>
                <c:pt idx="61">
                  <c:v>363.43</c:v>
                </c:pt>
                <c:pt idx="62">
                  <c:v>348.15</c:v>
                </c:pt>
                <c:pt idx="63">
                  <c:v>352.02</c:v>
                </c:pt>
                <c:pt idx="64">
                  <c:v>361.99</c:v>
                </c:pt>
                <c:pt idx="65">
                  <c:v>347.67</c:v>
                </c:pt>
                <c:pt idx="66">
                  <c:v>355.61</c:v>
                </c:pt>
                <c:pt idx="67">
                  <c:v>352.85</c:v>
                </c:pt>
                <c:pt idx="68">
                  <c:v>348.81</c:v>
                </c:pt>
                <c:pt idx="69">
                  <c:v>365.67</c:v>
                </c:pt>
                <c:pt idx="70">
                  <c:v>356.09</c:v>
                </c:pt>
                <c:pt idx="71">
                  <c:v>355.74</c:v>
                </c:pt>
                <c:pt idx="72">
                  <c:v>361.06</c:v>
                </c:pt>
                <c:pt idx="73">
                  <c:v>352.65</c:v>
                </c:pt>
                <c:pt idx="74">
                  <c:v>366.96</c:v>
                </c:pt>
                <c:pt idx="75">
                  <c:v>370.28</c:v>
                </c:pt>
                <c:pt idx="76">
                  <c:v>367.89</c:v>
                </c:pt>
              </c:numCache>
            </c:numRef>
          </c:val>
          <c:smooth val="0"/>
        </c:ser>
        <c:ser>
          <c:idx val="3"/>
          <c:order val="3"/>
          <c:tx>
            <c:strRef>
              <c:f>Sheet1!$E$1</c:f>
              <c:strCache>
                <c:ptCount val="1"/>
                <c:pt idx="0">
                  <c:v>U.S.</c:v>
                </c:pt>
              </c:strCache>
            </c:strRef>
          </c:tx>
          <c:spPr>
            <a:ln>
              <a:solidFill>
                <a:srgbClr val="A60B0B"/>
              </a:solidFill>
            </a:ln>
          </c:spPr>
          <c:marker>
            <c:symbol val="circle"/>
            <c:spPr>
              <a:solidFill>
                <a:srgbClr val="A60B0B"/>
              </a:solidFill>
              <a:ln>
                <a:solidFill>
                  <a:srgbClr val="A60B0B"/>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Sheet1!$A$2:$A$78</c:f>
              <c:strCache>
                <c:ptCount val="77"/>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 '24</c:v>
                </c:pt>
                <c:pt idx="67">
                  <c:v>Aug '24</c:v>
                </c:pt>
                <c:pt idx="68">
                  <c:v>Sep '24</c:v>
                </c:pt>
                <c:pt idx="69">
                  <c:v>Oct '24</c:v>
                </c:pt>
                <c:pt idx="70">
                  <c:v>Nov '24</c:v>
                </c:pt>
                <c:pt idx="71">
                  <c:v>Dec '24</c:v>
                </c:pt>
                <c:pt idx="72">
                  <c:v>Jan '25</c:v>
                </c:pt>
                <c:pt idx="73">
                  <c:v>Feb '25</c:v>
                </c:pt>
                <c:pt idx="74">
                  <c:v>Mar '25</c:v>
                </c:pt>
                <c:pt idx="75">
                  <c:v>Apr '25</c:v>
                </c:pt>
                <c:pt idx="76">
                  <c:v>May '25</c:v>
                </c:pt>
              </c:strCache>
            </c:strRef>
          </c:cat>
          <c:val>
            <c:numRef>
              <c:f>Sheet1!$E$2:$E$78</c:f>
              <c:numCache>
                <c:ptCount val="77"/>
                <c:pt idx="0">
                  <c:v>141.99</c:v>
                </c:pt>
                <c:pt idx="1">
                  <c:v>142.78</c:v>
                </c:pt>
                <c:pt idx="2">
                  <c:v>142.78</c:v>
                </c:pt>
                <c:pt idx="3">
                  <c:v>137.79</c:v>
                </c:pt>
                <c:pt idx="4">
                  <c:v>141.18</c:v>
                </c:pt>
                <c:pt idx="5">
                  <c:v>138.55</c:v>
                </c:pt>
                <c:pt idx="6">
                  <c:v>139.32</c:v>
                </c:pt>
                <c:pt idx="7">
                  <c:v>138.87</c:v>
                </c:pt>
                <c:pt idx="8">
                  <c:v>137.85</c:v>
                </c:pt>
                <c:pt idx="9">
                  <c:v>137.55</c:v>
                </c:pt>
                <c:pt idx="10">
                  <c:v>137.8</c:v>
                </c:pt>
                <c:pt idx="11">
                  <c:v>138.06</c:v>
                </c:pt>
                <c:pt idx="12">
                  <c:v>135.8</c:v>
                </c:pt>
                <c:pt idx="13">
                  <c:v>137.33</c:v>
                </c:pt>
                <c:pt idx="14">
                  <c:v>127.29</c:v>
                </c:pt>
                <c:pt idx="15">
                  <c:v>95.93</c:v>
                </c:pt>
                <c:pt idx="16">
                  <c:v>91.57</c:v>
                </c:pt>
                <c:pt idx="17">
                  <c:v>104.68</c:v>
                </c:pt>
                <c:pt idx="18">
                  <c:v>115.94</c:v>
                </c:pt>
                <c:pt idx="19">
                  <c:v>118.92</c:v>
                </c:pt>
                <c:pt idx="20">
                  <c:v>123.36</c:v>
                </c:pt>
                <c:pt idx="21">
                  <c:v>125.17</c:v>
                </c:pt>
                <c:pt idx="22">
                  <c:v>127.59</c:v>
                </c:pt>
                <c:pt idx="23">
                  <c:v>132.16</c:v>
                </c:pt>
                <c:pt idx="24">
                  <c:v>133.68</c:v>
                </c:pt>
                <c:pt idx="25">
                  <c:v>129.91</c:v>
                </c:pt>
                <c:pt idx="26">
                  <c:v>141.19</c:v>
                </c:pt>
                <c:pt idx="27">
                  <c:v>139.94</c:v>
                </c:pt>
                <c:pt idx="28">
                  <c:v>140.02</c:v>
                </c:pt>
                <c:pt idx="29">
                  <c:v>139.68</c:v>
                </c:pt>
                <c:pt idx="30">
                  <c:v>140.65</c:v>
                </c:pt>
                <c:pt idx="31">
                  <c:v>141.19</c:v>
                </c:pt>
                <c:pt idx="32">
                  <c:v>136.64</c:v>
                </c:pt>
                <c:pt idx="33">
                  <c:v>148.07</c:v>
                </c:pt>
                <c:pt idx="34">
                  <c:v>146.44</c:v>
                </c:pt>
                <c:pt idx="35">
                  <c:v>148.56</c:v>
                </c:pt>
                <c:pt idx="36">
                  <c:v>144.7</c:v>
                </c:pt>
                <c:pt idx="37">
                  <c:v>146.53</c:v>
                </c:pt>
                <c:pt idx="38">
                  <c:v>153.38</c:v>
                </c:pt>
                <c:pt idx="39">
                  <c:v>158.49</c:v>
                </c:pt>
                <c:pt idx="40">
                  <c:v>158.94</c:v>
                </c:pt>
                <c:pt idx="41">
                  <c:v>159.18</c:v>
                </c:pt>
                <c:pt idx="42">
                  <c:v>160.3</c:v>
                </c:pt>
                <c:pt idx="43">
                  <c:v>158.8</c:v>
                </c:pt>
                <c:pt idx="44">
                  <c:v>155.65</c:v>
                </c:pt>
                <c:pt idx="45">
                  <c:v>151.53</c:v>
                </c:pt>
                <c:pt idx="46">
                  <c:v>148.56</c:v>
                </c:pt>
                <c:pt idx="47">
                  <c:v>145.74</c:v>
                </c:pt>
                <c:pt idx="48">
                  <c:v>150.59</c:v>
                </c:pt>
                <c:pt idx="49">
                  <c:v>144.66</c:v>
                </c:pt>
                <c:pt idx="50">
                  <c:v>148.45</c:v>
                </c:pt>
                <c:pt idx="51">
                  <c:v>141.6</c:v>
                </c:pt>
                <c:pt idx="52">
                  <c:v>140.08</c:v>
                </c:pt>
                <c:pt idx="53">
                  <c:v>138.93</c:v>
                </c:pt>
                <c:pt idx="54">
                  <c:v>141.26</c:v>
                </c:pt>
                <c:pt idx="55">
                  <c:v>144.17</c:v>
                </c:pt>
                <c:pt idx="56">
                  <c:v>146.02</c:v>
                </c:pt>
                <c:pt idx="57">
                  <c:v>145.46</c:v>
                </c:pt>
                <c:pt idx="58">
                  <c:v>140</c:v>
                </c:pt>
                <c:pt idx="59">
                  <c:v>143.41</c:v>
                </c:pt>
                <c:pt idx="60">
                  <c:v>141.78</c:v>
                </c:pt>
                <c:pt idx="61">
                  <c:v>145.57</c:v>
                </c:pt>
                <c:pt idx="62">
                  <c:v>141.86</c:v>
                </c:pt>
                <c:pt idx="63">
                  <c:v>142.86</c:v>
                </c:pt>
                <c:pt idx="64">
                  <c:v>140.23</c:v>
                </c:pt>
                <c:pt idx="65">
                  <c:v>142.87</c:v>
                </c:pt>
                <c:pt idx="66">
                  <c:v>143.36</c:v>
                </c:pt>
                <c:pt idx="67">
                  <c:v>146.3</c:v>
                </c:pt>
                <c:pt idx="68">
                  <c:v>143.68</c:v>
                </c:pt>
                <c:pt idx="69">
                  <c:v>139.5</c:v>
                </c:pt>
                <c:pt idx="70">
                  <c:v>143.21</c:v>
                </c:pt>
                <c:pt idx="71">
                  <c:v>138.09</c:v>
                </c:pt>
                <c:pt idx="72">
                  <c:v>140.71</c:v>
                </c:pt>
                <c:pt idx="73">
                  <c:v>144.84</c:v>
                </c:pt>
                <c:pt idx="74">
                  <c:v>148.62</c:v>
                </c:pt>
                <c:pt idx="75">
                  <c:v>153.43</c:v>
                </c:pt>
                <c:pt idx="76">
                  <c:v>145.4</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5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Index value (2015=100)</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World (ex. U.S.)</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Sheet1!$A$2:$A$78</c:f>
              <c:strCache>
                <c:ptCount val="77"/>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Jul'24</c:v>
                </c:pt>
                <c:pt idx="67">
                  <c:v>Aug '24</c:v>
                </c:pt>
                <c:pt idx="68">
                  <c:v>Sep '24</c:v>
                </c:pt>
                <c:pt idx="69">
                  <c:v>Oct '24</c:v>
                </c:pt>
                <c:pt idx="70">
                  <c:v>Nov '24</c:v>
                </c:pt>
                <c:pt idx="71">
                  <c:v>Dec '24</c:v>
                </c:pt>
                <c:pt idx="72">
                  <c:v>Jan '25</c:v>
                </c:pt>
                <c:pt idx="73">
                  <c:v>Feb '25</c:v>
                </c:pt>
                <c:pt idx="74">
                  <c:v>Mar '25</c:v>
                </c:pt>
                <c:pt idx="75">
                  <c:v>Apr '25</c:v>
                </c:pt>
                <c:pt idx="76">
                  <c:v>May '25</c:v>
                </c:pt>
              </c:strCache>
            </c:strRef>
          </c:cat>
          <c:val>
            <c:numRef>
              <c:f>Sheet1!$B$2:$B$77</c:f>
              <c:numCache>
                <c:ptCount val="76"/>
                <c:pt idx="0">
                  <c:v>179.44</c:v>
                </c:pt>
                <c:pt idx="1">
                  <c:v>174.37</c:v>
                </c:pt>
                <c:pt idx="2">
                  <c:v>173.55</c:v>
                </c:pt>
                <c:pt idx="3">
                  <c:v>182.53</c:v>
                </c:pt>
                <c:pt idx="4">
                  <c:v>178.72</c:v>
                </c:pt>
                <c:pt idx="5">
                  <c:v>171.29</c:v>
                </c:pt>
                <c:pt idx="6">
                  <c:v>178.61</c:v>
                </c:pt>
                <c:pt idx="7">
                  <c:v>174.57</c:v>
                </c:pt>
                <c:pt idx="8">
                  <c:v>171.92</c:v>
                </c:pt>
                <c:pt idx="9">
                  <c:v>175.37</c:v>
                </c:pt>
                <c:pt idx="10">
                  <c:v>170.88</c:v>
                </c:pt>
                <c:pt idx="11">
                  <c:v>171.06</c:v>
                </c:pt>
                <c:pt idx="12">
                  <c:v>173.07</c:v>
                </c:pt>
                <c:pt idx="13">
                  <c:v>162.26</c:v>
                </c:pt>
                <c:pt idx="14">
                  <c:v>157.27</c:v>
                </c:pt>
                <c:pt idx="15">
                  <c:v>139.31</c:v>
                </c:pt>
                <c:pt idx="16">
                  <c:v>136.25</c:v>
                </c:pt>
                <c:pt idx="17">
                  <c:v>153.55</c:v>
                </c:pt>
                <c:pt idx="18">
                  <c:v>160.75</c:v>
                </c:pt>
                <c:pt idx="19">
                  <c:v>162.77</c:v>
                </c:pt>
                <c:pt idx="20">
                  <c:v>172.05</c:v>
                </c:pt>
                <c:pt idx="21">
                  <c:v>173.77</c:v>
                </c:pt>
                <c:pt idx="22">
                  <c:v>177.59</c:v>
                </c:pt>
                <c:pt idx="23">
                  <c:v>185.17</c:v>
                </c:pt>
                <c:pt idx="24">
                  <c:v>184.85</c:v>
                </c:pt>
                <c:pt idx="25">
                  <c:v>194.32</c:v>
                </c:pt>
                <c:pt idx="26">
                  <c:v>203.01</c:v>
                </c:pt>
                <c:pt idx="27">
                  <c:v>205.25</c:v>
                </c:pt>
                <c:pt idx="28">
                  <c:v>199.98</c:v>
                </c:pt>
                <c:pt idx="29">
                  <c:v>206.67</c:v>
                </c:pt>
                <c:pt idx="30">
                  <c:v>201.61</c:v>
                </c:pt>
                <c:pt idx="31">
                  <c:v>204.42</c:v>
                </c:pt>
                <c:pt idx="32">
                  <c:v>207.25</c:v>
                </c:pt>
                <c:pt idx="33">
                  <c:v>203.29</c:v>
                </c:pt>
                <c:pt idx="34">
                  <c:v>216.12</c:v>
                </c:pt>
                <c:pt idx="35">
                  <c:v>216.57</c:v>
                </c:pt>
                <c:pt idx="36">
                  <c:v>216.81</c:v>
                </c:pt>
                <c:pt idx="37">
                  <c:v>220.99</c:v>
                </c:pt>
                <c:pt idx="38">
                  <c:v>217</c:v>
                </c:pt>
                <c:pt idx="39">
                  <c:v>217.34</c:v>
                </c:pt>
                <c:pt idx="40">
                  <c:v>217.9</c:v>
                </c:pt>
                <c:pt idx="41">
                  <c:v>219.23</c:v>
                </c:pt>
                <c:pt idx="42">
                  <c:v>214.56</c:v>
                </c:pt>
                <c:pt idx="43">
                  <c:v>219.95</c:v>
                </c:pt>
                <c:pt idx="44">
                  <c:v>213.01</c:v>
                </c:pt>
                <c:pt idx="45">
                  <c:v>202.57</c:v>
                </c:pt>
                <c:pt idx="46">
                  <c:v>204.27</c:v>
                </c:pt>
                <c:pt idx="47">
                  <c:v>205.33</c:v>
                </c:pt>
                <c:pt idx="48">
                  <c:v>205.88</c:v>
                </c:pt>
                <c:pt idx="49">
                  <c:v>198.54</c:v>
                </c:pt>
                <c:pt idx="50">
                  <c:v>201.98</c:v>
                </c:pt>
                <c:pt idx="51">
                  <c:v>195.24</c:v>
                </c:pt>
                <c:pt idx="52">
                  <c:v>201.42</c:v>
                </c:pt>
                <c:pt idx="53">
                  <c:v>194.45</c:v>
                </c:pt>
                <c:pt idx="54">
                  <c:v>192.16</c:v>
                </c:pt>
                <c:pt idx="55">
                  <c:v>194.03</c:v>
                </c:pt>
                <c:pt idx="56">
                  <c:v>190.27</c:v>
                </c:pt>
                <c:pt idx="57">
                  <c:v>194.32</c:v>
                </c:pt>
                <c:pt idx="58">
                  <c:v>191.57</c:v>
                </c:pt>
                <c:pt idx="59">
                  <c:v>190.9</c:v>
                </c:pt>
                <c:pt idx="60">
                  <c:v>190.99</c:v>
                </c:pt>
                <c:pt idx="61">
                  <c:v>194.53</c:v>
                </c:pt>
                <c:pt idx="62">
                  <c:v>189.45</c:v>
                </c:pt>
                <c:pt idx="63">
                  <c:v>195.79</c:v>
                </c:pt>
                <c:pt idx="64">
                  <c:v>193.71</c:v>
                </c:pt>
                <c:pt idx="65">
                  <c:v>189.6</c:v>
                </c:pt>
                <c:pt idx="66">
                  <c:v>195.73</c:v>
                </c:pt>
                <c:pt idx="67">
                  <c:v>195.14</c:v>
                </c:pt>
                <c:pt idx="68">
                  <c:v>194.53</c:v>
                </c:pt>
                <c:pt idx="69">
                  <c:v>197.25</c:v>
                </c:pt>
                <c:pt idx="70">
                  <c:v>191.36</c:v>
                </c:pt>
                <c:pt idx="71">
                  <c:v>191.25</c:v>
                </c:pt>
                <c:pt idx="72">
                  <c:v>189.21</c:v>
                </c:pt>
                <c:pt idx="73">
                  <c:v>190.86</c:v>
                </c:pt>
                <c:pt idx="74">
                  <c:v>193.22</c:v>
                </c:pt>
                <c:pt idx="75">
                  <c:v>205.07</c:v>
                </c:pt>
              </c:numCache>
            </c:numRef>
          </c:val>
          <c:smooth val="0"/>
        </c:ser>
        <c:ser>
          <c:idx val="1"/>
          <c:order val="1"/>
          <c:tx>
            <c:strRef>
              <c:f>Sheet1!$C$1</c:f>
              <c:strCache>
                <c:ptCount val="1"/>
                <c:pt idx="0">
                  <c:v>Advanced (ex. U.S.)</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Sheet1!$A$2:$A$78</c:f>
              <c:strCache>
                <c:ptCount val="77"/>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Jul'24</c:v>
                </c:pt>
                <c:pt idx="67">
                  <c:v>Aug '24</c:v>
                </c:pt>
                <c:pt idx="68">
                  <c:v>Sep '24</c:v>
                </c:pt>
                <c:pt idx="69">
                  <c:v>Oct '24</c:v>
                </c:pt>
                <c:pt idx="70">
                  <c:v>Nov '24</c:v>
                </c:pt>
                <c:pt idx="71">
                  <c:v>Dec '24</c:v>
                </c:pt>
                <c:pt idx="72">
                  <c:v>Jan '25</c:v>
                </c:pt>
                <c:pt idx="73">
                  <c:v>Feb '25</c:v>
                </c:pt>
                <c:pt idx="74">
                  <c:v>Mar '25</c:v>
                </c:pt>
                <c:pt idx="75">
                  <c:v>Apr '25</c:v>
                </c:pt>
                <c:pt idx="76">
                  <c:v>May '25</c:v>
                </c:pt>
              </c:strCache>
            </c:strRef>
          </c:cat>
          <c:val>
            <c:numRef>
              <c:f>Sheet1!$C$2:$C$77</c:f>
              <c:numCache>
                <c:ptCount val="76"/>
                <c:pt idx="0">
                  <c:v>126.77</c:v>
                </c:pt>
                <c:pt idx="1">
                  <c:v>124.73</c:v>
                </c:pt>
                <c:pt idx="2">
                  <c:v>125.16</c:v>
                </c:pt>
                <c:pt idx="3">
                  <c:v>124.41</c:v>
                </c:pt>
                <c:pt idx="4">
                  <c:v>123.93</c:v>
                </c:pt>
                <c:pt idx="5">
                  <c:v>122.17</c:v>
                </c:pt>
                <c:pt idx="6">
                  <c:v>123.89</c:v>
                </c:pt>
                <c:pt idx="7">
                  <c:v>121.19</c:v>
                </c:pt>
                <c:pt idx="8">
                  <c:v>120.77</c:v>
                </c:pt>
                <c:pt idx="9">
                  <c:v>120.96</c:v>
                </c:pt>
                <c:pt idx="10">
                  <c:v>117.06</c:v>
                </c:pt>
                <c:pt idx="11">
                  <c:v>118.07</c:v>
                </c:pt>
                <c:pt idx="12">
                  <c:v>118.02</c:v>
                </c:pt>
                <c:pt idx="13">
                  <c:v>113.62</c:v>
                </c:pt>
                <c:pt idx="14">
                  <c:v>108.28</c:v>
                </c:pt>
                <c:pt idx="15">
                  <c:v>93.57</c:v>
                </c:pt>
                <c:pt idx="16">
                  <c:v>93.95</c:v>
                </c:pt>
                <c:pt idx="17">
                  <c:v>105.22</c:v>
                </c:pt>
                <c:pt idx="18">
                  <c:v>110.36</c:v>
                </c:pt>
                <c:pt idx="19">
                  <c:v>112.98</c:v>
                </c:pt>
                <c:pt idx="20">
                  <c:v>116.42</c:v>
                </c:pt>
                <c:pt idx="21">
                  <c:v>118.07</c:v>
                </c:pt>
                <c:pt idx="22">
                  <c:v>121.24</c:v>
                </c:pt>
                <c:pt idx="23">
                  <c:v>125.56</c:v>
                </c:pt>
                <c:pt idx="24">
                  <c:v>124.01</c:v>
                </c:pt>
                <c:pt idx="25">
                  <c:v>128.43</c:v>
                </c:pt>
                <c:pt idx="26">
                  <c:v>130.64</c:v>
                </c:pt>
                <c:pt idx="27">
                  <c:v>133.02</c:v>
                </c:pt>
                <c:pt idx="28">
                  <c:v>132.9</c:v>
                </c:pt>
                <c:pt idx="29">
                  <c:v>135.14</c:v>
                </c:pt>
                <c:pt idx="30">
                  <c:v>132.63</c:v>
                </c:pt>
                <c:pt idx="31">
                  <c:v>134.35</c:v>
                </c:pt>
                <c:pt idx="32">
                  <c:v>134.78</c:v>
                </c:pt>
                <c:pt idx="33">
                  <c:v>134.06</c:v>
                </c:pt>
                <c:pt idx="34">
                  <c:v>139.59</c:v>
                </c:pt>
                <c:pt idx="35">
                  <c:v>142.58</c:v>
                </c:pt>
                <c:pt idx="36">
                  <c:v>145.48</c:v>
                </c:pt>
                <c:pt idx="37">
                  <c:v>147.37</c:v>
                </c:pt>
                <c:pt idx="38">
                  <c:v>148.7</c:v>
                </c:pt>
                <c:pt idx="39">
                  <c:v>147.95</c:v>
                </c:pt>
                <c:pt idx="40">
                  <c:v>149.17</c:v>
                </c:pt>
                <c:pt idx="41">
                  <c:v>146.64</c:v>
                </c:pt>
                <c:pt idx="42">
                  <c:v>143.8</c:v>
                </c:pt>
                <c:pt idx="43">
                  <c:v>150.6</c:v>
                </c:pt>
                <c:pt idx="44">
                  <c:v>142.6</c:v>
                </c:pt>
                <c:pt idx="45">
                  <c:v>136.04</c:v>
                </c:pt>
                <c:pt idx="46">
                  <c:v>138.74</c:v>
                </c:pt>
                <c:pt idx="47">
                  <c:v>140.64</c:v>
                </c:pt>
                <c:pt idx="48">
                  <c:v>140.93</c:v>
                </c:pt>
                <c:pt idx="49">
                  <c:v>135.71</c:v>
                </c:pt>
                <c:pt idx="50">
                  <c:v>133.21</c:v>
                </c:pt>
                <c:pt idx="51">
                  <c:v>132.26</c:v>
                </c:pt>
                <c:pt idx="52">
                  <c:v>133.5</c:v>
                </c:pt>
                <c:pt idx="53">
                  <c:v>129.77</c:v>
                </c:pt>
                <c:pt idx="54">
                  <c:v>130.23</c:v>
                </c:pt>
                <c:pt idx="55">
                  <c:v>127.43</c:v>
                </c:pt>
                <c:pt idx="56">
                  <c:v>125.34</c:v>
                </c:pt>
                <c:pt idx="57">
                  <c:v>125.51</c:v>
                </c:pt>
                <c:pt idx="58">
                  <c:v>125.03</c:v>
                </c:pt>
                <c:pt idx="59">
                  <c:v>125.9</c:v>
                </c:pt>
                <c:pt idx="60">
                  <c:v>123.28</c:v>
                </c:pt>
                <c:pt idx="61">
                  <c:v>124.5</c:v>
                </c:pt>
                <c:pt idx="62">
                  <c:v>124.5</c:v>
                </c:pt>
                <c:pt idx="63">
                  <c:v>126.98</c:v>
                </c:pt>
                <c:pt idx="64">
                  <c:v>125.13</c:v>
                </c:pt>
                <c:pt idx="65">
                  <c:v>125.26</c:v>
                </c:pt>
                <c:pt idx="66">
                  <c:v>127.02</c:v>
                </c:pt>
                <c:pt idx="67">
                  <c:v>127.2</c:v>
                </c:pt>
                <c:pt idx="68">
                  <c:v>127.19</c:v>
                </c:pt>
                <c:pt idx="69">
                  <c:v>126.81</c:v>
                </c:pt>
                <c:pt idx="70">
                  <c:v>122.94</c:v>
                </c:pt>
                <c:pt idx="71">
                  <c:v>122.04</c:v>
                </c:pt>
                <c:pt idx="72">
                  <c:v>122.49</c:v>
                </c:pt>
                <c:pt idx="73">
                  <c:v>124.97</c:v>
                </c:pt>
                <c:pt idx="74">
                  <c:v>127.86</c:v>
                </c:pt>
                <c:pt idx="75">
                  <c:v>132.35</c:v>
                </c:pt>
              </c:numCache>
            </c:numRef>
          </c:val>
          <c:smooth val="0"/>
        </c:ser>
        <c:ser>
          <c:idx val="2"/>
          <c:order val="2"/>
          <c:tx>
            <c:strRef>
              <c:f>Sheet1!$D$1</c:f>
              <c:strCache>
                <c:ptCount val="1"/>
                <c:pt idx="0">
                  <c:v>Emerging</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Sheet1!$A$2:$A$78</c:f>
              <c:strCache>
                <c:ptCount val="77"/>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Jul'24</c:v>
                </c:pt>
                <c:pt idx="67">
                  <c:v>Aug '24</c:v>
                </c:pt>
                <c:pt idx="68">
                  <c:v>Sep '24</c:v>
                </c:pt>
                <c:pt idx="69">
                  <c:v>Oct '24</c:v>
                </c:pt>
                <c:pt idx="70">
                  <c:v>Nov '24</c:v>
                </c:pt>
                <c:pt idx="71">
                  <c:v>Dec '24</c:v>
                </c:pt>
                <c:pt idx="72">
                  <c:v>Jan '25</c:v>
                </c:pt>
                <c:pt idx="73">
                  <c:v>Feb '25</c:v>
                </c:pt>
                <c:pt idx="74">
                  <c:v>Mar '25</c:v>
                </c:pt>
                <c:pt idx="75">
                  <c:v>Apr '25</c:v>
                </c:pt>
                <c:pt idx="76">
                  <c:v>May '25</c:v>
                </c:pt>
              </c:strCache>
            </c:strRef>
          </c:cat>
          <c:val>
            <c:numRef>
              <c:f>Sheet1!$D$2:$D$78</c:f>
              <c:numCache>
                <c:ptCount val="77"/>
                <c:pt idx="0">
                  <c:v>279.59</c:v>
                </c:pt>
                <c:pt idx="1">
                  <c:v>268.65</c:v>
                </c:pt>
                <c:pt idx="2">
                  <c:v>265.42</c:v>
                </c:pt>
                <c:pt idx="3">
                  <c:v>292.85</c:v>
                </c:pt>
                <c:pt idx="4">
                  <c:v>282.29</c:v>
                </c:pt>
                <c:pt idx="5">
                  <c:v>263.65</c:v>
                </c:pt>
                <c:pt idx="6">
                  <c:v>281.66</c:v>
                </c:pt>
                <c:pt idx="7">
                  <c:v>275.06</c:v>
                </c:pt>
                <c:pt idx="8">
                  <c:v>268.03</c:v>
                </c:pt>
                <c:pt idx="9">
                  <c:v>277.83</c:v>
                </c:pt>
                <c:pt idx="10">
                  <c:v>272.37</c:v>
                </c:pt>
                <c:pt idx="11">
                  <c:v>270.83</c:v>
                </c:pt>
                <c:pt idx="12">
                  <c:v>276.98</c:v>
                </c:pt>
                <c:pt idx="13">
                  <c:v>253.38</c:v>
                </c:pt>
                <c:pt idx="14">
                  <c:v>249.3</c:v>
                </c:pt>
                <c:pt idx="15">
                  <c:v>225.7</c:v>
                </c:pt>
                <c:pt idx="16">
                  <c:v>215.43</c:v>
                </c:pt>
                <c:pt idx="17">
                  <c:v>244.17</c:v>
                </c:pt>
                <c:pt idx="18">
                  <c:v>255.17</c:v>
                </c:pt>
                <c:pt idx="19">
                  <c:v>255.81</c:v>
                </c:pt>
                <c:pt idx="20">
                  <c:v>276.53</c:v>
                </c:pt>
                <c:pt idx="21">
                  <c:v>278.25</c:v>
                </c:pt>
                <c:pt idx="22">
                  <c:v>283.14</c:v>
                </c:pt>
                <c:pt idx="23">
                  <c:v>297.05</c:v>
                </c:pt>
                <c:pt idx="24">
                  <c:v>299.2</c:v>
                </c:pt>
                <c:pt idx="25">
                  <c:v>318.52</c:v>
                </c:pt>
                <c:pt idx="26">
                  <c:v>340.19</c:v>
                </c:pt>
                <c:pt idx="27">
                  <c:v>341.88</c:v>
                </c:pt>
                <c:pt idx="28">
                  <c:v>325.91</c:v>
                </c:pt>
                <c:pt idx="29">
                  <c:v>341.39</c:v>
                </c:pt>
                <c:pt idx="30">
                  <c:v>331.33</c:v>
                </c:pt>
                <c:pt idx="31">
                  <c:v>336.2</c:v>
                </c:pt>
                <c:pt idx="32">
                  <c:v>343.91</c:v>
                </c:pt>
                <c:pt idx="33">
                  <c:v>333.32</c:v>
                </c:pt>
                <c:pt idx="34">
                  <c:v>360.56</c:v>
                </c:pt>
                <c:pt idx="35">
                  <c:v>355.37</c:v>
                </c:pt>
                <c:pt idx="36">
                  <c:v>350.5</c:v>
                </c:pt>
                <c:pt idx="37">
                  <c:v>358.94</c:v>
                </c:pt>
                <c:pt idx="38">
                  <c:v>344.96</c:v>
                </c:pt>
                <c:pt idx="39">
                  <c:v>347.28</c:v>
                </c:pt>
                <c:pt idx="40">
                  <c:v>346.66</c:v>
                </c:pt>
                <c:pt idx="41">
                  <c:v>354.94</c:v>
                </c:pt>
                <c:pt idx="42">
                  <c:v>346.84</c:v>
                </c:pt>
                <c:pt idx="43">
                  <c:v>349.62</c:v>
                </c:pt>
                <c:pt idx="44">
                  <c:v>344.42</c:v>
                </c:pt>
                <c:pt idx="45">
                  <c:v>326.72</c:v>
                </c:pt>
                <c:pt idx="46">
                  <c:v>326.57</c:v>
                </c:pt>
                <c:pt idx="47">
                  <c:v>326.13</c:v>
                </c:pt>
                <c:pt idx="48">
                  <c:v>327.17</c:v>
                </c:pt>
                <c:pt idx="49">
                  <c:v>315.87</c:v>
                </c:pt>
                <c:pt idx="50">
                  <c:v>330.27</c:v>
                </c:pt>
                <c:pt idx="51">
                  <c:v>312.4</c:v>
                </c:pt>
                <c:pt idx="52">
                  <c:v>327.8</c:v>
                </c:pt>
                <c:pt idx="53">
                  <c:v>314.71</c:v>
                </c:pt>
                <c:pt idx="54">
                  <c:v>307.19</c:v>
                </c:pt>
                <c:pt idx="55">
                  <c:v>317.79</c:v>
                </c:pt>
                <c:pt idx="56">
                  <c:v>310.88</c:v>
                </c:pt>
                <c:pt idx="57">
                  <c:v>322.4</c:v>
                </c:pt>
                <c:pt idx="58">
                  <c:v>315.21</c:v>
                </c:pt>
                <c:pt idx="59">
                  <c:v>311.5</c:v>
                </c:pt>
                <c:pt idx="60">
                  <c:v>316.86</c:v>
                </c:pt>
                <c:pt idx="61">
                  <c:v>324.9</c:v>
                </c:pt>
                <c:pt idx="62">
                  <c:v>309.72</c:v>
                </c:pt>
                <c:pt idx="63">
                  <c:v>323.41</c:v>
                </c:pt>
                <c:pt idx="64">
                  <c:v>320.96</c:v>
                </c:pt>
                <c:pt idx="65">
                  <c:v>308.54</c:v>
                </c:pt>
                <c:pt idx="66">
                  <c:v>322.93</c:v>
                </c:pt>
                <c:pt idx="67">
                  <c:v>320.84</c:v>
                </c:pt>
                <c:pt idx="68">
                  <c:v>319.06</c:v>
                </c:pt>
                <c:pt idx="69">
                  <c:v>327.79</c:v>
                </c:pt>
                <c:pt idx="70">
                  <c:v>318.18</c:v>
                </c:pt>
                <c:pt idx="71">
                  <c:v>319.68</c:v>
                </c:pt>
                <c:pt idx="72">
                  <c:v>312.68</c:v>
                </c:pt>
                <c:pt idx="73">
                  <c:v>312.57</c:v>
                </c:pt>
                <c:pt idx="74">
                  <c:v>313.8</c:v>
                </c:pt>
                <c:pt idx="75">
                  <c:v>339.41</c:v>
                </c:pt>
                <c:pt idx="76">
                  <c:v>318.83</c:v>
                </c:pt>
              </c:numCache>
            </c:numRef>
          </c:val>
          <c:smooth val="0"/>
        </c:ser>
        <c:ser>
          <c:idx val="3"/>
          <c:order val="3"/>
          <c:tx>
            <c:strRef>
              <c:f>Sheet1!$E$1</c:f>
              <c:strCache>
                <c:ptCount val="1"/>
                <c:pt idx="0">
                  <c:v>U.S.</c:v>
                </c:pt>
              </c:strCache>
            </c:strRef>
          </c:tx>
          <c:spPr>
            <a:ln>
              <a:solidFill>
                <a:srgbClr val="A60B0B"/>
              </a:solidFill>
            </a:ln>
          </c:spPr>
          <c:marker>
            <c:symbol val="circle"/>
            <c:spPr>
              <a:solidFill>
                <a:srgbClr val="A60B0B"/>
              </a:solidFill>
              <a:ln>
                <a:solidFill>
                  <a:srgbClr val="A60B0B"/>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Sheet1!$A$2:$A$78</c:f>
              <c:strCache>
                <c:ptCount val="77"/>
                <c:pt idx="0">
                  <c:v>Jan '19</c:v>
                </c:pt>
                <c:pt idx="1">
                  <c:v>Feb '19</c:v>
                </c:pt>
                <c:pt idx="2">
                  <c:v>Mar '19</c:v>
                </c:pt>
                <c:pt idx="3">
                  <c:v>April '19</c:v>
                </c:pt>
                <c:pt idx="4">
                  <c:v>May '19</c:v>
                </c:pt>
                <c:pt idx="5">
                  <c:v>Jun '19</c:v>
                </c:pt>
                <c:pt idx="6">
                  <c:v>Jul '19</c:v>
                </c:pt>
                <c:pt idx="7">
                  <c:v>Aug '19</c:v>
                </c:pt>
                <c:pt idx="8">
                  <c:v>Sep '19</c:v>
                </c:pt>
                <c:pt idx="9">
                  <c:v>Oct '19</c:v>
                </c:pt>
                <c:pt idx="10">
                  <c:v>Nov '19</c:v>
                </c:pt>
                <c:pt idx="11">
                  <c:v>Dec '19</c:v>
                </c:pt>
                <c:pt idx="12">
                  <c:v>Jan '20</c:v>
                </c:pt>
                <c:pt idx="13">
                  <c:v>Feb '20</c:v>
                </c:pt>
                <c:pt idx="14">
                  <c:v>Mar '20</c:v>
                </c:pt>
                <c:pt idx="15">
                  <c:v>Apr '20</c:v>
                </c:pt>
                <c:pt idx="16">
                  <c:v>May '20</c:v>
                </c:pt>
                <c:pt idx="17">
                  <c:v>Jun '20</c:v>
                </c:pt>
                <c:pt idx="18">
                  <c:v>Jul '20</c:v>
                </c:pt>
                <c:pt idx="19">
                  <c:v>Aug '20</c:v>
                </c:pt>
                <c:pt idx="20">
                  <c:v>Sep '20</c:v>
                </c:pt>
                <c:pt idx="21">
                  <c:v>Oct '20</c:v>
                </c:pt>
                <c:pt idx="22">
                  <c:v>Nov '20</c:v>
                </c:pt>
                <c:pt idx="23">
                  <c:v>Dec '20</c:v>
                </c:pt>
                <c:pt idx="24">
                  <c:v>Jan '21</c:v>
                </c:pt>
                <c:pt idx="25">
                  <c:v>Feb '21</c:v>
                </c:pt>
                <c:pt idx="26">
                  <c:v>Mar '21</c:v>
                </c:pt>
                <c:pt idx="27">
                  <c:v>Apr '21</c:v>
                </c:pt>
                <c:pt idx="28">
                  <c:v>May '21</c:v>
                </c:pt>
                <c:pt idx="29">
                  <c:v>Jun '21</c:v>
                </c:pt>
                <c:pt idx="30">
                  <c:v>Jul '21</c:v>
                </c:pt>
                <c:pt idx="31">
                  <c:v>Aug '21</c:v>
                </c:pt>
                <c:pt idx="32">
                  <c:v>Sep '21</c:v>
                </c:pt>
                <c:pt idx="33">
                  <c:v>Oct '21</c:v>
                </c:pt>
                <c:pt idx="34">
                  <c:v>Nov '21</c:v>
                </c:pt>
                <c:pt idx="35">
                  <c:v>Dec '21</c:v>
                </c:pt>
                <c:pt idx="36">
                  <c:v>Jan '22</c:v>
                </c:pt>
                <c:pt idx="37">
                  <c:v>Feb '22</c:v>
                </c:pt>
                <c:pt idx="38">
                  <c:v>Mar '22</c:v>
                </c:pt>
                <c:pt idx="39">
                  <c:v>Apr '22</c:v>
                </c:pt>
                <c:pt idx="40">
                  <c:v>May '22</c:v>
                </c:pt>
                <c:pt idx="41">
                  <c:v>Jun '22</c:v>
                </c:pt>
                <c:pt idx="42">
                  <c:v>Jul '22</c:v>
                </c:pt>
                <c:pt idx="43">
                  <c:v>Aug '22</c:v>
                </c:pt>
                <c:pt idx="44">
                  <c:v>Sep '22</c:v>
                </c:pt>
                <c:pt idx="45">
                  <c:v>Oct '22</c:v>
                </c:pt>
                <c:pt idx="46">
                  <c:v>Nov '22</c:v>
                </c:pt>
                <c:pt idx="47">
                  <c:v>Dec '22</c:v>
                </c:pt>
                <c:pt idx="48">
                  <c:v>Jan '23</c:v>
                </c:pt>
                <c:pt idx="49">
                  <c:v>Feb '23</c:v>
                </c:pt>
                <c:pt idx="50">
                  <c:v>Mar '23</c:v>
                </c:pt>
                <c:pt idx="51">
                  <c:v>Apr '23</c:v>
                </c:pt>
                <c:pt idx="52">
                  <c:v>May '23</c:v>
                </c:pt>
                <c:pt idx="53">
                  <c:v>Jun '23</c:v>
                </c:pt>
                <c:pt idx="54">
                  <c:v>Jul '23</c:v>
                </c:pt>
                <c:pt idx="55">
                  <c:v>Aug '23</c:v>
                </c:pt>
                <c:pt idx="56">
                  <c:v>Sep '23</c:v>
                </c:pt>
                <c:pt idx="57">
                  <c:v>Oct '23</c:v>
                </c:pt>
                <c:pt idx="58">
                  <c:v>Nov '23</c:v>
                </c:pt>
                <c:pt idx="59">
                  <c:v>Dec '23</c:v>
                </c:pt>
                <c:pt idx="60">
                  <c:v>Jan '24</c:v>
                </c:pt>
                <c:pt idx="61">
                  <c:v>Feb '24</c:v>
                </c:pt>
                <c:pt idx="62">
                  <c:v>Mar '24</c:v>
                </c:pt>
                <c:pt idx="63">
                  <c:v>Apr '24</c:v>
                </c:pt>
                <c:pt idx="64">
                  <c:v>May '24</c:v>
                </c:pt>
                <c:pt idx="65">
                  <c:v>Jun '24</c:v>
                </c:pt>
                <c:pt idx="66">
                  <c:v>Jul'24</c:v>
                </c:pt>
                <c:pt idx="67">
                  <c:v>Aug '24</c:v>
                </c:pt>
                <c:pt idx="68">
                  <c:v>Sep '24</c:v>
                </c:pt>
                <c:pt idx="69">
                  <c:v>Oct '24</c:v>
                </c:pt>
                <c:pt idx="70">
                  <c:v>Nov '24</c:v>
                </c:pt>
                <c:pt idx="71">
                  <c:v>Dec '24</c:v>
                </c:pt>
                <c:pt idx="72">
                  <c:v>Jan '25</c:v>
                </c:pt>
                <c:pt idx="73">
                  <c:v>Feb '25</c:v>
                </c:pt>
                <c:pt idx="74">
                  <c:v>Mar '25</c:v>
                </c:pt>
                <c:pt idx="75">
                  <c:v>Apr '25</c:v>
                </c:pt>
                <c:pt idx="76">
                  <c:v>May '25</c:v>
                </c:pt>
              </c:strCache>
            </c:strRef>
          </c:cat>
          <c:val>
            <c:numRef>
              <c:f>Sheet1!$E$2:$E$78</c:f>
              <c:numCache>
                <c:ptCount val="77"/>
                <c:pt idx="0">
                  <c:v>115.93</c:v>
                </c:pt>
                <c:pt idx="1">
                  <c:v>115.72</c:v>
                </c:pt>
                <c:pt idx="2">
                  <c:v>116.11</c:v>
                </c:pt>
                <c:pt idx="3">
                  <c:v>114.59</c:v>
                </c:pt>
                <c:pt idx="4">
                  <c:v>117.47</c:v>
                </c:pt>
                <c:pt idx="5">
                  <c:v>114.9</c:v>
                </c:pt>
                <c:pt idx="6">
                  <c:v>114.66</c:v>
                </c:pt>
                <c:pt idx="7">
                  <c:v>114.53</c:v>
                </c:pt>
                <c:pt idx="8">
                  <c:v>111.68</c:v>
                </c:pt>
                <c:pt idx="9">
                  <c:v>110.07</c:v>
                </c:pt>
                <c:pt idx="10">
                  <c:v>108.74</c:v>
                </c:pt>
                <c:pt idx="11">
                  <c:v>110.97</c:v>
                </c:pt>
                <c:pt idx="12">
                  <c:v>109.13</c:v>
                </c:pt>
                <c:pt idx="13">
                  <c:v>107.05</c:v>
                </c:pt>
                <c:pt idx="14">
                  <c:v>103.59</c:v>
                </c:pt>
                <c:pt idx="15">
                  <c:v>92.08</c:v>
                </c:pt>
                <c:pt idx="16">
                  <c:v>90.92</c:v>
                </c:pt>
                <c:pt idx="17">
                  <c:v>95</c:v>
                </c:pt>
                <c:pt idx="18">
                  <c:v>105.66</c:v>
                </c:pt>
                <c:pt idx="19">
                  <c:v>108.55</c:v>
                </c:pt>
                <c:pt idx="20">
                  <c:v>107.92</c:v>
                </c:pt>
                <c:pt idx="21">
                  <c:v>111.14</c:v>
                </c:pt>
                <c:pt idx="22">
                  <c:v>114.51</c:v>
                </c:pt>
                <c:pt idx="23">
                  <c:v>115.41</c:v>
                </c:pt>
                <c:pt idx="24">
                  <c:v>116.95</c:v>
                </c:pt>
                <c:pt idx="25">
                  <c:v>116.04</c:v>
                </c:pt>
                <c:pt idx="26">
                  <c:v>121.73</c:v>
                </c:pt>
                <c:pt idx="27">
                  <c:v>120.17</c:v>
                </c:pt>
                <c:pt idx="28">
                  <c:v>120.43</c:v>
                </c:pt>
                <c:pt idx="29">
                  <c:v>122.32</c:v>
                </c:pt>
                <c:pt idx="30">
                  <c:v>120.33</c:v>
                </c:pt>
                <c:pt idx="31">
                  <c:v>121.7</c:v>
                </c:pt>
                <c:pt idx="32">
                  <c:v>120.96</c:v>
                </c:pt>
                <c:pt idx="33">
                  <c:v>122.43</c:v>
                </c:pt>
                <c:pt idx="34">
                  <c:v>128.59</c:v>
                </c:pt>
                <c:pt idx="35">
                  <c:v>129.68</c:v>
                </c:pt>
                <c:pt idx="36">
                  <c:v>129.46</c:v>
                </c:pt>
                <c:pt idx="37">
                  <c:v>129.86</c:v>
                </c:pt>
                <c:pt idx="38">
                  <c:v>140.78</c:v>
                </c:pt>
                <c:pt idx="39">
                  <c:v>135.45</c:v>
                </c:pt>
                <c:pt idx="40">
                  <c:v>134.32</c:v>
                </c:pt>
                <c:pt idx="41">
                  <c:v>132.59</c:v>
                </c:pt>
                <c:pt idx="42">
                  <c:v>128.01</c:v>
                </c:pt>
                <c:pt idx="43">
                  <c:v>127.23</c:v>
                </c:pt>
                <c:pt idx="44">
                  <c:v>125.61</c:v>
                </c:pt>
                <c:pt idx="45">
                  <c:v>127.06</c:v>
                </c:pt>
                <c:pt idx="46">
                  <c:v>119.42</c:v>
                </c:pt>
                <c:pt idx="47">
                  <c:v>121.76</c:v>
                </c:pt>
                <c:pt idx="48">
                  <c:v>123.14</c:v>
                </c:pt>
                <c:pt idx="49">
                  <c:v>120.32</c:v>
                </c:pt>
                <c:pt idx="50">
                  <c:v>117.71</c:v>
                </c:pt>
                <c:pt idx="51">
                  <c:v>119.85</c:v>
                </c:pt>
                <c:pt idx="52">
                  <c:v>116.94</c:v>
                </c:pt>
                <c:pt idx="53">
                  <c:v>115.88</c:v>
                </c:pt>
                <c:pt idx="54">
                  <c:v>117.02</c:v>
                </c:pt>
                <c:pt idx="55">
                  <c:v>116.19</c:v>
                </c:pt>
                <c:pt idx="56">
                  <c:v>116.98</c:v>
                </c:pt>
                <c:pt idx="57">
                  <c:v>117.96</c:v>
                </c:pt>
                <c:pt idx="58">
                  <c:v>115.72</c:v>
                </c:pt>
                <c:pt idx="59">
                  <c:v>116.82</c:v>
                </c:pt>
                <c:pt idx="60">
                  <c:v>117.61</c:v>
                </c:pt>
                <c:pt idx="61">
                  <c:v>119.37</c:v>
                </c:pt>
                <c:pt idx="62">
                  <c:v>117.72</c:v>
                </c:pt>
                <c:pt idx="63">
                  <c:v>120.49</c:v>
                </c:pt>
                <c:pt idx="64">
                  <c:v>120.01</c:v>
                </c:pt>
                <c:pt idx="65">
                  <c:v>121.15</c:v>
                </c:pt>
                <c:pt idx="66">
                  <c:v>123.63</c:v>
                </c:pt>
                <c:pt idx="67">
                  <c:v>121.63</c:v>
                </c:pt>
                <c:pt idx="68">
                  <c:v>125.02</c:v>
                </c:pt>
                <c:pt idx="69">
                  <c:v>119.27</c:v>
                </c:pt>
                <c:pt idx="70">
                  <c:v>124.12</c:v>
                </c:pt>
                <c:pt idx="71">
                  <c:v>128.29</c:v>
                </c:pt>
                <c:pt idx="72">
                  <c:v>143.89</c:v>
                </c:pt>
                <c:pt idx="73">
                  <c:v>142.81</c:v>
                </c:pt>
                <c:pt idx="74">
                  <c:v>151.02</c:v>
                </c:pt>
                <c:pt idx="75">
                  <c:v>120.66</c:v>
                </c:pt>
                <c:pt idx="76">
                  <c:v>120.51</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5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Index value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Export expectations</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Sheet1!$A$2:$A$406</c:f>
              <c:strCache>
                <c:ptCount val="405"/>
                <c:pt idx="0">
                  <c:v>1991-01</c:v>
                </c:pt>
                <c:pt idx="1">
                  <c:v>1991-02</c:v>
                </c:pt>
                <c:pt idx="2">
                  <c:v>1991-03</c:v>
                </c:pt>
                <c:pt idx="3">
                  <c:v>1991-04</c:v>
                </c:pt>
                <c:pt idx="4">
                  <c:v>1991-05</c:v>
                </c:pt>
                <c:pt idx="5">
                  <c:v>1991-06</c:v>
                </c:pt>
                <c:pt idx="6">
                  <c:v>1991-07</c:v>
                </c:pt>
                <c:pt idx="7">
                  <c:v>1991-08</c:v>
                </c:pt>
                <c:pt idx="8">
                  <c:v>1991-09</c:v>
                </c:pt>
                <c:pt idx="9">
                  <c:v>1991-10</c:v>
                </c:pt>
                <c:pt idx="10">
                  <c:v>1991-11</c:v>
                </c:pt>
                <c:pt idx="11">
                  <c:v>1991-12</c:v>
                </c:pt>
                <c:pt idx="12">
                  <c:v>1992-01</c:v>
                </c:pt>
                <c:pt idx="13">
                  <c:v>1992-02</c:v>
                </c:pt>
                <c:pt idx="14">
                  <c:v>1992-03</c:v>
                </c:pt>
                <c:pt idx="15">
                  <c:v>1992-04</c:v>
                </c:pt>
                <c:pt idx="16">
                  <c:v>1992-05</c:v>
                </c:pt>
                <c:pt idx="17">
                  <c:v>1992-06</c:v>
                </c:pt>
                <c:pt idx="18">
                  <c:v>1992-07</c:v>
                </c:pt>
                <c:pt idx="19">
                  <c:v>1992-08</c:v>
                </c:pt>
                <c:pt idx="20">
                  <c:v>1992-09</c:v>
                </c:pt>
                <c:pt idx="21">
                  <c:v>1992-10</c:v>
                </c:pt>
                <c:pt idx="22">
                  <c:v>1992-11</c:v>
                </c:pt>
                <c:pt idx="23">
                  <c:v>1992-12</c:v>
                </c:pt>
                <c:pt idx="24">
                  <c:v>1993-01</c:v>
                </c:pt>
                <c:pt idx="25">
                  <c:v>1993-02</c:v>
                </c:pt>
                <c:pt idx="26">
                  <c:v>1993-03</c:v>
                </c:pt>
                <c:pt idx="27">
                  <c:v>1993-04</c:v>
                </c:pt>
                <c:pt idx="28">
                  <c:v>1993-05</c:v>
                </c:pt>
                <c:pt idx="29">
                  <c:v>1993-06</c:v>
                </c:pt>
                <c:pt idx="30">
                  <c:v>1993-07</c:v>
                </c:pt>
                <c:pt idx="31">
                  <c:v>1993-08</c:v>
                </c:pt>
                <c:pt idx="32">
                  <c:v>1993-09</c:v>
                </c:pt>
                <c:pt idx="33">
                  <c:v>1993-10</c:v>
                </c:pt>
                <c:pt idx="34">
                  <c:v>1993-11</c:v>
                </c:pt>
                <c:pt idx="35">
                  <c:v>1993-12</c:v>
                </c:pt>
                <c:pt idx="36">
                  <c:v>1994-01</c:v>
                </c:pt>
                <c:pt idx="37">
                  <c:v>1994-02</c:v>
                </c:pt>
                <c:pt idx="38">
                  <c:v>1994-03</c:v>
                </c:pt>
                <c:pt idx="39">
                  <c:v>1994-04</c:v>
                </c:pt>
                <c:pt idx="40">
                  <c:v>1994-05</c:v>
                </c:pt>
                <c:pt idx="41">
                  <c:v>1994-06</c:v>
                </c:pt>
                <c:pt idx="42">
                  <c:v>1994-07</c:v>
                </c:pt>
                <c:pt idx="43">
                  <c:v>1994-08</c:v>
                </c:pt>
                <c:pt idx="44">
                  <c:v>1994-09</c:v>
                </c:pt>
                <c:pt idx="45">
                  <c:v>1994-10</c:v>
                </c:pt>
                <c:pt idx="46">
                  <c:v>1994-11</c:v>
                </c:pt>
                <c:pt idx="47">
                  <c:v>1994-12</c:v>
                </c:pt>
                <c:pt idx="48">
                  <c:v>1995-01</c:v>
                </c:pt>
                <c:pt idx="49">
                  <c:v>1995-02</c:v>
                </c:pt>
                <c:pt idx="50">
                  <c:v>1995-03</c:v>
                </c:pt>
                <c:pt idx="51">
                  <c:v>1995-04</c:v>
                </c:pt>
                <c:pt idx="52">
                  <c:v>1995-05</c:v>
                </c:pt>
                <c:pt idx="53">
                  <c:v>1995-06</c:v>
                </c:pt>
                <c:pt idx="54">
                  <c:v>1995-07</c:v>
                </c:pt>
                <c:pt idx="55">
                  <c:v>1995-08</c:v>
                </c:pt>
                <c:pt idx="56">
                  <c:v>1995-09</c:v>
                </c:pt>
                <c:pt idx="57">
                  <c:v>1995-10</c:v>
                </c:pt>
                <c:pt idx="58">
                  <c:v>1995-11</c:v>
                </c:pt>
                <c:pt idx="59">
                  <c:v>1995-12</c:v>
                </c:pt>
                <c:pt idx="60">
                  <c:v>1996-01</c:v>
                </c:pt>
                <c:pt idx="61">
                  <c:v>1996-02</c:v>
                </c:pt>
                <c:pt idx="62">
                  <c:v>1996-03</c:v>
                </c:pt>
                <c:pt idx="63">
                  <c:v>1996-04</c:v>
                </c:pt>
                <c:pt idx="64">
                  <c:v>1996-05</c:v>
                </c:pt>
                <c:pt idx="65">
                  <c:v>1996-06</c:v>
                </c:pt>
                <c:pt idx="66">
                  <c:v>1996-07</c:v>
                </c:pt>
                <c:pt idx="67">
                  <c:v>1996-08</c:v>
                </c:pt>
                <c:pt idx="68">
                  <c:v>1996-09</c:v>
                </c:pt>
                <c:pt idx="69">
                  <c:v>1996-10</c:v>
                </c:pt>
                <c:pt idx="70">
                  <c:v>1996-11</c:v>
                </c:pt>
                <c:pt idx="71">
                  <c:v>1996-12</c:v>
                </c:pt>
                <c:pt idx="72">
                  <c:v>1997-01</c:v>
                </c:pt>
                <c:pt idx="73">
                  <c:v>1997-02</c:v>
                </c:pt>
                <c:pt idx="74">
                  <c:v>1997-03</c:v>
                </c:pt>
                <c:pt idx="75">
                  <c:v>1997-04</c:v>
                </c:pt>
                <c:pt idx="76">
                  <c:v>1997-05</c:v>
                </c:pt>
                <c:pt idx="77">
                  <c:v>1997-06</c:v>
                </c:pt>
                <c:pt idx="78">
                  <c:v>1997-07</c:v>
                </c:pt>
                <c:pt idx="79">
                  <c:v>1997-08</c:v>
                </c:pt>
                <c:pt idx="80">
                  <c:v>1997-09</c:v>
                </c:pt>
                <c:pt idx="81">
                  <c:v>1997-10</c:v>
                </c:pt>
                <c:pt idx="82">
                  <c:v>1997-11</c:v>
                </c:pt>
                <c:pt idx="83">
                  <c:v>1997-12</c:v>
                </c:pt>
                <c:pt idx="84">
                  <c:v>1998-01</c:v>
                </c:pt>
                <c:pt idx="85">
                  <c:v>1998-02</c:v>
                </c:pt>
                <c:pt idx="86">
                  <c:v>1998-03</c:v>
                </c:pt>
                <c:pt idx="87">
                  <c:v>1998-04</c:v>
                </c:pt>
                <c:pt idx="88">
                  <c:v>1998-05</c:v>
                </c:pt>
                <c:pt idx="89">
                  <c:v>1998-06</c:v>
                </c:pt>
                <c:pt idx="90">
                  <c:v>1998-07</c:v>
                </c:pt>
                <c:pt idx="91">
                  <c:v>1998-08</c:v>
                </c:pt>
                <c:pt idx="92">
                  <c:v>1998-09</c:v>
                </c:pt>
                <c:pt idx="93">
                  <c:v>1998-10</c:v>
                </c:pt>
                <c:pt idx="94">
                  <c:v>1998-11</c:v>
                </c:pt>
                <c:pt idx="95">
                  <c:v>1998-12</c:v>
                </c:pt>
                <c:pt idx="96">
                  <c:v>1999-01</c:v>
                </c:pt>
                <c:pt idx="97">
                  <c:v>1999-02</c:v>
                </c:pt>
                <c:pt idx="98">
                  <c:v>1999-03</c:v>
                </c:pt>
                <c:pt idx="99">
                  <c:v>1999-04</c:v>
                </c:pt>
                <c:pt idx="100">
                  <c:v>1999-05</c:v>
                </c:pt>
                <c:pt idx="101">
                  <c:v>1999-06</c:v>
                </c:pt>
                <c:pt idx="102">
                  <c:v>1999-07</c:v>
                </c:pt>
                <c:pt idx="103">
                  <c:v>1999-08</c:v>
                </c:pt>
                <c:pt idx="104">
                  <c:v>1999-09</c:v>
                </c:pt>
                <c:pt idx="105">
                  <c:v>1999-10</c:v>
                </c:pt>
                <c:pt idx="106">
                  <c:v>1999-11</c:v>
                </c:pt>
                <c:pt idx="107">
                  <c:v>1999-12</c:v>
                </c:pt>
                <c:pt idx="108">
                  <c:v>2000-01</c:v>
                </c:pt>
                <c:pt idx="109">
                  <c:v>2000-02</c:v>
                </c:pt>
                <c:pt idx="110">
                  <c:v>2000-03</c:v>
                </c:pt>
                <c:pt idx="111">
                  <c:v>2000-04</c:v>
                </c:pt>
                <c:pt idx="112">
                  <c:v>2000-05</c:v>
                </c:pt>
                <c:pt idx="113">
                  <c:v>2000-06</c:v>
                </c:pt>
                <c:pt idx="114">
                  <c:v>2000-07</c:v>
                </c:pt>
                <c:pt idx="115">
                  <c:v>2000-08</c:v>
                </c:pt>
                <c:pt idx="116">
                  <c:v>2000-09</c:v>
                </c:pt>
                <c:pt idx="117">
                  <c:v>2000-10</c:v>
                </c:pt>
                <c:pt idx="118">
                  <c:v>2000-11</c:v>
                </c:pt>
                <c:pt idx="119">
                  <c:v>2000-12</c:v>
                </c:pt>
                <c:pt idx="120">
                  <c:v>2001-01</c:v>
                </c:pt>
                <c:pt idx="121">
                  <c:v>2001-02</c:v>
                </c:pt>
                <c:pt idx="122">
                  <c:v>2001-03</c:v>
                </c:pt>
                <c:pt idx="123">
                  <c:v>2001-04</c:v>
                </c:pt>
                <c:pt idx="124">
                  <c:v>2001-05</c:v>
                </c:pt>
                <c:pt idx="125">
                  <c:v>2001-06</c:v>
                </c:pt>
                <c:pt idx="126">
                  <c:v>2001-07</c:v>
                </c:pt>
                <c:pt idx="127">
                  <c:v>2001-08</c:v>
                </c:pt>
                <c:pt idx="128">
                  <c:v>2001-09</c:v>
                </c:pt>
                <c:pt idx="129">
                  <c:v>2001-10</c:v>
                </c:pt>
                <c:pt idx="130">
                  <c:v>2001-11</c:v>
                </c:pt>
                <c:pt idx="131">
                  <c:v>2001-12</c:v>
                </c:pt>
                <c:pt idx="132">
                  <c:v>2002-01</c:v>
                </c:pt>
                <c:pt idx="133">
                  <c:v>2002-02</c:v>
                </c:pt>
                <c:pt idx="134">
                  <c:v>2002-03</c:v>
                </c:pt>
                <c:pt idx="135">
                  <c:v>2002-04</c:v>
                </c:pt>
                <c:pt idx="136">
                  <c:v>2002-05</c:v>
                </c:pt>
                <c:pt idx="137">
                  <c:v>2002-06</c:v>
                </c:pt>
                <c:pt idx="138">
                  <c:v>2002-07</c:v>
                </c:pt>
                <c:pt idx="139">
                  <c:v>2002-08</c:v>
                </c:pt>
                <c:pt idx="140">
                  <c:v>2002-09</c:v>
                </c:pt>
                <c:pt idx="141">
                  <c:v>2002-10</c:v>
                </c:pt>
                <c:pt idx="142">
                  <c:v>2002-11</c:v>
                </c:pt>
                <c:pt idx="143">
                  <c:v>2002-12</c:v>
                </c:pt>
                <c:pt idx="144">
                  <c:v>2003-01</c:v>
                </c:pt>
                <c:pt idx="145">
                  <c:v>2003-02</c:v>
                </c:pt>
                <c:pt idx="146">
                  <c:v>2003-03</c:v>
                </c:pt>
                <c:pt idx="147">
                  <c:v>2003-04</c:v>
                </c:pt>
                <c:pt idx="148">
                  <c:v>2003-05</c:v>
                </c:pt>
                <c:pt idx="149">
                  <c:v>2003-06</c:v>
                </c:pt>
                <c:pt idx="150">
                  <c:v>2003-07</c:v>
                </c:pt>
                <c:pt idx="151">
                  <c:v>2003-08</c:v>
                </c:pt>
                <c:pt idx="152">
                  <c:v>2003-09</c:v>
                </c:pt>
                <c:pt idx="153">
                  <c:v>2003-10</c:v>
                </c:pt>
                <c:pt idx="154">
                  <c:v>2003-11</c:v>
                </c:pt>
                <c:pt idx="155">
                  <c:v>2003-12</c:v>
                </c:pt>
                <c:pt idx="156">
                  <c:v>2004-01</c:v>
                </c:pt>
                <c:pt idx="157">
                  <c:v>2004-02</c:v>
                </c:pt>
                <c:pt idx="158">
                  <c:v>2004-03</c:v>
                </c:pt>
                <c:pt idx="159">
                  <c:v>2004-04</c:v>
                </c:pt>
                <c:pt idx="160">
                  <c:v>2004-05</c:v>
                </c:pt>
                <c:pt idx="161">
                  <c:v>2004-06</c:v>
                </c:pt>
                <c:pt idx="162">
                  <c:v>2004-07</c:v>
                </c:pt>
                <c:pt idx="163">
                  <c:v>2004-08</c:v>
                </c:pt>
                <c:pt idx="164">
                  <c:v>2004-09</c:v>
                </c:pt>
                <c:pt idx="165">
                  <c:v>2004-10</c:v>
                </c:pt>
                <c:pt idx="166">
                  <c:v>2004-11</c:v>
                </c:pt>
                <c:pt idx="167">
                  <c:v>2004-12</c:v>
                </c:pt>
                <c:pt idx="168">
                  <c:v>2005-01</c:v>
                </c:pt>
                <c:pt idx="169">
                  <c:v>2005-02</c:v>
                </c:pt>
                <c:pt idx="170">
                  <c:v>2005-03</c:v>
                </c:pt>
                <c:pt idx="171">
                  <c:v>2005-04</c:v>
                </c:pt>
                <c:pt idx="172">
                  <c:v>2005-05</c:v>
                </c:pt>
                <c:pt idx="173">
                  <c:v>2005-06</c:v>
                </c:pt>
                <c:pt idx="174">
                  <c:v>2005-07</c:v>
                </c:pt>
                <c:pt idx="175">
                  <c:v>2005-08</c:v>
                </c:pt>
                <c:pt idx="176">
                  <c:v>2005-09</c:v>
                </c:pt>
                <c:pt idx="177">
                  <c:v>2005-10</c:v>
                </c:pt>
                <c:pt idx="178">
                  <c:v>2005-11</c:v>
                </c:pt>
                <c:pt idx="179">
                  <c:v>2005-12</c:v>
                </c:pt>
                <c:pt idx="180">
                  <c:v>2006-01</c:v>
                </c:pt>
                <c:pt idx="181">
                  <c:v>2006-02</c:v>
                </c:pt>
                <c:pt idx="182">
                  <c:v>2006-03</c:v>
                </c:pt>
                <c:pt idx="183">
                  <c:v>2006-04</c:v>
                </c:pt>
                <c:pt idx="184">
                  <c:v>2006-05</c:v>
                </c:pt>
                <c:pt idx="185">
                  <c:v>2006-06</c:v>
                </c:pt>
                <c:pt idx="186">
                  <c:v>2006-07</c:v>
                </c:pt>
                <c:pt idx="187">
                  <c:v>2006-08</c:v>
                </c:pt>
                <c:pt idx="188">
                  <c:v>2006-09</c:v>
                </c:pt>
                <c:pt idx="189">
                  <c:v>2006-10</c:v>
                </c:pt>
                <c:pt idx="190">
                  <c:v>2006-11</c:v>
                </c:pt>
                <c:pt idx="191">
                  <c:v>2006-12</c:v>
                </c:pt>
                <c:pt idx="192">
                  <c:v>2007-01</c:v>
                </c:pt>
                <c:pt idx="193">
                  <c:v>2007-02</c:v>
                </c:pt>
                <c:pt idx="194">
                  <c:v>2007-03</c:v>
                </c:pt>
                <c:pt idx="195">
                  <c:v>2007-04</c:v>
                </c:pt>
                <c:pt idx="196">
                  <c:v>2007-05</c:v>
                </c:pt>
                <c:pt idx="197">
                  <c:v>2007-06</c:v>
                </c:pt>
                <c:pt idx="198">
                  <c:v>2007-07</c:v>
                </c:pt>
                <c:pt idx="199">
                  <c:v>2007-08</c:v>
                </c:pt>
                <c:pt idx="200">
                  <c:v>2007-09</c:v>
                </c:pt>
                <c:pt idx="201">
                  <c:v>2007-10</c:v>
                </c:pt>
                <c:pt idx="202">
                  <c:v>2007-11</c:v>
                </c:pt>
                <c:pt idx="203">
                  <c:v>2007-12</c:v>
                </c:pt>
                <c:pt idx="204">
                  <c:v>2008-01</c:v>
                </c:pt>
                <c:pt idx="205">
                  <c:v>2008-02</c:v>
                </c:pt>
                <c:pt idx="206">
                  <c:v>2008-03</c:v>
                </c:pt>
                <c:pt idx="207">
                  <c:v>2008-04</c:v>
                </c:pt>
                <c:pt idx="208">
                  <c:v>2008-05</c:v>
                </c:pt>
                <c:pt idx="209">
                  <c:v>2008-06</c:v>
                </c:pt>
                <c:pt idx="210">
                  <c:v>2008-07</c:v>
                </c:pt>
                <c:pt idx="211">
                  <c:v>2008-08</c:v>
                </c:pt>
                <c:pt idx="212">
                  <c:v>2008-09</c:v>
                </c:pt>
                <c:pt idx="213">
                  <c:v>2008-10</c:v>
                </c:pt>
                <c:pt idx="214">
                  <c:v>2008-11</c:v>
                </c:pt>
                <c:pt idx="215">
                  <c:v>2008-12</c:v>
                </c:pt>
                <c:pt idx="216">
                  <c:v>2009-01</c:v>
                </c:pt>
                <c:pt idx="217">
                  <c:v>2009-02</c:v>
                </c:pt>
                <c:pt idx="218">
                  <c:v>2009-03</c:v>
                </c:pt>
                <c:pt idx="219">
                  <c:v>2009-04</c:v>
                </c:pt>
                <c:pt idx="220">
                  <c:v>2009-05</c:v>
                </c:pt>
                <c:pt idx="221">
                  <c:v>2009-06</c:v>
                </c:pt>
                <c:pt idx="222">
                  <c:v>2009-07</c:v>
                </c:pt>
                <c:pt idx="223">
                  <c:v>2009-08</c:v>
                </c:pt>
                <c:pt idx="224">
                  <c:v>2009-09</c:v>
                </c:pt>
                <c:pt idx="225">
                  <c:v>2009-10</c:v>
                </c:pt>
                <c:pt idx="226">
                  <c:v>2009-11</c:v>
                </c:pt>
                <c:pt idx="227">
                  <c:v>2009-12</c:v>
                </c:pt>
                <c:pt idx="228">
                  <c:v>2010-01</c:v>
                </c:pt>
                <c:pt idx="229">
                  <c:v>2010-02</c:v>
                </c:pt>
                <c:pt idx="230">
                  <c:v>2010-03</c:v>
                </c:pt>
                <c:pt idx="231">
                  <c:v>2010-04</c:v>
                </c:pt>
                <c:pt idx="232">
                  <c:v>2010-05</c:v>
                </c:pt>
                <c:pt idx="233">
                  <c:v>2010-06</c:v>
                </c:pt>
                <c:pt idx="234">
                  <c:v>2010-07</c:v>
                </c:pt>
                <c:pt idx="235">
                  <c:v>2010-08</c:v>
                </c:pt>
                <c:pt idx="236">
                  <c:v>2010-09</c:v>
                </c:pt>
                <c:pt idx="237">
                  <c:v>2010-10</c:v>
                </c:pt>
                <c:pt idx="238">
                  <c:v>2010-11</c:v>
                </c:pt>
                <c:pt idx="239">
                  <c:v>2010-12</c:v>
                </c:pt>
                <c:pt idx="240">
                  <c:v>2011-01</c:v>
                </c:pt>
                <c:pt idx="241">
                  <c:v>2011-02</c:v>
                </c:pt>
                <c:pt idx="242">
                  <c:v>2011-03</c:v>
                </c:pt>
                <c:pt idx="243">
                  <c:v>2011-04</c:v>
                </c:pt>
                <c:pt idx="244">
                  <c:v>2011-05</c:v>
                </c:pt>
                <c:pt idx="245">
                  <c:v>2011-06</c:v>
                </c:pt>
                <c:pt idx="246">
                  <c:v>2011-07</c:v>
                </c:pt>
                <c:pt idx="247">
                  <c:v>2011-08</c:v>
                </c:pt>
                <c:pt idx="248">
                  <c:v>2011-09</c:v>
                </c:pt>
                <c:pt idx="249">
                  <c:v>2011-10</c:v>
                </c:pt>
                <c:pt idx="250">
                  <c:v>2011-11</c:v>
                </c:pt>
                <c:pt idx="251">
                  <c:v>2011-12</c:v>
                </c:pt>
                <c:pt idx="252">
                  <c:v>2012-01</c:v>
                </c:pt>
                <c:pt idx="253">
                  <c:v>2012-02</c:v>
                </c:pt>
                <c:pt idx="254">
                  <c:v>2012-03</c:v>
                </c:pt>
                <c:pt idx="255">
                  <c:v>2012-04</c:v>
                </c:pt>
                <c:pt idx="256">
                  <c:v>2012-05</c:v>
                </c:pt>
                <c:pt idx="257">
                  <c:v>2012-06</c:v>
                </c:pt>
                <c:pt idx="258">
                  <c:v>2012-07</c:v>
                </c:pt>
                <c:pt idx="259">
                  <c:v>2012-08</c:v>
                </c:pt>
                <c:pt idx="260">
                  <c:v>2012-09</c:v>
                </c:pt>
                <c:pt idx="261">
                  <c:v>2012-10</c:v>
                </c:pt>
                <c:pt idx="262">
                  <c:v>2012-11</c:v>
                </c:pt>
                <c:pt idx="263">
                  <c:v>2012-12</c:v>
                </c:pt>
                <c:pt idx="264">
                  <c:v>2013-01</c:v>
                </c:pt>
                <c:pt idx="265">
                  <c:v>2013-02</c:v>
                </c:pt>
                <c:pt idx="266">
                  <c:v>2013-03</c:v>
                </c:pt>
                <c:pt idx="267">
                  <c:v>2013-04</c:v>
                </c:pt>
                <c:pt idx="268">
                  <c:v>2013-05</c:v>
                </c:pt>
                <c:pt idx="269">
                  <c:v>2013-06</c:v>
                </c:pt>
                <c:pt idx="270">
                  <c:v>2013-07</c:v>
                </c:pt>
                <c:pt idx="271">
                  <c:v>2013-08</c:v>
                </c:pt>
                <c:pt idx="272">
                  <c:v>2013-09</c:v>
                </c:pt>
                <c:pt idx="273">
                  <c:v>2013-10</c:v>
                </c:pt>
                <c:pt idx="274">
                  <c:v>2013-11</c:v>
                </c:pt>
                <c:pt idx="275">
                  <c:v>2013-12</c:v>
                </c:pt>
                <c:pt idx="276">
                  <c:v>2014-01</c:v>
                </c:pt>
                <c:pt idx="277">
                  <c:v>2014-02</c:v>
                </c:pt>
                <c:pt idx="278">
                  <c:v>2014-03</c:v>
                </c:pt>
                <c:pt idx="279">
                  <c:v>2014-04</c:v>
                </c:pt>
                <c:pt idx="280">
                  <c:v>2014-05</c:v>
                </c:pt>
                <c:pt idx="281">
                  <c:v>2014-06</c:v>
                </c:pt>
                <c:pt idx="282">
                  <c:v>2014-07</c:v>
                </c:pt>
                <c:pt idx="283">
                  <c:v>2014-08</c:v>
                </c:pt>
                <c:pt idx="284">
                  <c:v>2014-09</c:v>
                </c:pt>
                <c:pt idx="285">
                  <c:v>2014-10</c:v>
                </c:pt>
                <c:pt idx="286">
                  <c:v>2014-11</c:v>
                </c:pt>
                <c:pt idx="287">
                  <c:v>2014-12</c:v>
                </c:pt>
                <c:pt idx="288">
                  <c:v>2015-01</c:v>
                </c:pt>
                <c:pt idx="289">
                  <c:v>2015-02</c:v>
                </c:pt>
                <c:pt idx="290">
                  <c:v>2015-03</c:v>
                </c:pt>
                <c:pt idx="291">
                  <c:v>2015-04</c:v>
                </c:pt>
                <c:pt idx="292">
                  <c:v>2015-05</c:v>
                </c:pt>
                <c:pt idx="293">
                  <c:v>2015-06</c:v>
                </c:pt>
                <c:pt idx="294">
                  <c:v>2015-07</c:v>
                </c:pt>
                <c:pt idx="295">
                  <c:v>2015-08</c:v>
                </c:pt>
                <c:pt idx="296">
                  <c:v>2015-09</c:v>
                </c:pt>
                <c:pt idx="297">
                  <c:v>2015-10</c:v>
                </c:pt>
                <c:pt idx="298">
                  <c:v>2015-11</c:v>
                </c:pt>
                <c:pt idx="299">
                  <c:v>2015-12</c:v>
                </c:pt>
                <c:pt idx="300">
                  <c:v>2016-01</c:v>
                </c:pt>
                <c:pt idx="301">
                  <c:v>2016-02</c:v>
                </c:pt>
                <c:pt idx="302">
                  <c:v>2016-03</c:v>
                </c:pt>
                <c:pt idx="303">
                  <c:v>2016-04</c:v>
                </c:pt>
                <c:pt idx="304">
                  <c:v>2016-05</c:v>
                </c:pt>
                <c:pt idx="305">
                  <c:v>2016-06</c:v>
                </c:pt>
                <c:pt idx="306">
                  <c:v>2016-07</c:v>
                </c:pt>
                <c:pt idx="307">
                  <c:v>2016-08</c:v>
                </c:pt>
                <c:pt idx="308">
                  <c:v>2016-09</c:v>
                </c:pt>
                <c:pt idx="309">
                  <c:v>2016-10</c:v>
                </c:pt>
                <c:pt idx="310">
                  <c:v>2016-11</c:v>
                </c:pt>
                <c:pt idx="311">
                  <c:v>2016-12</c:v>
                </c:pt>
                <c:pt idx="312">
                  <c:v>2017-01</c:v>
                </c:pt>
                <c:pt idx="313">
                  <c:v>2017-02</c:v>
                </c:pt>
                <c:pt idx="314">
                  <c:v>2017-03</c:v>
                </c:pt>
                <c:pt idx="315">
                  <c:v>2017-04</c:v>
                </c:pt>
                <c:pt idx="316">
                  <c:v>2017-05</c:v>
                </c:pt>
                <c:pt idx="317">
                  <c:v>2017-06</c:v>
                </c:pt>
                <c:pt idx="318">
                  <c:v>2017-07</c:v>
                </c:pt>
                <c:pt idx="319">
                  <c:v>2017-08</c:v>
                </c:pt>
                <c:pt idx="320">
                  <c:v>2017-09</c:v>
                </c:pt>
                <c:pt idx="321">
                  <c:v>2017-10</c:v>
                </c:pt>
                <c:pt idx="322">
                  <c:v>2017-11</c:v>
                </c:pt>
                <c:pt idx="323">
                  <c:v>2017-12</c:v>
                </c:pt>
                <c:pt idx="324">
                  <c:v>2018-01</c:v>
                </c:pt>
                <c:pt idx="325">
                  <c:v>2018-02</c:v>
                </c:pt>
                <c:pt idx="326">
                  <c:v>2018-03</c:v>
                </c:pt>
                <c:pt idx="327">
                  <c:v>2018-04</c:v>
                </c:pt>
                <c:pt idx="328">
                  <c:v>2018-05</c:v>
                </c:pt>
                <c:pt idx="329">
                  <c:v>2018-06</c:v>
                </c:pt>
                <c:pt idx="330">
                  <c:v>2018-07</c:v>
                </c:pt>
                <c:pt idx="331">
                  <c:v>2018-08</c:v>
                </c:pt>
                <c:pt idx="332">
                  <c:v>2018-09</c:v>
                </c:pt>
                <c:pt idx="333">
                  <c:v>2018-10</c:v>
                </c:pt>
                <c:pt idx="334">
                  <c:v>2018-11</c:v>
                </c:pt>
                <c:pt idx="335">
                  <c:v>2018-12</c:v>
                </c:pt>
                <c:pt idx="336">
                  <c:v>2019-01</c:v>
                </c:pt>
                <c:pt idx="337">
                  <c:v>2019-02</c:v>
                </c:pt>
                <c:pt idx="338">
                  <c:v>2019-03</c:v>
                </c:pt>
                <c:pt idx="339">
                  <c:v>2019-04</c:v>
                </c:pt>
                <c:pt idx="340">
                  <c:v>2019-05</c:v>
                </c:pt>
                <c:pt idx="341">
                  <c:v>2019-06</c:v>
                </c:pt>
                <c:pt idx="342">
                  <c:v>2019-07</c:v>
                </c:pt>
                <c:pt idx="343">
                  <c:v>2019-08</c:v>
                </c:pt>
                <c:pt idx="344">
                  <c:v>2019-09</c:v>
                </c:pt>
                <c:pt idx="345">
                  <c:v>2019-10</c:v>
                </c:pt>
                <c:pt idx="346">
                  <c:v>2019-11</c:v>
                </c:pt>
                <c:pt idx="347">
                  <c:v>2019-12</c:v>
                </c:pt>
                <c:pt idx="348">
                  <c:v>2020-01</c:v>
                </c:pt>
                <c:pt idx="349">
                  <c:v>2020-02</c:v>
                </c:pt>
                <c:pt idx="350">
                  <c:v>2020-03</c:v>
                </c:pt>
                <c:pt idx="351">
                  <c:v>2020-04</c:v>
                </c:pt>
                <c:pt idx="352">
                  <c:v>2020-05</c:v>
                </c:pt>
                <c:pt idx="353">
                  <c:v>2020-06</c:v>
                </c:pt>
                <c:pt idx="354">
                  <c:v>2020-07</c:v>
                </c:pt>
                <c:pt idx="355">
                  <c:v>2020-08</c:v>
                </c:pt>
                <c:pt idx="356">
                  <c:v>2020-09</c:v>
                </c:pt>
                <c:pt idx="357">
                  <c:v>2020-10</c:v>
                </c:pt>
                <c:pt idx="358">
                  <c:v>2020-11</c:v>
                </c:pt>
                <c:pt idx="359">
                  <c:v>2020-12</c:v>
                </c:pt>
                <c:pt idx="360">
                  <c:v>2021-01</c:v>
                </c:pt>
                <c:pt idx="361">
                  <c:v>2021-02</c:v>
                </c:pt>
                <c:pt idx="362">
                  <c:v>2021-03</c:v>
                </c:pt>
                <c:pt idx="363">
                  <c:v>2021-04</c:v>
                </c:pt>
                <c:pt idx="364">
                  <c:v>2021-05</c:v>
                </c:pt>
                <c:pt idx="365">
                  <c:v>2021-06</c:v>
                </c:pt>
                <c:pt idx="366">
                  <c:v>2021-07</c:v>
                </c:pt>
                <c:pt idx="367">
                  <c:v>2021-08</c:v>
                </c:pt>
                <c:pt idx="368">
                  <c:v>2021-09</c:v>
                </c:pt>
                <c:pt idx="369">
                  <c:v>2021-10</c:v>
                </c:pt>
                <c:pt idx="370">
                  <c:v>2021-11</c:v>
                </c:pt>
                <c:pt idx="371">
                  <c:v>2021-12</c:v>
                </c:pt>
                <c:pt idx="372">
                  <c:v>2022-01</c:v>
                </c:pt>
                <c:pt idx="373">
                  <c:v>2022-02</c:v>
                </c:pt>
                <c:pt idx="374">
                  <c:v>2022-03</c:v>
                </c:pt>
                <c:pt idx="375">
                  <c:v>2022-04</c:v>
                </c:pt>
                <c:pt idx="376">
                  <c:v>2022-05</c:v>
                </c:pt>
                <c:pt idx="377">
                  <c:v>2022-06</c:v>
                </c:pt>
                <c:pt idx="378">
                  <c:v>2022-07</c:v>
                </c:pt>
                <c:pt idx="379">
                  <c:v>2022-08</c:v>
                </c:pt>
                <c:pt idx="380">
                  <c:v>2022-09</c:v>
                </c:pt>
                <c:pt idx="381">
                  <c:v>2022-10</c:v>
                </c:pt>
                <c:pt idx="382">
                  <c:v>2022-11</c:v>
                </c:pt>
                <c:pt idx="383">
                  <c:v>2022-12</c:v>
                </c:pt>
                <c:pt idx="384">
                  <c:v>2023-01</c:v>
                </c:pt>
                <c:pt idx="385">
                  <c:v>2023-02</c:v>
                </c:pt>
                <c:pt idx="386">
                  <c:v>2023-03</c:v>
                </c:pt>
                <c:pt idx="387">
                  <c:v>2023-04</c:v>
                </c:pt>
                <c:pt idx="388">
                  <c:v>2023-05</c:v>
                </c:pt>
                <c:pt idx="389">
                  <c:v>2023-06</c:v>
                </c:pt>
                <c:pt idx="390">
                  <c:v>2023-07</c:v>
                </c:pt>
                <c:pt idx="391">
                  <c:v>2023-08</c:v>
                </c:pt>
                <c:pt idx="392">
                  <c:v>2023-09</c:v>
                </c:pt>
                <c:pt idx="393">
                  <c:v>2023-10</c:v>
                </c:pt>
                <c:pt idx="394">
                  <c:v>2023-11</c:v>
                </c:pt>
                <c:pt idx="395">
                  <c:v>2023-12</c:v>
                </c:pt>
                <c:pt idx="396">
                  <c:v>2024-01</c:v>
                </c:pt>
                <c:pt idx="397">
                  <c:v>2024-02</c:v>
                </c:pt>
                <c:pt idx="398">
                  <c:v>2024-03</c:v>
                </c:pt>
                <c:pt idx="399">
                  <c:v>2024-04</c:v>
                </c:pt>
                <c:pt idx="400">
                  <c:v>2024-05</c:v>
                </c:pt>
                <c:pt idx="401">
                  <c:v>2024-06</c:v>
                </c:pt>
                <c:pt idx="402">
                  <c:v>2024-07</c:v>
                </c:pt>
                <c:pt idx="403">
                  <c:v>2024-08</c:v>
                </c:pt>
                <c:pt idx="404">
                  <c:v>2024-09</c:v>
                </c:pt>
              </c:strCache>
            </c:strRef>
          </c:cat>
          <c:val>
            <c:numRef>
              <c:f>Sheet1!$B$2:$B$406</c:f>
              <c:numCache>
                <c:ptCount val="405"/>
                <c:pt idx="0">
                  <c:v>-0.118</c:v>
                </c:pt>
                <c:pt idx="1">
                  <c:v>-0.059</c:v>
                </c:pt>
                <c:pt idx="2">
                  <c:v>-0.081</c:v>
                </c:pt>
                <c:pt idx="3">
                  <c:v>-0.049</c:v>
                </c:pt>
                <c:pt idx="4">
                  <c:v>-0.048</c:v>
                </c:pt>
                <c:pt idx="5">
                  <c:v>-0.032</c:v>
                </c:pt>
                <c:pt idx="6">
                  <c:v>-0.004</c:v>
                </c:pt>
                <c:pt idx="7">
                  <c:v>-0.009</c:v>
                </c:pt>
                <c:pt idx="8">
                  <c:v>0.015</c:v>
                </c:pt>
                <c:pt idx="9">
                  <c:v>0.031</c:v>
                </c:pt>
                <c:pt idx="10">
                  <c:v>0.038</c:v>
                </c:pt>
                <c:pt idx="11">
                  <c:v>0.018</c:v>
                </c:pt>
                <c:pt idx="12">
                  <c:v>-0.001</c:v>
                </c:pt>
                <c:pt idx="13">
                  <c:v>-0.022</c:v>
                </c:pt>
                <c:pt idx="14">
                  <c:v>0.001</c:v>
                </c:pt>
                <c:pt idx="15">
                  <c:v>-0.008</c:v>
                </c:pt>
                <c:pt idx="16">
                  <c:v>0.003</c:v>
                </c:pt>
                <c:pt idx="17">
                  <c:v>0.031</c:v>
                </c:pt>
                <c:pt idx="18">
                  <c:v>0.008</c:v>
                </c:pt>
                <c:pt idx="19">
                  <c:v>-0.058</c:v>
                </c:pt>
                <c:pt idx="20">
                  <c:v>-0.106</c:v>
                </c:pt>
                <c:pt idx="21">
                  <c:v>-0.17</c:v>
                </c:pt>
                <c:pt idx="22">
                  <c:v>-0.174</c:v>
                </c:pt>
                <c:pt idx="23">
                  <c:v>-0.146</c:v>
                </c:pt>
                <c:pt idx="24">
                  <c:v>-0.107</c:v>
                </c:pt>
                <c:pt idx="25">
                  <c:v>-0.153</c:v>
                </c:pt>
                <c:pt idx="26">
                  <c:v>-0.117</c:v>
                </c:pt>
                <c:pt idx="27">
                  <c:v>-0.135</c:v>
                </c:pt>
                <c:pt idx="28">
                  <c:v>-0.135</c:v>
                </c:pt>
                <c:pt idx="29">
                  <c:v>-0.094</c:v>
                </c:pt>
                <c:pt idx="30">
                  <c:v>-0.099</c:v>
                </c:pt>
                <c:pt idx="31">
                  <c:v>-0.058</c:v>
                </c:pt>
                <c:pt idx="32">
                  <c:v>-0.048</c:v>
                </c:pt>
                <c:pt idx="33">
                  <c:v>-0.029</c:v>
                </c:pt>
                <c:pt idx="34">
                  <c:v>-0.017</c:v>
                </c:pt>
                <c:pt idx="35">
                  <c:v>0.01</c:v>
                </c:pt>
                <c:pt idx="36">
                  <c:v>0.054</c:v>
                </c:pt>
                <c:pt idx="37">
                  <c:v>0.094</c:v>
                </c:pt>
                <c:pt idx="38">
                  <c:v>0.095</c:v>
                </c:pt>
                <c:pt idx="39">
                  <c:v>0.151</c:v>
                </c:pt>
                <c:pt idx="40">
                  <c:v>0.14</c:v>
                </c:pt>
                <c:pt idx="41">
                  <c:v>0.123</c:v>
                </c:pt>
                <c:pt idx="42">
                  <c:v>0.135</c:v>
                </c:pt>
                <c:pt idx="43">
                  <c:v>0.121</c:v>
                </c:pt>
                <c:pt idx="44">
                  <c:v>0.158</c:v>
                </c:pt>
                <c:pt idx="45">
                  <c:v>0.161</c:v>
                </c:pt>
                <c:pt idx="46">
                  <c:v>0.179</c:v>
                </c:pt>
                <c:pt idx="47">
                  <c:v>0.217</c:v>
                </c:pt>
                <c:pt idx="48">
                  <c:v>0.137</c:v>
                </c:pt>
                <c:pt idx="49">
                  <c:v>0.122</c:v>
                </c:pt>
                <c:pt idx="50">
                  <c:v>0.088</c:v>
                </c:pt>
                <c:pt idx="51">
                  <c:v>0.037</c:v>
                </c:pt>
                <c:pt idx="52">
                  <c:v>0.063</c:v>
                </c:pt>
                <c:pt idx="53">
                  <c:v>0.069</c:v>
                </c:pt>
                <c:pt idx="54">
                  <c:v>0.066</c:v>
                </c:pt>
                <c:pt idx="55">
                  <c:v>0.081</c:v>
                </c:pt>
                <c:pt idx="56">
                  <c:v>0.065</c:v>
                </c:pt>
                <c:pt idx="57">
                  <c:v>0.061</c:v>
                </c:pt>
                <c:pt idx="58">
                  <c:v>0.044</c:v>
                </c:pt>
                <c:pt idx="59">
                  <c:v>0.074</c:v>
                </c:pt>
                <c:pt idx="60">
                  <c:v>0.033</c:v>
                </c:pt>
                <c:pt idx="61">
                  <c:v>0.03</c:v>
                </c:pt>
                <c:pt idx="62">
                  <c:v>0.029</c:v>
                </c:pt>
                <c:pt idx="63">
                  <c:v>0.033</c:v>
                </c:pt>
                <c:pt idx="64">
                  <c:v>0.058</c:v>
                </c:pt>
                <c:pt idx="65">
                  <c:v>0.052</c:v>
                </c:pt>
                <c:pt idx="66">
                  <c:v>0.064</c:v>
                </c:pt>
                <c:pt idx="67">
                  <c:v>0.069</c:v>
                </c:pt>
                <c:pt idx="68">
                  <c:v>0.093</c:v>
                </c:pt>
                <c:pt idx="69">
                  <c:v>0.091</c:v>
                </c:pt>
                <c:pt idx="70">
                  <c:v>0.122</c:v>
                </c:pt>
                <c:pt idx="71">
                  <c:v>0.111</c:v>
                </c:pt>
                <c:pt idx="72">
                  <c:v>0.153</c:v>
                </c:pt>
                <c:pt idx="73">
                  <c:v>0.14</c:v>
                </c:pt>
                <c:pt idx="74">
                  <c:v>0.14</c:v>
                </c:pt>
                <c:pt idx="75">
                  <c:v>0.137</c:v>
                </c:pt>
                <c:pt idx="76">
                  <c:v>0.1</c:v>
                </c:pt>
                <c:pt idx="77">
                  <c:v>0.132</c:v>
                </c:pt>
                <c:pt idx="78">
                  <c:v>0.141</c:v>
                </c:pt>
                <c:pt idx="79">
                  <c:v>0.148</c:v>
                </c:pt>
                <c:pt idx="80">
                  <c:v>0.183</c:v>
                </c:pt>
                <c:pt idx="81">
                  <c:v>0.153</c:v>
                </c:pt>
                <c:pt idx="82">
                  <c:v>0.133</c:v>
                </c:pt>
                <c:pt idx="83">
                  <c:v>0.132</c:v>
                </c:pt>
                <c:pt idx="84">
                  <c:v>0.131</c:v>
                </c:pt>
                <c:pt idx="85">
                  <c:v>0.131</c:v>
                </c:pt>
                <c:pt idx="86">
                  <c:v>0.139</c:v>
                </c:pt>
                <c:pt idx="87">
                  <c:v>0.159</c:v>
                </c:pt>
                <c:pt idx="88">
                  <c:v>0.103</c:v>
                </c:pt>
                <c:pt idx="89">
                  <c:v>0.089</c:v>
                </c:pt>
                <c:pt idx="90">
                  <c:v>0.068</c:v>
                </c:pt>
                <c:pt idx="91">
                  <c:v>0.035</c:v>
                </c:pt>
                <c:pt idx="92">
                  <c:v>0.001</c:v>
                </c:pt>
                <c:pt idx="93">
                  <c:v>-0.036</c:v>
                </c:pt>
                <c:pt idx="94">
                  <c:v>-0.001</c:v>
                </c:pt>
                <c:pt idx="95">
                  <c:v>-0.016</c:v>
                </c:pt>
                <c:pt idx="96">
                  <c:v>-0.039</c:v>
                </c:pt>
                <c:pt idx="97">
                  <c:v>-0.07</c:v>
                </c:pt>
                <c:pt idx="98">
                  <c:v>-0.01</c:v>
                </c:pt>
                <c:pt idx="99">
                  <c:v>-0.022</c:v>
                </c:pt>
                <c:pt idx="100">
                  <c:v>0.002</c:v>
                </c:pt>
                <c:pt idx="101">
                  <c:v>0.058</c:v>
                </c:pt>
                <c:pt idx="102">
                  <c:v>0.046</c:v>
                </c:pt>
                <c:pt idx="103">
                  <c:v>0.066</c:v>
                </c:pt>
                <c:pt idx="104">
                  <c:v>0.07</c:v>
                </c:pt>
                <c:pt idx="105">
                  <c:v>0.095</c:v>
                </c:pt>
                <c:pt idx="106">
                  <c:v>0.105</c:v>
                </c:pt>
                <c:pt idx="107">
                  <c:v>0.114</c:v>
                </c:pt>
                <c:pt idx="108">
                  <c:v>0.12</c:v>
                </c:pt>
                <c:pt idx="109">
                  <c:v>0.118</c:v>
                </c:pt>
                <c:pt idx="110">
                  <c:v>0.101</c:v>
                </c:pt>
                <c:pt idx="111">
                  <c:v>0.136</c:v>
                </c:pt>
                <c:pt idx="112">
                  <c:v>0.131</c:v>
                </c:pt>
                <c:pt idx="113">
                  <c:v>0.147</c:v>
                </c:pt>
                <c:pt idx="114">
                  <c:v>0.137</c:v>
                </c:pt>
                <c:pt idx="115">
                  <c:v>0.147</c:v>
                </c:pt>
                <c:pt idx="116">
                  <c:v>0.156</c:v>
                </c:pt>
                <c:pt idx="117">
                  <c:v>0.134</c:v>
                </c:pt>
                <c:pt idx="118">
                  <c:v>0.13</c:v>
                </c:pt>
                <c:pt idx="119">
                  <c:v>0.114</c:v>
                </c:pt>
                <c:pt idx="120">
                  <c:v>0.122</c:v>
                </c:pt>
                <c:pt idx="121">
                  <c:v>0.097</c:v>
                </c:pt>
                <c:pt idx="122">
                  <c:v>0.063</c:v>
                </c:pt>
                <c:pt idx="123">
                  <c:v>0.032</c:v>
                </c:pt>
                <c:pt idx="124">
                  <c:v>0.007</c:v>
                </c:pt>
                <c:pt idx="125">
                  <c:v>-0.011</c:v>
                </c:pt>
                <c:pt idx="126">
                  <c:v>-0.009</c:v>
                </c:pt>
                <c:pt idx="127">
                  <c:v>0.019</c:v>
                </c:pt>
                <c:pt idx="128">
                  <c:v>-0.049</c:v>
                </c:pt>
                <c:pt idx="129">
                  <c:v>-0.098</c:v>
                </c:pt>
                <c:pt idx="130">
                  <c:v>-0.056</c:v>
                </c:pt>
                <c:pt idx="131">
                  <c:v>-0.025</c:v>
                </c:pt>
                <c:pt idx="132">
                  <c:v>-0.056</c:v>
                </c:pt>
                <c:pt idx="133">
                  <c:v>0.006</c:v>
                </c:pt>
                <c:pt idx="134">
                  <c:v>0.033</c:v>
                </c:pt>
                <c:pt idx="135">
                  <c:v>0.087</c:v>
                </c:pt>
                <c:pt idx="136">
                  <c:v>0.084</c:v>
                </c:pt>
                <c:pt idx="137">
                  <c:v>0.084</c:v>
                </c:pt>
                <c:pt idx="138">
                  <c:v>0.086</c:v>
                </c:pt>
                <c:pt idx="139">
                  <c:v>0.07</c:v>
                </c:pt>
                <c:pt idx="140">
                  <c:v>0.064</c:v>
                </c:pt>
                <c:pt idx="141">
                  <c:v>0.069</c:v>
                </c:pt>
                <c:pt idx="142">
                  <c:v>0.056</c:v>
                </c:pt>
                <c:pt idx="143">
                  <c:v>0.067</c:v>
                </c:pt>
                <c:pt idx="144">
                  <c:v>0.07</c:v>
                </c:pt>
                <c:pt idx="145">
                  <c:v>0.046</c:v>
                </c:pt>
                <c:pt idx="146">
                  <c:v>0.021</c:v>
                </c:pt>
                <c:pt idx="147">
                  <c:v>0.021</c:v>
                </c:pt>
                <c:pt idx="148">
                  <c:v>0.021</c:v>
                </c:pt>
                <c:pt idx="149">
                  <c:v>0.026</c:v>
                </c:pt>
                <c:pt idx="150">
                  <c:v>0.021</c:v>
                </c:pt>
                <c:pt idx="151">
                  <c:v>0.04</c:v>
                </c:pt>
                <c:pt idx="152">
                  <c:v>0.08</c:v>
                </c:pt>
                <c:pt idx="153">
                  <c:v>0.127</c:v>
                </c:pt>
                <c:pt idx="154">
                  <c:v>0.125</c:v>
                </c:pt>
                <c:pt idx="155">
                  <c:v>0.109</c:v>
                </c:pt>
                <c:pt idx="156">
                  <c:v>0.106</c:v>
                </c:pt>
                <c:pt idx="157">
                  <c:v>0.119</c:v>
                </c:pt>
                <c:pt idx="158">
                  <c:v>0.139</c:v>
                </c:pt>
                <c:pt idx="159">
                  <c:v>0.147</c:v>
                </c:pt>
                <c:pt idx="160">
                  <c:v>0.158</c:v>
                </c:pt>
                <c:pt idx="161">
                  <c:v>0.156</c:v>
                </c:pt>
                <c:pt idx="162">
                  <c:v>0.175</c:v>
                </c:pt>
                <c:pt idx="163">
                  <c:v>0.19</c:v>
                </c:pt>
                <c:pt idx="164">
                  <c:v>0.175</c:v>
                </c:pt>
                <c:pt idx="165">
                  <c:v>0.175</c:v>
                </c:pt>
                <c:pt idx="166">
                  <c:v>0.154</c:v>
                </c:pt>
                <c:pt idx="167">
                  <c:v>0.153</c:v>
                </c:pt>
                <c:pt idx="168">
                  <c:v>0.133</c:v>
                </c:pt>
                <c:pt idx="169">
                  <c:v>0.166</c:v>
                </c:pt>
                <c:pt idx="170">
                  <c:v>0.157</c:v>
                </c:pt>
                <c:pt idx="171">
                  <c:v>0.166</c:v>
                </c:pt>
                <c:pt idx="172">
                  <c:v>0.114</c:v>
                </c:pt>
                <c:pt idx="173">
                  <c:v>0.131</c:v>
                </c:pt>
                <c:pt idx="174">
                  <c:v>0.143</c:v>
                </c:pt>
                <c:pt idx="175">
                  <c:v>0.148</c:v>
                </c:pt>
                <c:pt idx="176">
                  <c:v>0.161</c:v>
                </c:pt>
                <c:pt idx="177">
                  <c:v>0.163</c:v>
                </c:pt>
                <c:pt idx="178">
                  <c:v>0.175</c:v>
                </c:pt>
                <c:pt idx="179">
                  <c:v>0.19</c:v>
                </c:pt>
                <c:pt idx="180">
                  <c:v>0.239</c:v>
                </c:pt>
                <c:pt idx="181">
                  <c:v>0.224</c:v>
                </c:pt>
                <c:pt idx="182">
                  <c:v>0.228</c:v>
                </c:pt>
                <c:pt idx="183">
                  <c:v>0.218</c:v>
                </c:pt>
                <c:pt idx="184">
                  <c:v>0.188</c:v>
                </c:pt>
                <c:pt idx="185">
                  <c:v>0.203</c:v>
                </c:pt>
                <c:pt idx="186">
                  <c:v>0.175</c:v>
                </c:pt>
                <c:pt idx="187">
                  <c:v>0.147</c:v>
                </c:pt>
                <c:pt idx="188">
                  <c:v>0.187</c:v>
                </c:pt>
                <c:pt idx="189">
                  <c:v>0.201</c:v>
                </c:pt>
                <c:pt idx="190">
                  <c:v>0.229</c:v>
                </c:pt>
                <c:pt idx="191">
                  <c:v>0.228</c:v>
                </c:pt>
                <c:pt idx="192">
                  <c:v>0.225</c:v>
                </c:pt>
                <c:pt idx="193">
                  <c:v>0.202</c:v>
                </c:pt>
                <c:pt idx="194">
                  <c:v>0.199</c:v>
                </c:pt>
                <c:pt idx="195">
                  <c:v>0.199</c:v>
                </c:pt>
                <c:pt idx="196">
                  <c:v>0.211</c:v>
                </c:pt>
                <c:pt idx="197">
                  <c:v>0.204</c:v>
                </c:pt>
                <c:pt idx="198">
                  <c:v>0.185</c:v>
                </c:pt>
                <c:pt idx="199">
                  <c:v>0.187</c:v>
                </c:pt>
                <c:pt idx="200">
                  <c:v>0.197</c:v>
                </c:pt>
                <c:pt idx="201">
                  <c:v>0.18</c:v>
                </c:pt>
                <c:pt idx="202">
                  <c:v>0.197</c:v>
                </c:pt>
                <c:pt idx="203">
                  <c:v>0.196</c:v>
                </c:pt>
                <c:pt idx="204">
                  <c:v>0.198</c:v>
                </c:pt>
                <c:pt idx="205">
                  <c:v>0.176</c:v>
                </c:pt>
                <c:pt idx="206">
                  <c:v>0.181</c:v>
                </c:pt>
                <c:pt idx="207">
                  <c:v>0.149</c:v>
                </c:pt>
                <c:pt idx="208">
                  <c:v>0.133</c:v>
                </c:pt>
                <c:pt idx="209">
                  <c:v>0.105</c:v>
                </c:pt>
                <c:pt idx="210">
                  <c:v>0.079</c:v>
                </c:pt>
                <c:pt idx="211">
                  <c:v>0.05</c:v>
                </c:pt>
                <c:pt idx="212">
                  <c:v>-0.011</c:v>
                </c:pt>
                <c:pt idx="213">
                  <c:v>-0.107</c:v>
                </c:pt>
                <c:pt idx="214">
                  <c:v>-0.204</c:v>
                </c:pt>
                <c:pt idx="215">
                  <c:v>-0.319</c:v>
                </c:pt>
                <c:pt idx="216">
                  <c:v>-0.323</c:v>
                </c:pt>
                <c:pt idx="217">
                  <c:v>-0.315</c:v>
                </c:pt>
                <c:pt idx="218">
                  <c:v>-0.341</c:v>
                </c:pt>
                <c:pt idx="219">
                  <c:v>-0.275</c:v>
                </c:pt>
                <c:pt idx="220">
                  <c:v>-0.215</c:v>
                </c:pt>
                <c:pt idx="221">
                  <c:v>-0.17</c:v>
                </c:pt>
                <c:pt idx="222">
                  <c:v>-0.082</c:v>
                </c:pt>
                <c:pt idx="223">
                  <c:v>0.006</c:v>
                </c:pt>
                <c:pt idx="224">
                  <c:v>0.026</c:v>
                </c:pt>
                <c:pt idx="225">
                  <c:v>0.068</c:v>
                </c:pt>
                <c:pt idx="226">
                  <c:v>0.114</c:v>
                </c:pt>
                <c:pt idx="227">
                  <c:v>0.123</c:v>
                </c:pt>
                <c:pt idx="228">
                  <c:v>0.153</c:v>
                </c:pt>
                <c:pt idx="229">
                  <c:v>0.188</c:v>
                </c:pt>
                <c:pt idx="230">
                  <c:v>0.184</c:v>
                </c:pt>
                <c:pt idx="231">
                  <c:v>0.206</c:v>
                </c:pt>
                <c:pt idx="232">
                  <c:v>0.21</c:v>
                </c:pt>
                <c:pt idx="233">
                  <c:v>0.22</c:v>
                </c:pt>
                <c:pt idx="234">
                  <c:v>0.212</c:v>
                </c:pt>
                <c:pt idx="235">
                  <c:v>0.223</c:v>
                </c:pt>
                <c:pt idx="236">
                  <c:v>0.236</c:v>
                </c:pt>
                <c:pt idx="237">
                  <c:v>0.237</c:v>
                </c:pt>
                <c:pt idx="238">
                  <c:v>0.227</c:v>
                </c:pt>
                <c:pt idx="239">
                  <c:v>0.242</c:v>
                </c:pt>
                <c:pt idx="240">
                  <c:v>0.266</c:v>
                </c:pt>
                <c:pt idx="241">
                  <c:v>0.247</c:v>
                </c:pt>
                <c:pt idx="242">
                  <c:v>0.227</c:v>
                </c:pt>
                <c:pt idx="243">
                  <c:v>0.206</c:v>
                </c:pt>
                <c:pt idx="244">
                  <c:v>0.188</c:v>
                </c:pt>
                <c:pt idx="245">
                  <c:v>0.172</c:v>
                </c:pt>
                <c:pt idx="246">
                  <c:v>0.132</c:v>
                </c:pt>
                <c:pt idx="247">
                  <c:v>0.12</c:v>
                </c:pt>
                <c:pt idx="248">
                  <c:v>0.078</c:v>
                </c:pt>
                <c:pt idx="249">
                  <c:v>0.096</c:v>
                </c:pt>
                <c:pt idx="250">
                  <c:v>0.067</c:v>
                </c:pt>
                <c:pt idx="251">
                  <c:v>0.097</c:v>
                </c:pt>
                <c:pt idx="252">
                  <c:v>0.076</c:v>
                </c:pt>
                <c:pt idx="253">
                  <c:v>0.087</c:v>
                </c:pt>
                <c:pt idx="254">
                  <c:v>0.09</c:v>
                </c:pt>
                <c:pt idx="255">
                  <c:v>0.089</c:v>
                </c:pt>
                <c:pt idx="256">
                  <c:v>0.09</c:v>
                </c:pt>
                <c:pt idx="257">
                  <c:v>0.054</c:v>
                </c:pt>
                <c:pt idx="258">
                  <c:v>0.052</c:v>
                </c:pt>
                <c:pt idx="259">
                  <c:v>0.035</c:v>
                </c:pt>
                <c:pt idx="260">
                  <c:v>0.017</c:v>
                </c:pt>
                <c:pt idx="261">
                  <c:v>-0.014</c:v>
                </c:pt>
                <c:pt idx="262">
                  <c:v>0.053</c:v>
                </c:pt>
                <c:pt idx="263">
                  <c:v>0.061</c:v>
                </c:pt>
                <c:pt idx="264">
                  <c:v>0.069</c:v>
                </c:pt>
                <c:pt idx="265">
                  <c:v>0.112</c:v>
                </c:pt>
                <c:pt idx="266">
                  <c:v>0.085</c:v>
                </c:pt>
                <c:pt idx="267">
                  <c:v>0.096</c:v>
                </c:pt>
                <c:pt idx="268">
                  <c:v>0.072</c:v>
                </c:pt>
                <c:pt idx="269">
                  <c:v>0.096</c:v>
                </c:pt>
                <c:pt idx="270">
                  <c:v>0.118</c:v>
                </c:pt>
                <c:pt idx="271">
                  <c:v>0.136</c:v>
                </c:pt>
                <c:pt idx="272">
                  <c:v>0.162</c:v>
                </c:pt>
                <c:pt idx="273">
                  <c:v>0.151</c:v>
                </c:pt>
                <c:pt idx="274">
                  <c:v>0.188</c:v>
                </c:pt>
                <c:pt idx="275">
                  <c:v>0.156</c:v>
                </c:pt>
                <c:pt idx="276">
                  <c:v>0.166</c:v>
                </c:pt>
                <c:pt idx="277">
                  <c:v>0.151</c:v>
                </c:pt>
                <c:pt idx="278">
                  <c:v>0.124</c:v>
                </c:pt>
                <c:pt idx="279">
                  <c:v>0.118</c:v>
                </c:pt>
                <c:pt idx="280">
                  <c:v>0.115</c:v>
                </c:pt>
                <c:pt idx="281">
                  <c:v>0.108</c:v>
                </c:pt>
                <c:pt idx="282">
                  <c:v>0.09</c:v>
                </c:pt>
                <c:pt idx="283">
                  <c:v>0.085</c:v>
                </c:pt>
                <c:pt idx="284">
                  <c:v>0.062</c:v>
                </c:pt>
                <c:pt idx="285">
                  <c:v>0.072</c:v>
                </c:pt>
                <c:pt idx="286">
                  <c:v>0.061</c:v>
                </c:pt>
                <c:pt idx="287">
                  <c:v>0.072</c:v>
                </c:pt>
                <c:pt idx="288">
                  <c:v>0.085</c:v>
                </c:pt>
                <c:pt idx="289">
                  <c:v>0.102</c:v>
                </c:pt>
                <c:pt idx="290">
                  <c:v>0.117</c:v>
                </c:pt>
                <c:pt idx="291">
                  <c:v>0.114</c:v>
                </c:pt>
                <c:pt idx="292">
                  <c:v>0.109</c:v>
                </c:pt>
                <c:pt idx="293">
                  <c:v>0.11</c:v>
                </c:pt>
                <c:pt idx="294">
                  <c:v>0.1</c:v>
                </c:pt>
                <c:pt idx="295">
                  <c:v>0.113</c:v>
                </c:pt>
                <c:pt idx="296">
                  <c:v>0.098</c:v>
                </c:pt>
                <c:pt idx="297">
                  <c:v>0.078</c:v>
                </c:pt>
                <c:pt idx="298">
                  <c:v>0.076</c:v>
                </c:pt>
                <c:pt idx="299">
                  <c:v>0.097</c:v>
                </c:pt>
                <c:pt idx="300">
                  <c:v>0.066</c:v>
                </c:pt>
                <c:pt idx="301">
                  <c:v>0.053</c:v>
                </c:pt>
                <c:pt idx="302">
                  <c:v>0.063</c:v>
                </c:pt>
                <c:pt idx="303">
                  <c:v>0.062</c:v>
                </c:pt>
                <c:pt idx="304">
                  <c:v>0.072</c:v>
                </c:pt>
                <c:pt idx="305">
                  <c:v>0.092</c:v>
                </c:pt>
                <c:pt idx="306">
                  <c:v>0.09</c:v>
                </c:pt>
                <c:pt idx="307">
                  <c:v>0.091</c:v>
                </c:pt>
                <c:pt idx="308">
                  <c:v>0.105</c:v>
                </c:pt>
                <c:pt idx="309">
                  <c:v>0.132</c:v>
                </c:pt>
                <c:pt idx="310">
                  <c:v>0.07</c:v>
                </c:pt>
                <c:pt idx="311">
                  <c:v>0.098</c:v>
                </c:pt>
                <c:pt idx="312">
                  <c:v>0.124</c:v>
                </c:pt>
                <c:pt idx="313">
                  <c:v>0.143</c:v>
                </c:pt>
                <c:pt idx="314">
                  <c:v>0.177</c:v>
                </c:pt>
                <c:pt idx="315">
                  <c:v>0.183</c:v>
                </c:pt>
                <c:pt idx="316">
                  <c:v>0.21</c:v>
                </c:pt>
                <c:pt idx="317">
                  <c:v>0.202</c:v>
                </c:pt>
                <c:pt idx="318">
                  <c:v>0.241</c:v>
                </c:pt>
                <c:pt idx="319">
                  <c:v>0.195</c:v>
                </c:pt>
                <c:pt idx="320">
                  <c:v>0.197</c:v>
                </c:pt>
                <c:pt idx="321">
                  <c:v>0.213</c:v>
                </c:pt>
                <c:pt idx="322">
                  <c:v>0.209</c:v>
                </c:pt>
                <c:pt idx="323">
                  <c:v>0.202</c:v>
                </c:pt>
                <c:pt idx="324">
                  <c:v>0.192</c:v>
                </c:pt>
                <c:pt idx="325">
                  <c:v>0.182</c:v>
                </c:pt>
                <c:pt idx="326">
                  <c:v>0.187</c:v>
                </c:pt>
                <c:pt idx="327">
                  <c:v>0.182</c:v>
                </c:pt>
                <c:pt idx="328">
                  <c:v>0.16</c:v>
                </c:pt>
                <c:pt idx="329">
                  <c:v>0.131</c:v>
                </c:pt>
                <c:pt idx="330">
                  <c:v>0.142</c:v>
                </c:pt>
                <c:pt idx="331">
                  <c:v>0.132</c:v>
                </c:pt>
                <c:pt idx="332">
                  <c:v>0.128</c:v>
                </c:pt>
                <c:pt idx="333">
                  <c:v>0.108</c:v>
                </c:pt>
                <c:pt idx="334">
                  <c:v>0.11</c:v>
                </c:pt>
                <c:pt idx="335">
                  <c:v>0.079</c:v>
                </c:pt>
                <c:pt idx="336">
                  <c:v>0.047</c:v>
                </c:pt>
                <c:pt idx="337">
                  <c:v>0.068</c:v>
                </c:pt>
                <c:pt idx="338">
                  <c:v>0.046</c:v>
                </c:pt>
                <c:pt idx="339">
                  <c:v>0.042</c:v>
                </c:pt>
                <c:pt idx="340">
                  <c:v>0.052</c:v>
                </c:pt>
                <c:pt idx="341">
                  <c:v>-0.005</c:v>
                </c:pt>
                <c:pt idx="342">
                  <c:v>-0.027</c:v>
                </c:pt>
                <c:pt idx="343">
                  <c:v>-0.032</c:v>
                </c:pt>
                <c:pt idx="344">
                  <c:v>-0.072</c:v>
                </c:pt>
                <c:pt idx="345">
                  <c:v>-0.022</c:v>
                </c:pt>
                <c:pt idx="346">
                  <c:v>-0.005</c:v>
                </c:pt>
                <c:pt idx="347">
                  <c:v>0.012</c:v>
                </c:pt>
                <c:pt idx="348">
                  <c:v>-0.007</c:v>
                </c:pt>
                <c:pt idx="349">
                  <c:v>-0.018</c:v>
                </c:pt>
                <c:pt idx="350">
                  <c:v>-0.184</c:v>
                </c:pt>
                <c:pt idx="351">
                  <c:v>-0.485</c:v>
                </c:pt>
                <c:pt idx="352">
                  <c:v>-0.242</c:v>
                </c:pt>
                <c:pt idx="353">
                  <c:v>-0.039</c:v>
                </c:pt>
                <c:pt idx="354">
                  <c:v>0.075</c:v>
                </c:pt>
                <c:pt idx="355">
                  <c:v>0.058</c:v>
                </c:pt>
                <c:pt idx="356">
                  <c:v>0.087</c:v>
                </c:pt>
                <c:pt idx="357">
                  <c:v>0.083</c:v>
                </c:pt>
                <c:pt idx="358">
                  <c:v>0.008</c:v>
                </c:pt>
                <c:pt idx="359">
                  <c:v>0.045</c:v>
                </c:pt>
                <c:pt idx="360">
                  <c:v>0.058</c:v>
                </c:pt>
                <c:pt idx="361">
                  <c:v>0.106</c:v>
                </c:pt>
                <c:pt idx="362">
                  <c:v>0.221</c:v>
                </c:pt>
                <c:pt idx="363">
                  <c:v>0.235</c:v>
                </c:pt>
                <c:pt idx="364">
                  <c:v>0.221</c:v>
                </c:pt>
                <c:pt idx="365">
                  <c:v>0.224</c:v>
                </c:pt>
                <c:pt idx="366">
                  <c:v>0.236</c:v>
                </c:pt>
                <c:pt idx="367">
                  <c:v>0.179</c:v>
                </c:pt>
                <c:pt idx="368">
                  <c:v>0.23</c:v>
                </c:pt>
                <c:pt idx="369">
                  <c:v>0.159</c:v>
                </c:pt>
                <c:pt idx="370">
                  <c:v>0.162</c:v>
                </c:pt>
                <c:pt idx="371">
                  <c:v>0.132</c:v>
                </c:pt>
                <c:pt idx="372">
                  <c:v>0.148</c:v>
                </c:pt>
                <c:pt idx="373">
                  <c:v>0.143</c:v>
                </c:pt>
                <c:pt idx="374">
                  <c:v>-0.062</c:v>
                </c:pt>
                <c:pt idx="375">
                  <c:v>-0.002</c:v>
                </c:pt>
                <c:pt idx="376">
                  <c:v>0.027</c:v>
                </c:pt>
                <c:pt idx="377">
                  <c:v>0.042</c:v>
                </c:pt>
                <c:pt idx="378">
                  <c:v>0.005</c:v>
                </c:pt>
                <c:pt idx="379">
                  <c:v>-0.003</c:v>
                </c:pt>
                <c:pt idx="380">
                  <c:v>-0.022</c:v>
                </c:pt>
                <c:pt idx="381">
                  <c:v>-0.024</c:v>
                </c:pt>
                <c:pt idx="382">
                  <c:v>0.012</c:v>
                </c:pt>
                <c:pt idx="383">
                  <c:v>0.028</c:v>
                </c:pt>
                <c:pt idx="384">
                  <c:v>0.038</c:v>
                </c:pt>
                <c:pt idx="385">
                  <c:v>0.02</c:v>
                </c:pt>
                <c:pt idx="386">
                  <c:v>0.006</c:v>
                </c:pt>
                <c:pt idx="387">
                  <c:v>0.044</c:v>
                </c:pt>
                <c:pt idx="388">
                  <c:v>-0.008</c:v>
                </c:pt>
                <c:pt idx="389">
                  <c:v>-0.059</c:v>
                </c:pt>
                <c:pt idx="390">
                  <c:v>-0.056</c:v>
                </c:pt>
                <c:pt idx="391">
                  <c:v>-0.046</c:v>
                </c:pt>
                <c:pt idx="392">
                  <c:v>-0.082</c:v>
                </c:pt>
                <c:pt idx="393">
                  <c:v>-0.06</c:v>
                </c:pt>
                <c:pt idx="394">
                  <c:v>-0.039</c:v>
                </c:pt>
                <c:pt idx="395">
                  <c:v>-0.069</c:v>
                </c:pt>
                <c:pt idx="396">
                  <c:v>-0.081</c:v>
                </c:pt>
                <c:pt idx="397">
                  <c:v>-0.064</c:v>
                </c:pt>
                <c:pt idx="398">
                  <c:v>-0.011</c:v>
                </c:pt>
                <c:pt idx="399">
                  <c:v>-0.019</c:v>
                </c:pt>
                <c:pt idx="400">
                  <c:v>-0.003</c:v>
                </c:pt>
                <c:pt idx="401">
                  <c:v>-0.019</c:v>
                </c:pt>
                <c:pt idx="402">
                  <c:v>-0.025</c:v>
                </c:pt>
                <c:pt idx="403">
                  <c:v>-0.052</c:v>
                </c:pt>
                <c:pt idx="404">
                  <c:v>-0.063</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Export expectations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Sheet1!$B$2:$B$12</c:f>
              <c:numCache>
                <c:ptCount val="11"/>
                <c:pt idx="0">
                  <c:v>-0.008</c:v>
                </c:pt>
                <c:pt idx="1">
                  <c:v>-0.115</c:v>
                </c:pt>
                <c:pt idx="2">
                  <c:v>-0.057</c:v>
                </c:pt>
                <c:pt idx="3">
                  <c:v>0.134</c:v>
                </c:pt>
                <c:pt idx="4">
                  <c:v>0.079</c:v>
                </c:pt>
                <c:pt idx="5">
                  <c:v>-0.111</c:v>
                </c:pt>
                <c:pt idx="6">
                  <c:v>-0.07</c:v>
                </c:pt>
                <c:pt idx="7">
                  <c:v>0.254</c:v>
                </c:pt>
                <c:pt idx="8">
                  <c:v>0.069</c:v>
                </c:pt>
                <c:pt idx="9">
                  <c:v>-0.073</c:v>
                </c:pt>
                <c:pt idx="10">
                  <c:v>0.082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Growth rate of merchandise exports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Sheet1!$A$2:$A$82</c:f>
              <c:strCache>
                <c:ptCount val="81"/>
                <c:pt idx="0">
                  <c:v>Jan' 18</c:v>
                </c:pt>
                <c:pt idx="1">
                  <c:v>Feb '18</c:v>
                </c:pt>
                <c:pt idx="2">
                  <c:v>Mar '18</c:v>
                </c:pt>
                <c:pt idx="3">
                  <c:v>Apr '18</c:v>
                </c:pt>
                <c:pt idx="4">
                  <c:v>May '18</c:v>
                </c:pt>
                <c:pt idx="5">
                  <c:v>Jun '18</c:v>
                </c:pt>
                <c:pt idx="6">
                  <c:v>Jul '18</c:v>
                </c:pt>
                <c:pt idx="7">
                  <c:v>Aug '18</c:v>
                </c:pt>
                <c:pt idx="8">
                  <c:v>Sep '18</c:v>
                </c:pt>
                <c:pt idx="9">
                  <c:v>Oct '18</c:v>
                </c:pt>
                <c:pt idx="10">
                  <c:v>Nov '18</c:v>
                </c:pt>
                <c:pt idx="11">
                  <c:v>Dec '18</c:v>
                </c:pt>
                <c:pt idx="12">
                  <c:v>Jan' 19</c:v>
                </c:pt>
                <c:pt idx="13">
                  <c:v>Feb '19</c:v>
                </c:pt>
                <c:pt idx="14">
                  <c:v>Mar '19</c:v>
                </c:pt>
                <c:pt idx="15">
                  <c:v>Apr '19</c:v>
                </c:pt>
                <c:pt idx="16">
                  <c:v>May '19</c:v>
                </c:pt>
                <c:pt idx="17">
                  <c:v>Jun '19</c:v>
                </c:pt>
                <c:pt idx="18">
                  <c:v>Jul '19</c:v>
                </c:pt>
                <c:pt idx="19">
                  <c:v>Aug '19</c:v>
                </c:pt>
                <c:pt idx="20">
                  <c:v>Sep '19</c:v>
                </c:pt>
                <c:pt idx="21">
                  <c:v>Oct '19</c:v>
                </c:pt>
                <c:pt idx="22">
                  <c:v>Nov '19</c:v>
                </c:pt>
                <c:pt idx="23">
                  <c:v>Dec '19</c:v>
                </c:pt>
                <c:pt idx="24">
                  <c:v>Jan '20</c:v>
                </c:pt>
                <c:pt idx="25">
                  <c:v>Feb '20</c:v>
                </c:pt>
                <c:pt idx="26">
                  <c:v>Mar '20</c:v>
                </c:pt>
                <c:pt idx="27">
                  <c:v>Apr '20</c:v>
                </c:pt>
                <c:pt idx="28">
                  <c:v>May '20</c:v>
                </c:pt>
                <c:pt idx="29">
                  <c:v>Jun '20</c:v>
                </c:pt>
                <c:pt idx="30">
                  <c:v>Jul '20</c:v>
                </c:pt>
                <c:pt idx="31">
                  <c:v>Aug '20</c:v>
                </c:pt>
                <c:pt idx="32">
                  <c:v>Sep '20</c:v>
                </c:pt>
                <c:pt idx="33">
                  <c:v>Oct '20</c:v>
                </c:pt>
                <c:pt idx="34">
                  <c:v>Nov '20</c:v>
                </c:pt>
                <c:pt idx="35">
                  <c:v>Dec '20</c:v>
                </c:pt>
                <c:pt idx="36">
                  <c:v>Jan '21</c:v>
                </c:pt>
                <c:pt idx="37">
                  <c:v>Feb '21</c:v>
                </c:pt>
                <c:pt idx="38">
                  <c:v>Mar '21</c:v>
                </c:pt>
                <c:pt idx="39">
                  <c:v>Apr '21</c:v>
                </c:pt>
                <c:pt idx="40">
                  <c:v>May '21</c:v>
                </c:pt>
                <c:pt idx="41">
                  <c:v>Jun '21</c:v>
                </c:pt>
                <c:pt idx="42">
                  <c:v>Jul '21</c:v>
                </c:pt>
                <c:pt idx="43">
                  <c:v>Aug '21</c:v>
                </c:pt>
                <c:pt idx="44">
                  <c:v>Sep '21</c:v>
                </c:pt>
                <c:pt idx="45">
                  <c:v>Oct '21</c:v>
                </c:pt>
                <c:pt idx="46">
                  <c:v>Nov '21</c:v>
                </c:pt>
                <c:pt idx="47">
                  <c:v>Dec '21</c:v>
                </c:pt>
                <c:pt idx="48">
                  <c:v>Jan '22</c:v>
                </c:pt>
                <c:pt idx="49">
                  <c:v>Feb '22</c:v>
                </c:pt>
                <c:pt idx="50">
                  <c:v>Mar '22</c:v>
                </c:pt>
                <c:pt idx="51">
                  <c:v>Apr '22</c:v>
                </c:pt>
                <c:pt idx="52">
                  <c:v>May '22</c:v>
                </c:pt>
                <c:pt idx="53">
                  <c:v>Jun '22</c:v>
                </c:pt>
                <c:pt idx="54">
                  <c:v>Jul '22</c:v>
                </c:pt>
                <c:pt idx="55">
                  <c:v>Aug '22</c:v>
                </c:pt>
                <c:pt idx="56">
                  <c:v>Sep '22</c:v>
                </c:pt>
                <c:pt idx="57">
                  <c:v>Oct '22</c:v>
                </c:pt>
                <c:pt idx="58">
                  <c:v>Nov '22</c:v>
                </c:pt>
                <c:pt idx="59">
                  <c:v>Dec '22</c:v>
                </c:pt>
                <c:pt idx="60">
                  <c:v>Jan '23</c:v>
                </c:pt>
                <c:pt idx="61">
                  <c:v>Feb '23</c:v>
                </c:pt>
                <c:pt idx="62">
                  <c:v>Mar' 23</c:v>
                </c:pt>
                <c:pt idx="63">
                  <c:v>Apr '23</c:v>
                </c:pt>
                <c:pt idx="64">
                  <c:v>May '23</c:v>
                </c:pt>
                <c:pt idx="65">
                  <c:v>Jun '23</c:v>
                </c:pt>
                <c:pt idx="66">
                  <c:v>Jul '23</c:v>
                </c:pt>
                <c:pt idx="67">
                  <c:v>Aug '23</c:v>
                </c:pt>
                <c:pt idx="68">
                  <c:v>Sep '23</c:v>
                </c:pt>
                <c:pt idx="69">
                  <c:v>Oct '23</c:v>
                </c:pt>
                <c:pt idx="70">
                  <c:v>Nov '23</c:v>
                </c:pt>
                <c:pt idx="71">
                  <c:v>Dec '23</c:v>
                </c:pt>
                <c:pt idx="72">
                  <c:v>Jan '24</c:v>
                </c:pt>
                <c:pt idx="73">
                  <c:v>Feb '24</c:v>
                </c:pt>
                <c:pt idx="74">
                  <c:v>Mar '24</c:v>
                </c:pt>
                <c:pt idx="75">
                  <c:v>Apr '24</c:v>
                </c:pt>
                <c:pt idx="76">
                  <c:v>May '24</c:v>
                </c:pt>
                <c:pt idx="77">
                  <c:v>Jun '24</c:v>
                </c:pt>
                <c:pt idx="78">
                  <c:v>Jul '24</c:v>
                </c:pt>
                <c:pt idx="79">
                  <c:v>Aug '24</c:v>
                </c:pt>
                <c:pt idx="80">
                  <c:v>Sep '24</c:v>
                </c:pt>
              </c:strCache>
            </c:strRef>
          </c:cat>
          <c:val>
            <c:numRef>
              <c:f>Sheet1!$B$2:$B$82</c:f>
              <c:numCache>
                <c:ptCount val="81"/>
                <c:pt idx="0">
                  <c:v>1152</c:v>
                </c:pt>
                <c:pt idx="1">
                  <c:v>1192</c:v>
                </c:pt>
                <c:pt idx="2">
                  <c:v>1055</c:v>
                </c:pt>
                <c:pt idx="3">
                  <c:v>1341</c:v>
                </c:pt>
                <c:pt idx="4">
                  <c:v>1090</c:v>
                </c:pt>
                <c:pt idx="5">
                  <c:v>1385</c:v>
                </c:pt>
                <c:pt idx="6">
                  <c:v>1747</c:v>
                </c:pt>
                <c:pt idx="7">
                  <c:v>1579</c:v>
                </c:pt>
                <c:pt idx="8">
                  <c:v>1540</c:v>
                </c:pt>
                <c:pt idx="9">
                  <c:v>1490</c:v>
                </c:pt>
                <c:pt idx="10">
                  <c:v>1231</c:v>
                </c:pt>
                <c:pt idx="11">
                  <c:v>1271</c:v>
                </c:pt>
                <c:pt idx="12">
                  <c:v>668</c:v>
                </c:pt>
                <c:pt idx="13">
                  <c:v>658</c:v>
                </c:pt>
                <c:pt idx="14">
                  <c:v>689</c:v>
                </c:pt>
                <c:pt idx="15">
                  <c:v>1011</c:v>
                </c:pt>
                <c:pt idx="16">
                  <c:v>1096</c:v>
                </c:pt>
                <c:pt idx="17">
                  <c:v>1354</c:v>
                </c:pt>
                <c:pt idx="18">
                  <c:v>1868</c:v>
                </c:pt>
                <c:pt idx="19">
                  <c:v>2378</c:v>
                </c:pt>
                <c:pt idx="20">
                  <c:v>1823</c:v>
                </c:pt>
                <c:pt idx="21">
                  <c:v>1731</c:v>
                </c:pt>
                <c:pt idx="22">
                  <c:v>1528</c:v>
                </c:pt>
                <c:pt idx="23">
                  <c:v>1090</c:v>
                </c:pt>
                <c:pt idx="24">
                  <c:v>487</c:v>
                </c:pt>
                <c:pt idx="25">
                  <c:v>535</c:v>
                </c:pt>
                <c:pt idx="26">
                  <c:v>626</c:v>
                </c:pt>
                <c:pt idx="27">
                  <c:v>635</c:v>
                </c:pt>
                <c:pt idx="28">
                  <c:v>504</c:v>
                </c:pt>
                <c:pt idx="29">
                  <c:v>1799</c:v>
                </c:pt>
                <c:pt idx="30">
                  <c:v>1350</c:v>
                </c:pt>
                <c:pt idx="31">
                  <c:v>1488</c:v>
                </c:pt>
                <c:pt idx="32">
                  <c:v>1725</c:v>
                </c:pt>
                <c:pt idx="33">
                  <c:v>1297</c:v>
                </c:pt>
                <c:pt idx="34">
                  <c:v>1227</c:v>
                </c:pt>
                <c:pt idx="35">
                  <c:v>1366</c:v>
                </c:pt>
                <c:pt idx="36">
                  <c:v>1452</c:v>
                </c:pt>
                <c:pt idx="37">
                  <c:v>1675</c:v>
                </c:pt>
                <c:pt idx="38">
                  <c:v>2046</c:v>
                </c:pt>
                <c:pt idx="39">
                  <c:v>3053</c:v>
                </c:pt>
                <c:pt idx="40">
                  <c:v>2596</c:v>
                </c:pt>
                <c:pt idx="41">
                  <c:v>3383</c:v>
                </c:pt>
                <c:pt idx="42">
                  <c:v>3292</c:v>
                </c:pt>
                <c:pt idx="43">
                  <c:v>4132</c:v>
                </c:pt>
                <c:pt idx="44">
                  <c:v>5167</c:v>
                </c:pt>
                <c:pt idx="45">
                  <c:v>3519</c:v>
                </c:pt>
                <c:pt idx="46">
                  <c:v>3018</c:v>
                </c:pt>
                <c:pt idx="47">
                  <c:v>2217</c:v>
                </c:pt>
                <c:pt idx="48">
                  <c:v>1418</c:v>
                </c:pt>
                <c:pt idx="49">
                  <c:v>2040</c:v>
                </c:pt>
                <c:pt idx="50">
                  <c:v>2358</c:v>
                </c:pt>
                <c:pt idx="51">
                  <c:v>2404</c:v>
                </c:pt>
                <c:pt idx="52">
                  <c:v>2566</c:v>
                </c:pt>
                <c:pt idx="53">
                  <c:v>2240</c:v>
                </c:pt>
                <c:pt idx="54">
                  <c:v>1895</c:v>
                </c:pt>
                <c:pt idx="55">
                  <c:v>997</c:v>
                </c:pt>
                <c:pt idx="56">
                  <c:v>1184</c:v>
                </c:pt>
                <c:pt idx="57">
                  <c:v>1427</c:v>
                </c:pt>
                <c:pt idx="58">
                  <c:v>1351</c:v>
                </c:pt>
                <c:pt idx="59">
                  <c:v>1385</c:v>
                </c:pt>
                <c:pt idx="60">
                  <c:v>685</c:v>
                </c:pt>
                <c:pt idx="61">
                  <c:v>1050</c:v>
                </c:pt>
                <c:pt idx="62">
                  <c:v>1395</c:v>
                </c:pt>
                <c:pt idx="63">
                  <c:v>1576</c:v>
                </c:pt>
                <c:pt idx="64">
                  <c:v>1025</c:v>
                </c:pt>
                <c:pt idx="65">
                  <c:v>1092</c:v>
                </c:pt>
                <c:pt idx="66">
                  <c:v>1143</c:v>
                </c:pt>
                <c:pt idx="67">
                  <c:v>1081</c:v>
                </c:pt>
                <c:pt idx="68">
                  <c:v>1710</c:v>
                </c:pt>
                <c:pt idx="69">
                  <c:v>1422</c:v>
                </c:pt>
                <c:pt idx="70">
                  <c:v>3097</c:v>
                </c:pt>
                <c:pt idx="71">
                  <c:v>2092</c:v>
                </c:pt>
                <c:pt idx="72">
                  <c:v>1401</c:v>
                </c:pt>
                <c:pt idx="73">
                  <c:v>2101</c:v>
                </c:pt>
                <c:pt idx="74">
                  <c:v>1789</c:v>
                </c:pt>
                <c:pt idx="75">
                  <c:v>1688</c:v>
                </c:pt>
                <c:pt idx="76">
                  <c:v>1815</c:v>
                </c:pt>
                <c:pt idx="77">
                  <c:v>2104</c:v>
                </c:pt>
                <c:pt idx="78">
                  <c:v>1705</c:v>
                </c:pt>
                <c:pt idx="79">
                  <c:v>1858</c:v>
                </c:pt>
                <c:pt idx="80">
                  <c:v>2065</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Baltic dry index</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Sheet1!$A$2:$A$112</c:f>
              <c:strCache>
                <c:ptCount val="111"/>
                <c:pt idx="0">
                  <c:v>Jan '16</c:v>
                </c:pt>
                <c:pt idx="1">
                  <c:v>Feb '16</c:v>
                </c:pt>
                <c:pt idx="2">
                  <c:v>Mar '16</c:v>
                </c:pt>
                <c:pt idx="3">
                  <c:v>Apr '16</c:v>
                </c:pt>
                <c:pt idx="4">
                  <c:v>May '16</c:v>
                </c:pt>
                <c:pt idx="5">
                  <c:v>Jun '16</c:v>
                </c:pt>
                <c:pt idx="6">
                  <c:v>Jul '16</c:v>
                </c:pt>
                <c:pt idx="7">
                  <c:v>Aug '16</c:v>
                </c:pt>
                <c:pt idx="8">
                  <c:v>Sep '16</c:v>
                </c:pt>
                <c:pt idx="9">
                  <c:v>Oct '16</c:v>
                </c:pt>
                <c:pt idx="10">
                  <c:v>Nov '16</c:v>
                </c:pt>
                <c:pt idx="11">
                  <c:v>Dec '16</c:v>
                </c:pt>
                <c:pt idx="12">
                  <c:v>Jan '17</c:v>
                </c:pt>
                <c:pt idx="13">
                  <c:v>Feb '17</c:v>
                </c:pt>
                <c:pt idx="14">
                  <c:v>Mar '17</c:v>
                </c:pt>
                <c:pt idx="15">
                  <c:v>Apr '17</c:v>
                </c:pt>
                <c:pt idx="16">
                  <c:v>May '17</c:v>
                </c:pt>
                <c:pt idx="17">
                  <c:v>Jun '17</c:v>
                </c:pt>
                <c:pt idx="18">
                  <c:v>Jul '17</c:v>
                </c:pt>
                <c:pt idx="19">
                  <c:v>Aug '17</c:v>
                </c:pt>
                <c:pt idx="20">
                  <c:v>Sep '17</c:v>
                </c:pt>
                <c:pt idx="21">
                  <c:v>Oct '17</c:v>
                </c:pt>
                <c:pt idx="22">
                  <c:v>Nov '17</c:v>
                </c:pt>
                <c:pt idx="23">
                  <c:v>Dec '17</c:v>
                </c:pt>
                <c:pt idx="24">
                  <c:v>Jan '18</c:v>
                </c:pt>
                <c:pt idx="25">
                  <c:v>Feb '18</c:v>
                </c:pt>
                <c:pt idx="26">
                  <c:v>Mar '18</c:v>
                </c:pt>
                <c:pt idx="27">
                  <c:v>Apr '18</c:v>
                </c:pt>
                <c:pt idx="28">
                  <c:v>May '18</c:v>
                </c:pt>
                <c:pt idx="29">
                  <c:v>Jun '18</c:v>
                </c:pt>
                <c:pt idx="30">
                  <c:v>Jul '18</c:v>
                </c:pt>
                <c:pt idx="31">
                  <c:v>Aug '18</c:v>
                </c:pt>
                <c:pt idx="32">
                  <c:v>Sep '18</c:v>
                </c:pt>
                <c:pt idx="33">
                  <c:v>Oct '18</c:v>
                </c:pt>
                <c:pt idx="34">
                  <c:v>Nov '18</c:v>
                </c:pt>
                <c:pt idx="35">
                  <c:v>Dec '18</c:v>
                </c:pt>
                <c:pt idx="36">
                  <c:v>Jan '19</c:v>
                </c:pt>
                <c:pt idx="37">
                  <c:v>Feb '19</c:v>
                </c:pt>
                <c:pt idx="38">
                  <c:v>Mar '19</c:v>
                </c:pt>
                <c:pt idx="39">
                  <c:v>Apr '19</c:v>
                </c:pt>
                <c:pt idx="40">
                  <c:v>May '19</c:v>
                </c:pt>
                <c:pt idx="41">
                  <c:v>Jun '19</c:v>
                </c:pt>
                <c:pt idx="42">
                  <c:v>Jul '19</c:v>
                </c:pt>
                <c:pt idx="43">
                  <c:v>Aug '19</c:v>
                </c:pt>
                <c:pt idx="44">
                  <c:v>Sep '19</c:v>
                </c:pt>
                <c:pt idx="45">
                  <c:v>Oct '19</c:v>
                </c:pt>
                <c:pt idx="46">
                  <c:v>Nov '19</c:v>
                </c:pt>
                <c:pt idx="47">
                  <c:v>Dec '19</c:v>
                </c:pt>
                <c:pt idx="48">
                  <c:v>Jan '20</c:v>
                </c:pt>
                <c:pt idx="49">
                  <c:v>Feb '20</c:v>
                </c:pt>
                <c:pt idx="50">
                  <c:v>Mar '20</c:v>
                </c:pt>
                <c:pt idx="51">
                  <c:v>Apr '20</c:v>
                </c:pt>
                <c:pt idx="52">
                  <c:v>May '20</c:v>
                </c:pt>
                <c:pt idx="53">
                  <c:v>Jun '20</c:v>
                </c:pt>
                <c:pt idx="54">
                  <c:v>Jul '20</c:v>
                </c:pt>
                <c:pt idx="55">
                  <c:v>Aug '20</c:v>
                </c:pt>
                <c:pt idx="56">
                  <c:v>Sep '20</c:v>
                </c:pt>
                <c:pt idx="57">
                  <c:v>Oct '20</c:v>
                </c:pt>
                <c:pt idx="58">
                  <c:v>Nov '20</c:v>
                </c:pt>
                <c:pt idx="59">
                  <c:v>Dec '20</c:v>
                </c:pt>
                <c:pt idx="60">
                  <c:v>Jan '21</c:v>
                </c:pt>
                <c:pt idx="61">
                  <c:v>Feb '21</c:v>
                </c:pt>
                <c:pt idx="62">
                  <c:v>Mar '21</c:v>
                </c:pt>
                <c:pt idx="63">
                  <c:v>Apr '21</c:v>
                </c:pt>
                <c:pt idx="64">
                  <c:v>May '21</c:v>
                </c:pt>
                <c:pt idx="65">
                  <c:v>Jun '21</c:v>
                </c:pt>
                <c:pt idx="66">
                  <c:v>Jul '21</c:v>
                </c:pt>
                <c:pt idx="67">
                  <c:v>Aug '21</c:v>
                </c:pt>
                <c:pt idx="68">
                  <c:v>Sep '21</c:v>
                </c:pt>
                <c:pt idx="69">
                  <c:v>Oct '21</c:v>
                </c:pt>
                <c:pt idx="70">
                  <c:v>Nov '21</c:v>
                </c:pt>
                <c:pt idx="71">
                  <c:v>Dec '21</c:v>
                </c:pt>
                <c:pt idx="72">
                  <c:v>Jan '22</c:v>
                </c:pt>
                <c:pt idx="73">
                  <c:v>Feb '22</c:v>
                </c:pt>
                <c:pt idx="74">
                  <c:v>Mar '22</c:v>
                </c:pt>
                <c:pt idx="75">
                  <c:v>Apr '22</c:v>
                </c:pt>
                <c:pt idx="76">
                  <c:v>May '22</c:v>
                </c:pt>
                <c:pt idx="77">
                  <c:v>Jun '22</c:v>
                </c:pt>
                <c:pt idx="78">
                  <c:v>Jul '22</c:v>
                </c:pt>
                <c:pt idx="79">
                  <c:v>Aug '22</c:v>
                </c:pt>
                <c:pt idx="80">
                  <c:v>Sep '22</c:v>
                </c:pt>
                <c:pt idx="81">
                  <c:v>Oct '22</c:v>
                </c:pt>
                <c:pt idx="82">
                  <c:v>Nov '22</c:v>
                </c:pt>
                <c:pt idx="83">
                  <c:v>Dec '22</c:v>
                </c:pt>
                <c:pt idx="84">
                  <c:v>Jan '23</c:v>
                </c:pt>
                <c:pt idx="85">
                  <c:v>Feb '23</c:v>
                </c:pt>
                <c:pt idx="86">
                  <c:v>Mar '23</c:v>
                </c:pt>
                <c:pt idx="87">
                  <c:v>Apr '23</c:v>
                </c:pt>
                <c:pt idx="88">
                  <c:v>May '23</c:v>
                </c:pt>
                <c:pt idx="89">
                  <c:v>Jun '23</c:v>
                </c:pt>
                <c:pt idx="90">
                  <c:v>Jul '23</c:v>
                </c:pt>
                <c:pt idx="91">
                  <c:v>Aug '23</c:v>
                </c:pt>
                <c:pt idx="92">
                  <c:v>Sep '23</c:v>
                </c:pt>
                <c:pt idx="93">
                  <c:v>Oct '23</c:v>
                </c:pt>
                <c:pt idx="94">
                  <c:v>Nov '23</c:v>
                </c:pt>
                <c:pt idx="95">
                  <c:v>Dec '23</c:v>
                </c:pt>
                <c:pt idx="96">
                  <c:v>Jan '24</c:v>
                </c:pt>
                <c:pt idx="97">
                  <c:v>Feb '24</c:v>
                </c:pt>
                <c:pt idx="98">
                  <c:v>Mar '24</c:v>
                </c:pt>
                <c:pt idx="99">
                  <c:v>Apr '24</c:v>
                </c:pt>
                <c:pt idx="100">
                  <c:v>May '24</c:v>
                </c:pt>
                <c:pt idx="101">
                  <c:v>Jun '24</c:v>
                </c:pt>
                <c:pt idx="102">
                  <c:v>Jul '24</c:v>
                </c:pt>
                <c:pt idx="103">
                  <c:v>Aug '24</c:v>
                </c:pt>
                <c:pt idx="104">
                  <c:v>Sep '24</c:v>
                </c:pt>
                <c:pt idx="105">
                  <c:v>Oct '24</c:v>
                </c:pt>
                <c:pt idx="106">
                  <c:v>Nov '24</c:v>
                </c:pt>
                <c:pt idx="107">
                  <c:v>Dec '24</c:v>
                </c:pt>
                <c:pt idx="108">
                  <c:v>Jan '25</c:v>
                </c:pt>
                <c:pt idx="109">
                  <c:v>Feb '25</c:v>
                </c:pt>
                <c:pt idx="110">
                  <c:v>Mar '25</c:v>
                </c:pt>
              </c:strCache>
            </c:strRef>
          </c:cat>
          <c:val>
            <c:numRef>
              <c:f>Sheet1!$B$2:$B$112</c:f>
              <c:numCache>
                <c:ptCount val="111"/>
                <c:pt idx="0">
                  <c:v>99.4</c:v>
                </c:pt>
                <c:pt idx="1">
                  <c:v>101.4</c:v>
                </c:pt>
                <c:pt idx="2">
                  <c:v>99</c:v>
                </c:pt>
                <c:pt idx="3">
                  <c:v>100.9</c:v>
                </c:pt>
                <c:pt idx="4">
                  <c:v>100.5</c:v>
                </c:pt>
                <c:pt idx="5">
                  <c:v>101.5</c:v>
                </c:pt>
                <c:pt idx="6">
                  <c:v>101.4</c:v>
                </c:pt>
                <c:pt idx="7">
                  <c:v>101.3</c:v>
                </c:pt>
                <c:pt idx="8">
                  <c:v>102</c:v>
                </c:pt>
                <c:pt idx="9">
                  <c:v>102.1</c:v>
                </c:pt>
                <c:pt idx="10">
                  <c:v>104.5</c:v>
                </c:pt>
                <c:pt idx="11">
                  <c:v>105.2</c:v>
                </c:pt>
                <c:pt idx="12">
                  <c:v>105.5</c:v>
                </c:pt>
                <c:pt idx="13">
                  <c:v>106.5</c:v>
                </c:pt>
                <c:pt idx="14">
                  <c:v>107.4</c:v>
                </c:pt>
                <c:pt idx="15">
                  <c:v>107.6</c:v>
                </c:pt>
                <c:pt idx="16">
                  <c:v>107.7</c:v>
                </c:pt>
                <c:pt idx="17">
                  <c:v>108.7</c:v>
                </c:pt>
                <c:pt idx="18">
                  <c:v>108.2</c:v>
                </c:pt>
                <c:pt idx="19">
                  <c:v>109.7</c:v>
                </c:pt>
                <c:pt idx="20">
                  <c:v>111.2</c:v>
                </c:pt>
                <c:pt idx="21">
                  <c:v>109.9</c:v>
                </c:pt>
                <c:pt idx="22">
                  <c:v>111.2</c:v>
                </c:pt>
                <c:pt idx="23">
                  <c:v>112</c:v>
                </c:pt>
                <c:pt idx="24">
                  <c:v>111.8</c:v>
                </c:pt>
                <c:pt idx="25">
                  <c:v>115.8</c:v>
                </c:pt>
                <c:pt idx="26">
                  <c:v>109.3</c:v>
                </c:pt>
                <c:pt idx="27">
                  <c:v>111.4</c:v>
                </c:pt>
                <c:pt idx="28">
                  <c:v>114.2</c:v>
                </c:pt>
                <c:pt idx="29">
                  <c:v>112.5</c:v>
                </c:pt>
                <c:pt idx="30">
                  <c:v>113.6</c:v>
                </c:pt>
                <c:pt idx="31">
                  <c:v>114.1</c:v>
                </c:pt>
                <c:pt idx="32">
                  <c:v>113.5</c:v>
                </c:pt>
                <c:pt idx="33">
                  <c:v>115.8</c:v>
                </c:pt>
                <c:pt idx="34">
                  <c:v>115.3</c:v>
                </c:pt>
                <c:pt idx="35">
                  <c:v>116.8</c:v>
                </c:pt>
                <c:pt idx="36">
                  <c:v>116.7</c:v>
                </c:pt>
                <c:pt idx="37">
                  <c:v>115.6</c:v>
                </c:pt>
                <c:pt idx="38">
                  <c:v>114.4</c:v>
                </c:pt>
                <c:pt idx="39">
                  <c:v>115.8</c:v>
                </c:pt>
                <c:pt idx="40">
                  <c:v>115.4</c:v>
                </c:pt>
                <c:pt idx="41">
                  <c:v>115.2</c:v>
                </c:pt>
                <c:pt idx="42">
                  <c:v>117.2</c:v>
                </c:pt>
                <c:pt idx="43">
                  <c:v>116.2</c:v>
                </c:pt>
                <c:pt idx="44">
                  <c:v>117.1</c:v>
                </c:pt>
                <c:pt idx="45">
                  <c:v>116.5</c:v>
                </c:pt>
                <c:pt idx="46">
                  <c:v>115.4</c:v>
                </c:pt>
                <c:pt idx="47">
                  <c:v>114.7</c:v>
                </c:pt>
                <c:pt idx="48">
                  <c:v>116.3</c:v>
                </c:pt>
                <c:pt idx="49">
                  <c:v>108</c:v>
                </c:pt>
                <c:pt idx="50">
                  <c:v>109.2</c:v>
                </c:pt>
                <c:pt idx="51">
                  <c:v>107.4</c:v>
                </c:pt>
                <c:pt idx="52">
                  <c:v>105.5</c:v>
                </c:pt>
                <c:pt idx="53">
                  <c:v>108.7</c:v>
                </c:pt>
                <c:pt idx="54">
                  <c:v>115.6</c:v>
                </c:pt>
                <c:pt idx="55">
                  <c:v>116</c:v>
                </c:pt>
                <c:pt idx="56">
                  <c:v>121.3</c:v>
                </c:pt>
                <c:pt idx="57">
                  <c:v>124.5</c:v>
                </c:pt>
                <c:pt idx="58">
                  <c:v>123.8</c:v>
                </c:pt>
                <c:pt idx="59">
                  <c:v>122</c:v>
                </c:pt>
                <c:pt idx="60">
                  <c:v>124.7</c:v>
                </c:pt>
                <c:pt idx="61">
                  <c:v>123.1</c:v>
                </c:pt>
                <c:pt idx="62">
                  <c:v>125</c:v>
                </c:pt>
                <c:pt idx="63">
                  <c:v>124.1</c:v>
                </c:pt>
                <c:pt idx="64">
                  <c:v>123.5</c:v>
                </c:pt>
                <c:pt idx="65">
                  <c:v>121.9</c:v>
                </c:pt>
                <c:pt idx="66">
                  <c:v>120.8</c:v>
                </c:pt>
                <c:pt idx="67">
                  <c:v>122.8</c:v>
                </c:pt>
                <c:pt idx="68">
                  <c:v>123.3</c:v>
                </c:pt>
                <c:pt idx="69">
                  <c:v>124</c:v>
                </c:pt>
                <c:pt idx="70">
                  <c:v>124</c:v>
                </c:pt>
                <c:pt idx="71">
                  <c:v>123.6</c:v>
                </c:pt>
                <c:pt idx="72">
                  <c:v>125.9</c:v>
                </c:pt>
                <c:pt idx="73">
                  <c:v>126.1</c:v>
                </c:pt>
                <c:pt idx="74">
                  <c:v>125.1</c:v>
                </c:pt>
                <c:pt idx="75">
                  <c:v>122.6</c:v>
                </c:pt>
                <c:pt idx="76">
                  <c:v>125.1</c:v>
                </c:pt>
                <c:pt idx="77">
                  <c:v>126.2</c:v>
                </c:pt>
                <c:pt idx="78">
                  <c:v>125.8</c:v>
                </c:pt>
                <c:pt idx="79">
                  <c:v>124.2</c:v>
                </c:pt>
                <c:pt idx="80">
                  <c:v>123.1</c:v>
                </c:pt>
                <c:pt idx="81">
                  <c:v>121.9</c:v>
                </c:pt>
                <c:pt idx="82">
                  <c:v>122</c:v>
                </c:pt>
                <c:pt idx="83">
                  <c:v>122.2</c:v>
                </c:pt>
                <c:pt idx="84">
                  <c:v>120.3</c:v>
                </c:pt>
                <c:pt idx="85">
                  <c:v>119.6</c:v>
                </c:pt>
                <c:pt idx="86">
                  <c:v>122</c:v>
                </c:pt>
                <c:pt idx="87">
                  <c:v>122.4</c:v>
                </c:pt>
                <c:pt idx="88">
                  <c:v>123.4</c:v>
                </c:pt>
                <c:pt idx="89">
                  <c:v>124.6</c:v>
                </c:pt>
                <c:pt idx="90">
                  <c:v>123.8</c:v>
                </c:pt>
                <c:pt idx="91">
                  <c:v>124.4</c:v>
                </c:pt>
                <c:pt idx="92">
                  <c:v>126.3</c:v>
                </c:pt>
                <c:pt idx="93">
                  <c:v>124.9</c:v>
                </c:pt>
                <c:pt idx="94">
                  <c:v>126.7</c:v>
                </c:pt>
                <c:pt idx="95">
                  <c:v>129.8</c:v>
                </c:pt>
                <c:pt idx="96">
                  <c:v>128.5</c:v>
                </c:pt>
                <c:pt idx="97">
                  <c:v>127.9</c:v>
                </c:pt>
                <c:pt idx="98">
                  <c:v>126.4</c:v>
                </c:pt>
                <c:pt idx="99">
                  <c:v>130.6</c:v>
                </c:pt>
                <c:pt idx="100">
                  <c:v>129.8</c:v>
                </c:pt>
                <c:pt idx="101">
                  <c:v>129.7</c:v>
                </c:pt>
                <c:pt idx="102">
                  <c:v>131.4</c:v>
                </c:pt>
                <c:pt idx="103">
                  <c:v>134.4</c:v>
                </c:pt>
                <c:pt idx="104">
                  <c:v>132.1</c:v>
                </c:pt>
                <c:pt idx="105">
                  <c:v>133</c:v>
                </c:pt>
                <c:pt idx="106">
                  <c:v>132.8</c:v>
                </c:pt>
                <c:pt idx="107">
                  <c:v>128</c:v>
                </c:pt>
                <c:pt idx="108">
                  <c:v>133.7</c:v>
                </c:pt>
                <c:pt idx="109">
                  <c:v>137.6</c:v>
                </c:pt>
                <c:pt idx="110">
                  <c:v>135.3</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95"/>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Index value (2015 = 100)</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United States</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Sheet1!$A$2:$A$210</c:f>
              <c:strCache>
                <c:ptCount val="209"/>
                <c:pt idx="0">
                  <c:v>Jan '08</c:v>
                </c:pt>
                <c:pt idx="1">
                  <c:v>Feb '08</c:v>
                </c:pt>
                <c:pt idx="2">
                  <c:v>Mar '08</c:v>
                </c:pt>
                <c:pt idx="3">
                  <c:v>Apr '08</c:v>
                </c:pt>
                <c:pt idx="4">
                  <c:v>May '08</c:v>
                </c:pt>
                <c:pt idx="5">
                  <c:v>Jun '08</c:v>
                </c:pt>
                <c:pt idx="6">
                  <c:v>Jul '08</c:v>
                </c:pt>
                <c:pt idx="7">
                  <c:v>Aug '08</c:v>
                </c:pt>
                <c:pt idx="8">
                  <c:v>Sep '08</c:v>
                </c:pt>
                <c:pt idx="9">
                  <c:v>Oct '08</c:v>
                </c:pt>
                <c:pt idx="10">
                  <c:v>Nov '08</c:v>
                </c:pt>
                <c:pt idx="11">
                  <c:v>Dec '08</c:v>
                </c:pt>
                <c:pt idx="12">
                  <c:v>Jan '09</c:v>
                </c:pt>
                <c:pt idx="13">
                  <c:v>Feb '09</c:v>
                </c:pt>
                <c:pt idx="14">
                  <c:v>Mar '09</c:v>
                </c:pt>
                <c:pt idx="15">
                  <c:v>Apr '09</c:v>
                </c:pt>
                <c:pt idx="16">
                  <c:v>May '09</c:v>
                </c:pt>
                <c:pt idx="17">
                  <c:v>Jun '09</c:v>
                </c:pt>
                <c:pt idx="18">
                  <c:v>Jul '09</c:v>
                </c:pt>
                <c:pt idx="19">
                  <c:v>Aug '09</c:v>
                </c:pt>
                <c:pt idx="20">
                  <c:v>Sep '09</c:v>
                </c:pt>
                <c:pt idx="21">
                  <c:v>Oct '09</c:v>
                </c:pt>
                <c:pt idx="22">
                  <c:v>Nov '09</c:v>
                </c:pt>
                <c:pt idx="23">
                  <c:v>Dec '09</c:v>
                </c:pt>
                <c:pt idx="24">
                  <c:v>Jan '10</c:v>
                </c:pt>
                <c:pt idx="25">
                  <c:v>Feb '10</c:v>
                </c:pt>
                <c:pt idx="26">
                  <c:v>Mar '10</c:v>
                </c:pt>
                <c:pt idx="27">
                  <c:v>Apr '10</c:v>
                </c:pt>
                <c:pt idx="28">
                  <c:v>May '10</c:v>
                </c:pt>
                <c:pt idx="29">
                  <c:v>Jun '10</c:v>
                </c:pt>
                <c:pt idx="30">
                  <c:v>Jul '10</c:v>
                </c:pt>
                <c:pt idx="31">
                  <c:v>Aug '10</c:v>
                </c:pt>
                <c:pt idx="32">
                  <c:v>Sep '10</c:v>
                </c:pt>
                <c:pt idx="33">
                  <c:v>Oct '10</c:v>
                </c:pt>
                <c:pt idx="34">
                  <c:v>Nov '10</c:v>
                </c:pt>
                <c:pt idx="35">
                  <c:v>Dec '10</c:v>
                </c:pt>
                <c:pt idx="36">
                  <c:v>Jan '11</c:v>
                </c:pt>
                <c:pt idx="37">
                  <c:v>Feb '11</c:v>
                </c:pt>
                <c:pt idx="38">
                  <c:v>Mar '11</c:v>
                </c:pt>
                <c:pt idx="39">
                  <c:v>Apr '11</c:v>
                </c:pt>
                <c:pt idx="40">
                  <c:v>May '11</c:v>
                </c:pt>
                <c:pt idx="41">
                  <c:v>Jun '11</c:v>
                </c:pt>
                <c:pt idx="42">
                  <c:v>Jul '11</c:v>
                </c:pt>
                <c:pt idx="43">
                  <c:v>Aug '11</c:v>
                </c:pt>
                <c:pt idx="44">
                  <c:v>Sep '11</c:v>
                </c:pt>
                <c:pt idx="45">
                  <c:v>Oct '11</c:v>
                </c:pt>
                <c:pt idx="46">
                  <c:v>Nov '11</c:v>
                </c:pt>
                <c:pt idx="47">
                  <c:v>Dec '11</c:v>
                </c:pt>
                <c:pt idx="48">
                  <c:v>Jan '12</c:v>
                </c:pt>
                <c:pt idx="49">
                  <c:v>Feb '12</c:v>
                </c:pt>
                <c:pt idx="50">
                  <c:v>Mar '12</c:v>
                </c:pt>
                <c:pt idx="51">
                  <c:v>Apr '12</c:v>
                </c:pt>
                <c:pt idx="52">
                  <c:v>May '12</c:v>
                </c:pt>
                <c:pt idx="53">
                  <c:v>Jun '12</c:v>
                </c:pt>
                <c:pt idx="54">
                  <c:v>Jul '12</c:v>
                </c:pt>
                <c:pt idx="55">
                  <c:v>Aug '12</c:v>
                </c:pt>
                <c:pt idx="56">
                  <c:v>Sep '12</c:v>
                </c:pt>
                <c:pt idx="57">
                  <c:v>Oct '12</c:v>
                </c:pt>
                <c:pt idx="58">
                  <c:v>Nov '12</c:v>
                </c:pt>
                <c:pt idx="59">
                  <c:v>Dec '12</c:v>
                </c:pt>
                <c:pt idx="60">
                  <c:v>Jan '13</c:v>
                </c:pt>
                <c:pt idx="61">
                  <c:v>Feb '13</c:v>
                </c:pt>
                <c:pt idx="62">
                  <c:v>Mar '13</c:v>
                </c:pt>
                <c:pt idx="63">
                  <c:v>Apr '13</c:v>
                </c:pt>
                <c:pt idx="64">
                  <c:v>May '13</c:v>
                </c:pt>
                <c:pt idx="65">
                  <c:v>Jun '13</c:v>
                </c:pt>
                <c:pt idx="66">
                  <c:v>Jul '13</c:v>
                </c:pt>
                <c:pt idx="67">
                  <c:v>Aug '13</c:v>
                </c:pt>
                <c:pt idx="68">
                  <c:v>Sep '13</c:v>
                </c:pt>
                <c:pt idx="69">
                  <c:v>Oct '13</c:v>
                </c:pt>
                <c:pt idx="70">
                  <c:v>Nov '13</c:v>
                </c:pt>
                <c:pt idx="71">
                  <c:v>Dec '13</c:v>
                </c:pt>
                <c:pt idx="72">
                  <c:v>Jan '14</c:v>
                </c:pt>
                <c:pt idx="73">
                  <c:v>Feb '14</c:v>
                </c:pt>
                <c:pt idx="74">
                  <c:v>Mar '14</c:v>
                </c:pt>
                <c:pt idx="75">
                  <c:v>Apr '14</c:v>
                </c:pt>
                <c:pt idx="76">
                  <c:v>May '14</c:v>
                </c:pt>
                <c:pt idx="77">
                  <c:v>Jun '14</c:v>
                </c:pt>
                <c:pt idx="78">
                  <c:v>Jul '14</c:v>
                </c:pt>
                <c:pt idx="79">
                  <c:v>Aug '14</c:v>
                </c:pt>
                <c:pt idx="80">
                  <c:v>Sep '14</c:v>
                </c:pt>
                <c:pt idx="81">
                  <c:v>Oct '14</c:v>
                </c:pt>
                <c:pt idx="82">
                  <c:v>Nov '14</c:v>
                </c:pt>
                <c:pt idx="83">
                  <c:v>Dec '14</c:v>
                </c:pt>
                <c:pt idx="84">
                  <c:v>Jan '15</c:v>
                </c:pt>
                <c:pt idx="85">
                  <c:v>Feb '15</c:v>
                </c:pt>
                <c:pt idx="86">
                  <c:v>Mar '15</c:v>
                </c:pt>
                <c:pt idx="87">
                  <c:v>Apr '15</c:v>
                </c:pt>
                <c:pt idx="88">
                  <c:v>May '15</c:v>
                </c:pt>
                <c:pt idx="89">
                  <c:v>Jun '15</c:v>
                </c:pt>
                <c:pt idx="90">
                  <c:v>Jul '15</c:v>
                </c:pt>
                <c:pt idx="91">
                  <c:v>Aug '15</c:v>
                </c:pt>
                <c:pt idx="92">
                  <c:v>Sep '15</c:v>
                </c:pt>
                <c:pt idx="93">
                  <c:v>Oct '15</c:v>
                </c:pt>
                <c:pt idx="94">
                  <c:v>Nov '15</c:v>
                </c:pt>
                <c:pt idx="95">
                  <c:v>Dec '15</c:v>
                </c:pt>
                <c:pt idx="96">
                  <c:v>Jan '16</c:v>
                </c:pt>
                <c:pt idx="97">
                  <c:v>Feb '16</c:v>
                </c:pt>
                <c:pt idx="98">
                  <c:v>Mar '16</c:v>
                </c:pt>
                <c:pt idx="99">
                  <c:v>Apr '16</c:v>
                </c:pt>
                <c:pt idx="100">
                  <c:v>May '16</c:v>
                </c:pt>
                <c:pt idx="101">
                  <c:v>Jun '16</c:v>
                </c:pt>
                <c:pt idx="102">
                  <c:v>Jul '16</c:v>
                </c:pt>
                <c:pt idx="103">
                  <c:v>Aug '16</c:v>
                </c:pt>
                <c:pt idx="104">
                  <c:v>Sep '16</c:v>
                </c:pt>
                <c:pt idx="105">
                  <c:v>Oct '16</c:v>
                </c:pt>
                <c:pt idx="106">
                  <c:v>Nov '16</c:v>
                </c:pt>
                <c:pt idx="107">
                  <c:v>Dec '16</c:v>
                </c:pt>
                <c:pt idx="108">
                  <c:v>Jan '17</c:v>
                </c:pt>
                <c:pt idx="109">
                  <c:v>Feb '17</c:v>
                </c:pt>
                <c:pt idx="110">
                  <c:v>Mar '17</c:v>
                </c:pt>
                <c:pt idx="111">
                  <c:v>Apr '17</c:v>
                </c:pt>
                <c:pt idx="112">
                  <c:v>May '17</c:v>
                </c:pt>
                <c:pt idx="113">
                  <c:v>Jun '17</c:v>
                </c:pt>
                <c:pt idx="114">
                  <c:v>Jul '17</c:v>
                </c:pt>
                <c:pt idx="115">
                  <c:v>Aug '17</c:v>
                </c:pt>
                <c:pt idx="116">
                  <c:v>Sep '17</c:v>
                </c:pt>
                <c:pt idx="117">
                  <c:v>Oct '17</c:v>
                </c:pt>
                <c:pt idx="118">
                  <c:v>Nov '17</c:v>
                </c:pt>
                <c:pt idx="119">
                  <c:v>Dec '17</c:v>
                </c:pt>
                <c:pt idx="120">
                  <c:v>Jan '18</c:v>
                </c:pt>
                <c:pt idx="121">
                  <c:v>Feb '18</c:v>
                </c:pt>
                <c:pt idx="122">
                  <c:v>Mar '18</c:v>
                </c:pt>
                <c:pt idx="123">
                  <c:v>Apr '18</c:v>
                </c:pt>
                <c:pt idx="124">
                  <c:v>May '18</c:v>
                </c:pt>
                <c:pt idx="125">
                  <c:v>Jun '18</c:v>
                </c:pt>
                <c:pt idx="126">
                  <c:v>Jul '18</c:v>
                </c:pt>
                <c:pt idx="127">
                  <c:v>Aug '18</c:v>
                </c:pt>
                <c:pt idx="128">
                  <c:v>Sep '18</c:v>
                </c:pt>
                <c:pt idx="129">
                  <c:v>Oct '18</c:v>
                </c:pt>
                <c:pt idx="130">
                  <c:v>Nov '18</c:v>
                </c:pt>
                <c:pt idx="131">
                  <c:v>Dec '18</c:v>
                </c:pt>
                <c:pt idx="132">
                  <c:v>Jan '19</c:v>
                </c:pt>
                <c:pt idx="133">
                  <c:v>Feb '19</c:v>
                </c:pt>
                <c:pt idx="134">
                  <c:v>Mar '19</c:v>
                </c:pt>
                <c:pt idx="135">
                  <c:v>Apr '19</c:v>
                </c:pt>
                <c:pt idx="136">
                  <c:v>May '19</c:v>
                </c:pt>
                <c:pt idx="137">
                  <c:v>Jun '19</c:v>
                </c:pt>
                <c:pt idx="138">
                  <c:v>Jul '19</c:v>
                </c:pt>
                <c:pt idx="139">
                  <c:v>Aug '19</c:v>
                </c:pt>
                <c:pt idx="140">
                  <c:v>Sep '19</c:v>
                </c:pt>
                <c:pt idx="141">
                  <c:v>Oct '19</c:v>
                </c:pt>
                <c:pt idx="142">
                  <c:v>Nov '19</c:v>
                </c:pt>
                <c:pt idx="143">
                  <c:v>Dec '19</c:v>
                </c:pt>
                <c:pt idx="144">
                  <c:v>Jan '20</c:v>
                </c:pt>
                <c:pt idx="145">
                  <c:v>Feb '20</c:v>
                </c:pt>
                <c:pt idx="146">
                  <c:v>Mar '20</c:v>
                </c:pt>
                <c:pt idx="147">
                  <c:v>Apr '20</c:v>
                </c:pt>
                <c:pt idx="148">
                  <c:v>May '20</c:v>
                </c:pt>
                <c:pt idx="149">
                  <c:v>Jun '20</c:v>
                </c:pt>
                <c:pt idx="150">
                  <c:v>Jul '20</c:v>
                </c:pt>
                <c:pt idx="151">
                  <c:v>Aug '20</c:v>
                </c:pt>
                <c:pt idx="152">
                  <c:v>Sep '20</c:v>
                </c:pt>
                <c:pt idx="153">
                  <c:v>Oct '20</c:v>
                </c:pt>
                <c:pt idx="154">
                  <c:v>Nov '20</c:v>
                </c:pt>
                <c:pt idx="155">
                  <c:v>Dec '20</c:v>
                </c:pt>
                <c:pt idx="156">
                  <c:v>Jan '21</c:v>
                </c:pt>
                <c:pt idx="157">
                  <c:v>Feb '21</c:v>
                </c:pt>
                <c:pt idx="158">
                  <c:v>Mar '21</c:v>
                </c:pt>
                <c:pt idx="159">
                  <c:v>Apr '21</c:v>
                </c:pt>
                <c:pt idx="160">
                  <c:v>May '21</c:v>
                </c:pt>
                <c:pt idx="161">
                  <c:v>Jun '21</c:v>
                </c:pt>
                <c:pt idx="162">
                  <c:v>Jul '21</c:v>
                </c:pt>
                <c:pt idx="163">
                  <c:v>Aug '21</c:v>
                </c:pt>
                <c:pt idx="164">
                  <c:v>Sep '21</c:v>
                </c:pt>
                <c:pt idx="165">
                  <c:v>Oct '21</c:v>
                </c:pt>
                <c:pt idx="166">
                  <c:v>Nov '21</c:v>
                </c:pt>
                <c:pt idx="167">
                  <c:v>Dec '21</c:v>
                </c:pt>
                <c:pt idx="168">
                  <c:v>Jan '22</c:v>
                </c:pt>
                <c:pt idx="169">
                  <c:v>Feb '22</c:v>
                </c:pt>
                <c:pt idx="170">
                  <c:v>Mar '22</c:v>
                </c:pt>
                <c:pt idx="171">
                  <c:v>Apr '22</c:v>
                </c:pt>
                <c:pt idx="172">
                  <c:v>May '22</c:v>
                </c:pt>
                <c:pt idx="173">
                  <c:v>Jun '22</c:v>
                </c:pt>
                <c:pt idx="174">
                  <c:v>Jul '22</c:v>
                </c:pt>
                <c:pt idx="175">
                  <c:v>Aug '22</c:v>
                </c:pt>
                <c:pt idx="176">
                  <c:v>Sep '22</c:v>
                </c:pt>
                <c:pt idx="177">
                  <c:v>Oct '22</c:v>
                </c:pt>
                <c:pt idx="178">
                  <c:v>Nov '22</c:v>
                </c:pt>
                <c:pt idx="179">
                  <c:v>Dec '22</c:v>
                </c:pt>
                <c:pt idx="180">
                  <c:v>Jan '23</c:v>
                </c:pt>
                <c:pt idx="181">
                  <c:v>Feb '23</c:v>
                </c:pt>
                <c:pt idx="182">
                  <c:v>Mar '23</c:v>
                </c:pt>
                <c:pt idx="183">
                  <c:v>Apr '23</c:v>
                </c:pt>
                <c:pt idx="184">
                  <c:v>May '23</c:v>
                </c:pt>
                <c:pt idx="185">
                  <c:v>Jun '23</c:v>
                </c:pt>
                <c:pt idx="186">
                  <c:v>Jul '23</c:v>
                </c:pt>
                <c:pt idx="187">
                  <c:v>Aug '23</c:v>
                </c:pt>
                <c:pt idx="188">
                  <c:v>Sep' 23</c:v>
                </c:pt>
                <c:pt idx="189">
                  <c:v>Oct '23</c:v>
                </c:pt>
                <c:pt idx="190">
                  <c:v>Nov '23</c:v>
                </c:pt>
                <c:pt idx="191">
                  <c:v>Dec '23</c:v>
                </c:pt>
                <c:pt idx="192">
                  <c:v>Jan '24</c:v>
                </c:pt>
                <c:pt idx="193">
                  <c:v>Feb '24</c:v>
                </c:pt>
                <c:pt idx="194">
                  <c:v>Mar '24</c:v>
                </c:pt>
                <c:pt idx="195">
                  <c:v>Apr '24</c:v>
                </c:pt>
                <c:pt idx="196">
                  <c:v>May '24</c:v>
                </c:pt>
                <c:pt idx="197">
                  <c:v>Jun '24</c:v>
                </c:pt>
                <c:pt idx="198">
                  <c:v>Jul '24</c:v>
                </c:pt>
                <c:pt idx="199">
                  <c:v>Aug '24</c:v>
                </c:pt>
                <c:pt idx="200">
                  <c:v>Sep' 24</c:v>
                </c:pt>
                <c:pt idx="201">
                  <c:v>Oct '24</c:v>
                </c:pt>
                <c:pt idx="202">
                  <c:v>Nov '24</c:v>
                </c:pt>
                <c:pt idx="203">
                  <c:v>Dec '25</c:v>
                </c:pt>
                <c:pt idx="204">
                  <c:v>Jan '25</c:v>
                </c:pt>
                <c:pt idx="205">
                  <c:v>Feb '25</c:v>
                </c:pt>
                <c:pt idx="206">
                  <c:v>Mar '25</c:v>
                </c:pt>
                <c:pt idx="207">
                  <c:v>Apr '25</c:v>
                </c:pt>
                <c:pt idx="208">
                  <c:v>May '25</c:v>
                </c:pt>
              </c:strCache>
            </c:strRef>
          </c:cat>
          <c:val>
            <c:numRef>
              <c:f>Sheet1!$B$2:$B$210</c:f>
              <c:numCache>
                <c:ptCount val="209"/>
                <c:pt idx="0">
                  <c:v>0.0374</c:v>
                </c:pt>
                <c:pt idx="1">
                  <c:v>0.0374</c:v>
                </c:pt>
                <c:pt idx="2">
                  <c:v>0.0351</c:v>
                </c:pt>
                <c:pt idx="3">
                  <c:v>0.0368</c:v>
                </c:pt>
                <c:pt idx="4">
                  <c:v>0.0388</c:v>
                </c:pt>
                <c:pt idx="5">
                  <c:v>0.041</c:v>
                </c:pt>
                <c:pt idx="6">
                  <c:v>0.0401</c:v>
                </c:pt>
                <c:pt idx="7">
                  <c:v>0.0389</c:v>
                </c:pt>
                <c:pt idx="8">
                  <c:v>0.0369</c:v>
                </c:pt>
                <c:pt idx="9">
                  <c:v>0.0381</c:v>
                </c:pt>
                <c:pt idx="10">
                  <c:v>0.0353</c:v>
                </c:pt>
                <c:pt idx="11">
                  <c:v>0.0242</c:v>
                </c:pt>
                <c:pt idx="12">
                  <c:v>0.0252</c:v>
                </c:pt>
                <c:pt idx="13">
                  <c:v>0.0287</c:v>
                </c:pt>
                <c:pt idx="14">
                  <c:v>0.0282</c:v>
                </c:pt>
                <c:pt idx="15">
                  <c:v>0.0293</c:v>
                </c:pt>
                <c:pt idx="16">
                  <c:v>0.0329</c:v>
                </c:pt>
                <c:pt idx="17">
                  <c:v>0.0372</c:v>
                </c:pt>
                <c:pt idx="18">
                  <c:v>0.0356</c:v>
                </c:pt>
                <c:pt idx="19">
                  <c:v>0.0359</c:v>
                </c:pt>
                <c:pt idx="20">
                  <c:v>0.034</c:v>
                </c:pt>
                <c:pt idx="21">
                  <c:v>0.0339</c:v>
                </c:pt>
                <c:pt idx="22">
                  <c:v>0.034</c:v>
                </c:pt>
                <c:pt idx="23">
                  <c:v>0.0359</c:v>
                </c:pt>
                <c:pt idx="24">
                  <c:v>0.0373</c:v>
                </c:pt>
                <c:pt idx="25">
                  <c:v>0.0369</c:v>
                </c:pt>
                <c:pt idx="26">
                  <c:v>0.0373</c:v>
                </c:pt>
                <c:pt idx="27">
                  <c:v>0.0385</c:v>
                </c:pt>
                <c:pt idx="28">
                  <c:v>0.0342</c:v>
                </c:pt>
                <c:pt idx="29">
                  <c:v>0.032</c:v>
                </c:pt>
                <c:pt idx="30">
                  <c:v>0.0301</c:v>
                </c:pt>
                <c:pt idx="31">
                  <c:v>0.027</c:v>
                </c:pt>
                <c:pt idx="32">
                  <c:v>0.0265</c:v>
                </c:pt>
                <c:pt idx="33">
                  <c:v>0.0254</c:v>
                </c:pt>
                <c:pt idx="34">
                  <c:v>0.0276</c:v>
                </c:pt>
                <c:pt idx="35">
                  <c:v>0.0329</c:v>
                </c:pt>
                <c:pt idx="36">
                  <c:v>0.0339</c:v>
                </c:pt>
                <c:pt idx="37">
                  <c:v>0.0358</c:v>
                </c:pt>
                <c:pt idx="38">
                  <c:v>0.0341</c:v>
                </c:pt>
                <c:pt idx="39">
                  <c:v>0.0346</c:v>
                </c:pt>
                <c:pt idx="40">
                  <c:v>0.0317</c:v>
                </c:pt>
                <c:pt idx="41">
                  <c:v>0.03</c:v>
                </c:pt>
                <c:pt idx="42">
                  <c:v>0.03</c:v>
                </c:pt>
                <c:pt idx="43">
                  <c:v>0.023</c:v>
                </c:pt>
                <c:pt idx="44">
                  <c:v>0.0198</c:v>
                </c:pt>
                <c:pt idx="45">
                  <c:v>0.0215</c:v>
                </c:pt>
                <c:pt idx="46">
                  <c:v>0.0201</c:v>
                </c:pt>
                <c:pt idx="47">
                  <c:v>0.0198</c:v>
                </c:pt>
                <c:pt idx="48">
                  <c:v>0.0197</c:v>
                </c:pt>
                <c:pt idx="49">
                  <c:v>0.0197</c:v>
                </c:pt>
                <c:pt idx="50">
                  <c:v>0.0217</c:v>
                </c:pt>
                <c:pt idx="51">
                  <c:v>0.0205</c:v>
                </c:pt>
                <c:pt idx="52">
                  <c:v>0.018</c:v>
                </c:pt>
                <c:pt idx="53">
                  <c:v>0.0162</c:v>
                </c:pt>
                <c:pt idx="54">
                  <c:v>0.0153</c:v>
                </c:pt>
                <c:pt idx="55">
                  <c:v>0.0168</c:v>
                </c:pt>
                <c:pt idx="56">
                  <c:v>0.0172</c:v>
                </c:pt>
                <c:pt idx="57">
                  <c:v>0.0175</c:v>
                </c:pt>
                <c:pt idx="58">
                  <c:v>0.0165</c:v>
                </c:pt>
                <c:pt idx="59">
                  <c:v>0.0172</c:v>
                </c:pt>
                <c:pt idx="60">
                  <c:v>0.0191</c:v>
                </c:pt>
                <c:pt idx="61">
                  <c:v>0.0198</c:v>
                </c:pt>
                <c:pt idx="62">
                  <c:v>0.0196</c:v>
                </c:pt>
                <c:pt idx="63">
                  <c:v>0.0176</c:v>
                </c:pt>
                <c:pt idx="64">
                  <c:v>0.0193</c:v>
                </c:pt>
                <c:pt idx="65">
                  <c:v>0.023</c:v>
                </c:pt>
                <c:pt idx="66">
                  <c:v>0.0258</c:v>
                </c:pt>
                <c:pt idx="67">
                  <c:v>0.0274</c:v>
                </c:pt>
                <c:pt idx="68">
                  <c:v>0.0281</c:v>
                </c:pt>
                <c:pt idx="69">
                  <c:v>0.0262</c:v>
                </c:pt>
                <c:pt idx="70">
                  <c:v>0.0272</c:v>
                </c:pt>
                <c:pt idx="71">
                  <c:v>0.029</c:v>
                </c:pt>
                <c:pt idx="72">
                  <c:v>0.0286</c:v>
                </c:pt>
                <c:pt idx="73">
                  <c:v>0.0271</c:v>
                </c:pt>
                <c:pt idx="74">
                  <c:v>0.0272</c:v>
                </c:pt>
                <c:pt idx="75">
                  <c:v>0.0271</c:v>
                </c:pt>
                <c:pt idx="76">
                  <c:v>0.0256</c:v>
                </c:pt>
                <c:pt idx="77">
                  <c:v>0.026</c:v>
                </c:pt>
                <c:pt idx="78">
                  <c:v>0.0254</c:v>
                </c:pt>
                <c:pt idx="79">
                  <c:v>0.0242</c:v>
                </c:pt>
                <c:pt idx="80">
                  <c:v>0.0253</c:v>
                </c:pt>
                <c:pt idx="81">
                  <c:v>0.023</c:v>
                </c:pt>
                <c:pt idx="82">
                  <c:v>0.0233</c:v>
                </c:pt>
                <c:pt idx="83">
                  <c:v>0.0221</c:v>
                </c:pt>
                <c:pt idx="84">
                  <c:v>0.0188</c:v>
                </c:pt>
                <c:pt idx="85">
                  <c:v>0.0198</c:v>
                </c:pt>
                <c:pt idx="86">
                  <c:v>0.0204</c:v>
                </c:pt>
                <c:pt idx="87">
                  <c:v>0.0194</c:v>
                </c:pt>
                <c:pt idx="88">
                  <c:v>0.022</c:v>
                </c:pt>
                <c:pt idx="89">
                  <c:v>0.0236</c:v>
                </c:pt>
                <c:pt idx="90">
                  <c:v>0.0232</c:v>
                </c:pt>
                <c:pt idx="91">
                  <c:v>0.0217</c:v>
                </c:pt>
                <c:pt idx="92">
                  <c:v>0.0217</c:v>
                </c:pt>
                <c:pt idx="93">
                  <c:v>0.0207</c:v>
                </c:pt>
                <c:pt idx="94">
                  <c:v>0.0226</c:v>
                </c:pt>
                <c:pt idx="95">
                  <c:v>0.0224</c:v>
                </c:pt>
                <c:pt idx="96">
                  <c:v>0.0209</c:v>
                </c:pt>
                <c:pt idx="97">
                  <c:v>0.0178</c:v>
                </c:pt>
                <c:pt idx="98">
                  <c:v>0.0189</c:v>
                </c:pt>
                <c:pt idx="99">
                  <c:v>0.0181</c:v>
                </c:pt>
                <c:pt idx="100">
                  <c:v>0.0181</c:v>
                </c:pt>
                <c:pt idx="101">
                  <c:v>0.0164</c:v>
                </c:pt>
                <c:pt idx="102">
                  <c:v>0.015</c:v>
                </c:pt>
                <c:pt idx="103">
                  <c:v>0.0156</c:v>
                </c:pt>
                <c:pt idx="104">
                  <c:v>0.0163</c:v>
                </c:pt>
                <c:pt idx="105">
                  <c:v>0.0176</c:v>
                </c:pt>
                <c:pt idx="106">
                  <c:v>0.0214</c:v>
                </c:pt>
                <c:pt idx="107">
                  <c:v>0.0249</c:v>
                </c:pt>
                <c:pt idx="108">
                  <c:v>0.0243</c:v>
                </c:pt>
                <c:pt idx="109">
                  <c:v>0.0242</c:v>
                </c:pt>
                <c:pt idx="110">
                  <c:v>0.0248</c:v>
                </c:pt>
                <c:pt idx="111">
                  <c:v>0.023</c:v>
                </c:pt>
                <c:pt idx="112">
                  <c:v>0.023</c:v>
                </c:pt>
                <c:pt idx="113">
                  <c:v>0.0219</c:v>
                </c:pt>
                <c:pt idx="114">
                  <c:v>0.0232</c:v>
                </c:pt>
                <c:pt idx="115">
                  <c:v>0.0221</c:v>
                </c:pt>
                <c:pt idx="116">
                  <c:v>0.022</c:v>
                </c:pt>
                <c:pt idx="117">
                  <c:v>0.0236</c:v>
                </c:pt>
                <c:pt idx="118">
                  <c:v>0.0235</c:v>
                </c:pt>
                <c:pt idx="119">
                  <c:v>0.024</c:v>
                </c:pt>
                <c:pt idx="120">
                  <c:v>0.0258</c:v>
                </c:pt>
                <c:pt idx="121">
                  <c:v>0.0286</c:v>
                </c:pt>
                <c:pt idx="122">
                  <c:v>0.0284</c:v>
                </c:pt>
                <c:pt idx="123">
                  <c:v>0.0287</c:v>
                </c:pt>
                <c:pt idx="124">
                  <c:v>0.0298</c:v>
                </c:pt>
                <c:pt idx="125">
                  <c:v>0.0291</c:v>
                </c:pt>
                <c:pt idx="126">
                  <c:v>0.0289</c:v>
                </c:pt>
                <c:pt idx="127">
                  <c:v>0.0289</c:v>
                </c:pt>
                <c:pt idx="128">
                  <c:v>0.03</c:v>
                </c:pt>
                <c:pt idx="129">
                  <c:v>0.0315</c:v>
                </c:pt>
                <c:pt idx="130">
                  <c:v>0.0312</c:v>
                </c:pt>
                <c:pt idx="131">
                  <c:v>0.0283</c:v>
                </c:pt>
                <c:pt idx="132">
                  <c:v>0.0271</c:v>
                </c:pt>
                <c:pt idx="133">
                  <c:v>0.0268</c:v>
                </c:pt>
                <c:pt idx="134">
                  <c:v>0.0257</c:v>
                </c:pt>
                <c:pt idx="135">
                  <c:v>0.0253</c:v>
                </c:pt>
                <c:pt idx="136">
                  <c:v>0.024</c:v>
                </c:pt>
                <c:pt idx="137">
                  <c:v>0.0207</c:v>
                </c:pt>
                <c:pt idx="138">
                  <c:v>0.0206</c:v>
                </c:pt>
                <c:pt idx="139">
                  <c:v>0.0163</c:v>
                </c:pt>
                <c:pt idx="140">
                  <c:v>0.017</c:v>
                </c:pt>
                <c:pt idx="141">
                  <c:v>0.0171</c:v>
                </c:pt>
                <c:pt idx="142">
                  <c:v>0.0181</c:v>
                </c:pt>
                <c:pt idx="143">
                  <c:v>0.0186</c:v>
                </c:pt>
                <c:pt idx="144">
                  <c:v>0.0176</c:v>
                </c:pt>
                <c:pt idx="145">
                  <c:v>0.015</c:v>
                </c:pt>
                <c:pt idx="146">
                  <c:v>0.0087</c:v>
                </c:pt>
                <c:pt idx="147">
                  <c:v>0.0066</c:v>
                </c:pt>
                <c:pt idx="148">
                  <c:v>0.0067</c:v>
                </c:pt>
                <c:pt idx="149">
                  <c:v>0.0073</c:v>
                </c:pt>
                <c:pt idx="150">
                  <c:v>0.0062</c:v>
                </c:pt>
                <c:pt idx="151">
                  <c:v>0.0065</c:v>
                </c:pt>
                <c:pt idx="152">
                  <c:v>0.0068</c:v>
                </c:pt>
                <c:pt idx="153">
                  <c:v>0.0079</c:v>
                </c:pt>
                <c:pt idx="154">
                  <c:v>0.0087</c:v>
                </c:pt>
                <c:pt idx="155">
                  <c:v>0.0093</c:v>
                </c:pt>
                <c:pt idx="156">
                  <c:v>0.0108</c:v>
                </c:pt>
                <c:pt idx="157">
                  <c:v>0.0126</c:v>
                </c:pt>
                <c:pt idx="158">
                  <c:v>0.0161</c:v>
                </c:pt>
                <c:pt idx="159">
                  <c:v>0.0164</c:v>
                </c:pt>
                <c:pt idx="160">
                  <c:v>0.0162</c:v>
                </c:pt>
                <c:pt idx="161">
                  <c:v>0.0152</c:v>
                </c:pt>
                <c:pt idx="162">
                  <c:v>0.0132</c:v>
                </c:pt>
                <c:pt idx="163">
                  <c:v>0.0128</c:v>
                </c:pt>
                <c:pt idx="164">
                  <c:v>0.0137</c:v>
                </c:pt>
                <c:pt idx="165">
                  <c:v>0.0158</c:v>
                </c:pt>
                <c:pt idx="166">
                  <c:v>0.0156</c:v>
                </c:pt>
                <c:pt idx="167">
                  <c:v>0.0147</c:v>
                </c:pt>
                <c:pt idx="168">
                  <c:v>0.0176</c:v>
                </c:pt>
                <c:pt idx="169">
                  <c:v>0.0193</c:v>
                </c:pt>
                <c:pt idx="170">
                  <c:v>0.0213</c:v>
                </c:pt>
                <c:pt idx="171">
                  <c:v>0.0275</c:v>
                </c:pt>
                <c:pt idx="172">
                  <c:v>0.029</c:v>
                </c:pt>
                <c:pt idx="173">
                  <c:v>0.0314</c:v>
                </c:pt>
                <c:pt idx="174">
                  <c:v>0.029</c:v>
                </c:pt>
                <c:pt idx="175">
                  <c:v>0.029</c:v>
                </c:pt>
                <c:pt idx="176">
                  <c:v>0.0352</c:v>
                </c:pt>
                <c:pt idx="177">
                  <c:v>0.0398</c:v>
                </c:pt>
                <c:pt idx="178">
                  <c:v>0.0389</c:v>
                </c:pt>
                <c:pt idx="179">
                  <c:v>0.0362</c:v>
                </c:pt>
                <c:pt idx="180">
                  <c:v>0.0353</c:v>
                </c:pt>
                <c:pt idx="181">
                  <c:v>0.0375</c:v>
                </c:pt>
                <c:pt idx="182">
                  <c:v>0.0366</c:v>
                </c:pt>
                <c:pt idx="183">
                  <c:v>0.0346</c:v>
                </c:pt>
                <c:pt idx="184">
                  <c:v>0.0357</c:v>
                </c:pt>
                <c:pt idx="185">
                  <c:v>0.0375</c:v>
                </c:pt>
                <c:pt idx="186">
                  <c:v>0.039</c:v>
                </c:pt>
                <c:pt idx="187">
                  <c:v>0.0417</c:v>
                </c:pt>
                <c:pt idx="188">
                  <c:v>0.0438</c:v>
                </c:pt>
                <c:pt idx="189">
                  <c:v>0.048</c:v>
                </c:pt>
                <c:pt idx="190">
                  <c:v>0.045</c:v>
                </c:pt>
                <c:pt idx="191">
                  <c:v>0.0402</c:v>
                </c:pt>
                <c:pt idx="192">
                  <c:v>0.0406</c:v>
                </c:pt>
                <c:pt idx="193">
                  <c:v>0.0421</c:v>
                </c:pt>
                <c:pt idx="194">
                  <c:v>0.0421</c:v>
                </c:pt>
                <c:pt idx="195">
                  <c:v>0.0454</c:v>
                </c:pt>
                <c:pt idx="196">
                  <c:v>0.0448</c:v>
                </c:pt>
                <c:pt idx="197">
                  <c:v>0.0431</c:v>
                </c:pt>
                <c:pt idx="198">
                  <c:v>0.0425</c:v>
                </c:pt>
                <c:pt idx="199">
                  <c:v>0.0387</c:v>
                </c:pt>
                <c:pt idx="200">
                  <c:v>0.0372</c:v>
                </c:pt>
                <c:pt idx="201">
                  <c:v>0.041</c:v>
                </c:pt>
                <c:pt idx="202">
                  <c:v>0.0436</c:v>
                </c:pt>
                <c:pt idx="203">
                  <c:v>0.0439</c:v>
                </c:pt>
                <c:pt idx="204">
                  <c:v>0.0463</c:v>
                </c:pt>
                <c:pt idx="205">
                  <c:v>0.0445</c:v>
                </c:pt>
                <c:pt idx="206">
                  <c:v>0.0428</c:v>
                </c:pt>
                <c:pt idx="207">
                  <c:v>0.0428</c:v>
                </c:pt>
                <c:pt idx="208">
                  <c:v>0.0442</c:v>
                </c:pt>
              </c:numCache>
            </c:numRef>
          </c:val>
          <c:smooth val="0"/>
        </c:ser>
        <c:ser>
          <c:idx val="1"/>
          <c:order val="1"/>
          <c:tx>
            <c:strRef>
              <c:f>Sheet1!$C$1</c:f>
              <c:strCache>
                <c:ptCount val="1"/>
                <c:pt idx="0">
                  <c:v>Germany</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Sheet1!$A$2:$A$210</c:f>
              <c:strCache>
                <c:ptCount val="209"/>
                <c:pt idx="0">
                  <c:v>Jan '08</c:v>
                </c:pt>
                <c:pt idx="1">
                  <c:v>Feb '08</c:v>
                </c:pt>
                <c:pt idx="2">
                  <c:v>Mar '08</c:v>
                </c:pt>
                <c:pt idx="3">
                  <c:v>Apr '08</c:v>
                </c:pt>
                <c:pt idx="4">
                  <c:v>May '08</c:v>
                </c:pt>
                <c:pt idx="5">
                  <c:v>Jun '08</c:v>
                </c:pt>
                <c:pt idx="6">
                  <c:v>Jul '08</c:v>
                </c:pt>
                <c:pt idx="7">
                  <c:v>Aug '08</c:v>
                </c:pt>
                <c:pt idx="8">
                  <c:v>Sep '08</c:v>
                </c:pt>
                <c:pt idx="9">
                  <c:v>Oct '08</c:v>
                </c:pt>
                <c:pt idx="10">
                  <c:v>Nov '08</c:v>
                </c:pt>
                <c:pt idx="11">
                  <c:v>Dec '08</c:v>
                </c:pt>
                <c:pt idx="12">
                  <c:v>Jan '09</c:v>
                </c:pt>
                <c:pt idx="13">
                  <c:v>Feb '09</c:v>
                </c:pt>
                <c:pt idx="14">
                  <c:v>Mar '09</c:v>
                </c:pt>
                <c:pt idx="15">
                  <c:v>Apr '09</c:v>
                </c:pt>
                <c:pt idx="16">
                  <c:v>May '09</c:v>
                </c:pt>
                <c:pt idx="17">
                  <c:v>Jun '09</c:v>
                </c:pt>
                <c:pt idx="18">
                  <c:v>Jul '09</c:v>
                </c:pt>
                <c:pt idx="19">
                  <c:v>Aug '09</c:v>
                </c:pt>
                <c:pt idx="20">
                  <c:v>Sep '09</c:v>
                </c:pt>
                <c:pt idx="21">
                  <c:v>Oct '09</c:v>
                </c:pt>
                <c:pt idx="22">
                  <c:v>Nov '09</c:v>
                </c:pt>
                <c:pt idx="23">
                  <c:v>Dec '09</c:v>
                </c:pt>
                <c:pt idx="24">
                  <c:v>Jan '10</c:v>
                </c:pt>
                <c:pt idx="25">
                  <c:v>Feb '10</c:v>
                </c:pt>
                <c:pt idx="26">
                  <c:v>Mar '10</c:v>
                </c:pt>
                <c:pt idx="27">
                  <c:v>Apr '10</c:v>
                </c:pt>
                <c:pt idx="28">
                  <c:v>May '10</c:v>
                </c:pt>
                <c:pt idx="29">
                  <c:v>Jun '10</c:v>
                </c:pt>
                <c:pt idx="30">
                  <c:v>Jul '10</c:v>
                </c:pt>
                <c:pt idx="31">
                  <c:v>Aug '10</c:v>
                </c:pt>
                <c:pt idx="32">
                  <c:v>Sep '10</c:v>
                </c:pt>
                <c:pt idx="33">
                  <c:v>Oct '10</c:v>
                </c:pt>
                <c:pt idx="34">
                  <c:v>Nov '10</c:v>
                </c:pt>
                <c:pt idx="35">
                  <c:v>Dec '10</c:v>
                </c:pt>
                <c:pt idx="36">
                  <c:v>Jan '11</c:v>
                </c:pt>
                <c:pt idx="37">
                  <c:v>Feb '11</c:v>
                </c:pt>
                <c:pt idx="38">
                  <c:v>Mar '11</c:v>
                </c:pt>
                <c:pt idx="39">
                  <c:v>Apr '11</c:v>
                </c:pt>
                <c:pt idx="40">
                  <c:v>May '11</c:v>
                </c:pt>
                <c:pt idx="41">
                  <c:v>Jun '11</c:v>
                </c:pt>
                <c:pt idx="42">
                  <c:v>Jul '11</c:v>
                </c:pt>
                <c:pt idx="43">
                  <c:v>Aug '11</c:v>
                </c:pt>
                <c:pt idx="44">
                  <c:v>Sep '11</c:v>
                </c:pt>
                <c:pt idx="45">
                  <c:v>Oct '11</c:v>
                </c:pt>
                <c:pt idx="46">
                  <c:v>Nov '11</c:v>
                </c:pt>
                <c:pt idx="47">
                  <c:v>Dec '11</c:v>
                </c:pt>
                <c:pt idx="48">
                  <c:v>Jan '12</c:v>
                </c:pt>
                <c:pt idx="49">
                  <c:v>Feb '12</c:v>
                </c:pt>
                <c:pt idx="50">
                  <c:v>Mar '12</c:v>
                </c:pt>
                <c:pt idx="51">
                  <c:v>Apr '12</c:v>
                </c:pt>
                <c:pt idx="52">
                  <c:v>May '12</c:v>
                </c:pt>
                <c:pt idx="53">
                  <c:v>Jun '12</c:v>
                </c:pt>
                <c:pt idx="54">
                  <c:v>Jul '12</c:v>
                </c:pt>
                <c:pt idx="55">
                  <c:v>Aug '12</c:v>
                </c:pt>
                <c:pt idx="56">
                  <c:v>Sep '12</c:v>
                </c:pt>
                <c:pt idx="57">
                  <c:v>Oct '12</c:v>
                </c:pt>
                <c:pt idx="58">
                  <c:v>Nov '12</c:v>
                </c:pt>
                <c:pt idx="59">
                  <c:v>Dec '12</c:v>
                </c:pt>
                <c:pt idx="60">
                  <c:v>Jan '13</c:v>
                </c:pt>
                <c:pt idx="61">
                  <c:v>Feb '13</c:v>
                </c:pt>
                <c:pt idx="62">
                  <c:v>Mar '13</c:v>
                </c:pt>
                <c:pt idx="63">
                  <c:v>Apr '13</c:v>
                </c:pt>
                <c:pt idx="64">
                  <c:v>May '13</c:v>
                </c:pt>
                <c:pt idx="65">
                  <c:v>Jun '13</c:v>
                </c:pt>
                <c:pt idx="66">
                  <c:v>Jul '13</c:v>
                </c:pt>
                <c:pt idx="67">
                  <c:v>Aug '13</c:v>
                </c:pt>
                <c:pt idx="68">
                  <c:v>Sep '13</c:v>
                </c:pt>
                <c:pt idx="69">
                  <c:v>Oct '13</c:v>
                </c:pt>
                <c:pt idx="70">
                  <c:v>Nov '13</c:v>
                </c:pt>
                <c:pt idx="71">
                  <c:v>Dec '13</c:v>
                </c:pt>
                <c:pt idx="72">
                  <c:v>Jan '14</c:v>
                </c:pt>
                <c:pt idx="73">
                  <c:v>Feb '14</c:v>
                </c:pt>
                <c:pt idx="74">
                  <c:v>Mar '14</c:v>
                </c:pt>
                <c:pt idx="75">
                  <c:v>Apr '14</c:v>
                </c:pt>
                <c:pt idx="76">
                  <c:v>May '14</c:v>
                </c:pt>
                <c:pt idx="77">
                  <c:v>Jun '14</c:v>
                </c:pt>
                <c:pt idx="78">
                  <c:v>Jul '14</c:v>
                </c:pt>
                <c:pt idx="79">
                  <c:v>Aug '14</c:v>
                </c:pt>
                <c:pt idx="80">
                  <c:v>Sep '14</c:v>
                </c:pt>
                <c:pt idx="81">
                  <c:v>Oct '14</c:v>
                </c:pt>
                <c:pt idx="82">
                  <c:v>Nov '14</c:v>
                </c:pt>
                <c:pt idx="83">
                  <c:v>Dec '14</c:v>
                </c:pt>
                <c:pt idx="84">
                  <c:v>Jan '15</c:v>
                </c:pt>
                <c:pt idx="85">
                  <c:v>Feb '15</c:v>
                </c:pt>
                <c:pt idx="86">
                  <c:v>Mar '15</c:v>
                </c:pt>
                <c:pt idx="87">
                  <c:v>Apr '15</c:v>
                </c:pt>
                <c:pt idx="88">
                  <c:v>May '15</c:v>
                </c:pt>
                <c:pt idx="89">
                  <c:v>Jun '15</c:v>
                </c:pt>
                <c:pt idx="90">
                  <c:v>Jul '15</c:v>
                </c:pt>
                <c:pt idx="91">
                  <c:v>Aug '15</c:v>
                </c:pt>
                <c:pt idx="92">
                  <c:v>Sep '15</c:v>
                </c:pt>
                <c:pt idx="93">
                  <c:v>Oct '15</c:v>
                </c:pt>
                <c:pt idx="94">
                  <c:v>Nov '15</c:v>
                </c:pt>
                <c:pt idx="95">
                  <c:v>Dec '15</c:v>
                </c:pt>
                <c:pt idx="96">
                  <c:v>Jan '16</c:v>
                </c:pt>
                <c:pt idx="97">
                  <c:v>Feb '16</c:v>
                </c:pt>
                <c:pt idx="98">
                  <c:v>Mar '16</c:v>
                </c:pt>
                <c:pt idx="99">
                  <c:v>Apr '16</c:v>
                </c:pt>
                <c:pt idx="100">
                  <c:v>May '16</c:v>
                </c:pt>
                <c:pt idx="101">
                  <c:v>Jun '16</c:v>
                </c:pt>
                <c:pt idx="102">
                  <c:v>Jul '16</c:v>
                </c:pt>
                <c:pt idx="103">
                  <c:v>Aug '16</c:v>
                </c:pt>
                <c:pt idx="104">
                  <c:v>Sep '16</c:v>
                </c:pt>
                <c:pt idx="105">
                  <c:v>Oct '16</c:v>
                </c:pt>
                <c:pt idx="106">
                  <c:v>Nov '16</c:v>
                </c:pt>
                <c:pt idx="107">
                  <c:v>Dec '16</c:v>
                </c:pt>
                <c:pt idx="108">
                  <c:v>Jan '17</c:v>
                </c:pt>
                <c:pt idx="109">
                  <c:v>Feb '17</c:v>
                </c:pt>
                <c:pt idx="110">
                  <c:v>Mar '17</c:v>
                </c:pt>
                <c:pt idx="111">
                  <c:v>Apr '17</c:v>
                </c:pt>
                <c:pt idx="112">
                  <c:v>May '17</c:v>
                </c:pt>
                <c:pt idx="113">
                  <c:v>Jun '17</c:v>
                </c:pt>
                <c:pt idx="114">
                  <c:v>Jul '17</c:v>
                </c:pt>
                <c:pt idx="115">
                  <c:v>Aug '17</c:v>
                </c:pt>
                <c:pt idx="116">
                  <c:v>Sep '17</c:v>
                </c:pt>
                <c:pt idx="117">
                  <c:v>Oct '17</c:v>
                </c:pt>
                <c:pt idx="118">
                  <c:v>Nov '17</c:v>
                </c:pt>
                <c:pt idx="119">
                  <c:v>Dec '17</c:v>
                </c:pt>
                <c:pt idx="120">
                  <c:v>Jan '18</c:v>
                </c:pt>
                <c:pt idx="121">
                  <c:v>Feb '18</c:v>
                </c:pt>
                <c:pt idx="122">
                  <c:v>Mar '18</c:v>
                </c:pt>
                <c:pt idx="123">
                  <c:v>Apr '18</c:v>
                </c:pt>
                <c:pt idx="124">
                  <c:v>May '18</c:v>
                </c:pt>
                <c:pt idx="125">
                  <c:v>Jun '18</c:v>
                </c:pt>
                <c:pt idx="126">
                  <c:v>Jul '18</c:v>
                </c:pt>
                <c:pt idx="127">
                  <c:v>Aug '18</c:v>
                </c:pt>
                <c:pt idx="128">
                  <c:v>Sep '18</c:v>
                </c:pt>
                <c:pt idx="129">
                  <c:v>Oct '18</c:v>
                </c:pt>
                <c:pt idx="130">
                  <c:v>Nov '18</c:v>
                </c:pt>
                <c:pt idx="131">
                  <c:v>Dec '18</c:v>
                </c:pt>
                <c:pt idx="132">
                  <c:v>Jan '19</c:v>
                </c:pt>
                <c:pt idx="133">
                  <c:v>Feb '19</c:v>
                </c:pt>
                <c:pt idx="134">
                  <c:v>Mar '19</c:v>
                </c:pt>
                <c:pt idx="135">
                  <c:v>Apr '19</c:v>
                </c:pt>
                <c:pt idx="136">
                  <c:v>May '19</c:v>
                </c:pt>
                <c:pt idx="137">
                  <c:v>Jun '19</c:v>
                </c:pt>
                <c:pt idx="138">
                  <c:v>Jul '19</c:v>
                </c:pt>
                <c:pt idx="139">
                  <c:v>Aug '19</c:v>
                </c:pt>
                <c:pt idx="140">
                  <c:v>Sep '19</c:v>
                </c:pt>
                <c:pt idx="141">
                  <c:v>Oct '19</c:v>
                </c:pt>
                <c:pt idx="142">
                  <c:v>Nov '19</c:v>
                </c:pt>
                <c:pt idx="143">
                  <c:v>Dec '19</c:v>
                </c:pt>
                <c:pt idx="144">
                  <c:v>Jan '20</c:v>
                </c:pt>
                <c:pt idx="145">
                  <c:v>Feb '20</c:v>
                </c:pt>
                <c:pt idx="146">
                  <c:v>Mar '20</c:v>
                </c:pt>
                <c:pt idx="147">
                  <c:v>Apr '20</c:v>
                </c:pt>
                <c:pt idx="148">
                  <c:v>May '20</c:v>
                </c:pt>
                <c:pt idx="149">
                  <c:v>Jun '20</c:v>
                </c:pt>
                <c:pt idx="150">
                  <c:v>Jul '20</c:v>
                </c:pt>
                <c:pt idx="151">
                  <c:v>Aug '20</c:v>
                </c:pt>
                <c:pt idx="152">
                  <c:v>Sep '20</c:v>
                </c:pt>
                <c:pt idx="153">
                  <c:v>Oct '20</c:v>
                </c:pt>
                <c:pt idx="154">
                  <c:v>Nov '20</c:v>
                </c:pt>
                <c:pt idx="155">
                  <c:v>Dec '20</c:v>
                </c:pt>
                <c:pt idx="156">
                  <c:v>Jan '21</c:v>
                </c:pt>
                <c:pt idx="157">
                  <c:v>Feb '21</c:v>
                </c:pt>
                <c:pt idx="158">
                  <c:v>Mar '21</c:v>
                </c:pt>
                <c:pt idx="159">
                  <c:v>Apr '21</c:v>
                </c:pt>
                <c:pt idx="160">
                  <c:v>May '21</c:v>
                </c:pt>
                <c:pt idx="161">
                  <c:v>Jun '21</c:v>
                </c:pt>
                <c:pt idx="162">
                  <c:v>Jul '21</c:v>
                </c:pt>
                <c:pt idx="163">
                  <c:v>Aug '21</c:v>
                </c:pt>
                <c:pt idx="164">
                  <c:v>Sep '21</c:v>
                </c:pt>
                <c:pt idx="165">
                  <c:v>Oct '21</c:v>
                </c:pt>
                <c:pt idx="166">
                  <c:v>Nov '21</c:v>
                </c:pt>
                <c:pt idx="167">
                  <c:v>Dec '21</c:v>
                </c:pt>
                <c:pt idx="168">
                  <c:v>Jan '22</c:v>
                </c:pt>
                <c:pt idx="169">
                  <c:v>Feb '22</c:v>
                </c:pt>
                <c:pt idx="170">
                  <c:v>Mar '22</c:v>
                </c:pt>
                <c:pt idx="171">
                  <c:v>Apr '22</c:v>
                </c:pt>
                <c:pt idx="172">
                  <c:v>May '22</c:v>
                </c:pt>
                <c:pt idx="173">
                  <c:v>Jun '22</c:v>
                </c:pt>
                <c:pt idx="174">
                  <c:v>Jul '22</c:v>
                </c:pt>
                <c:pt idx="175">
                  <c:v>Aug '22</c:v>
                </c:pt>
                <c:pt idx="176">
                  <c:v>Sep '22</c:v>
                </c:pt>
                <c:pt idx="177">
                  <c:v>Oct '22</c:v>
                </c:pt>
                <c:pt idx="178">
                  <c:v>Nov '22</c:v>
                </c:pt>
                <c:pt idx="179">
                  <c:v>Dec '22</c:v>
                </c:pt>
                <c:pt idx="180">
                  <c:v>Jan '23</c:v>
                </c:pt>
                <c:pt idx="181">
                  <c:v>Feb '23</c:v>
                </c:pt>
                <c:pt idx="182">
                  <c:v>Mar '23</c:v>
                </c:pt>
                <c:pt idx="183">
                  <c:v>Apr '23</c:v>
                </c:pt>
                <c:pt idx="184">
                  <c:v>May '23</c:v>
                </c:pt>
                <c:pt idx="185">
                  <c:v>Jun '23</c:v>
                </c:pt>
                <c:pt idx="186">
                  <c:v>Jul '23</c:v>
                </c:pt>
                <c:pt idx="187">
                  <c:v>Aug '23</c:v>
                </c:pt>
                <c:pt idx="188">
                  <c:v>Sep' 23</c:v>
                </c:pt>
                <c:pt idx="189">
                  <c:v>Oct '23</c:v>
                </c:pt>
                <c:pt idx="190">
                  <c:v>Nov '23</c:v>
                </c:pt>
                <c:pt idx="191">
                  <c:v>Dec '23</c:v>
                </c:pt>
                <c:pt idx="192">
                  <c:v>Jan '24</c:v>
                </c:pt>
                <c:pt idx="193">
                  <c:v>Feb '24</c:v>
                </c:pt>
                <c:pt idx="194">
                  <c:v>Mar '24</c:v>
                </c:pt>
                <c:pt idx="195">
                  <c:v>Apr '24</c:v>
                </c:pt>
                <c:pt idx="196">
                  <c:v>May '24</c:v>
                </c:pt>
                <c:pt idx="197">
                  <c:v>Jun '24</c:v>
                </c:pt>
                <c:pt idx="198">
                  <c:v>Jul '24</c:v>
                </c:pt>
                <c:pt idx="199">
                  <c:v>Aug '24</c:v>
                </c:pt>
                <c:pt idx="200">
                  <c:v>Sep' 24</c:v>
                </c:pt>
                <c:pt idx="201">
                  <c:v>Oct '24</c:v>
                </c:pt>
                <c:pt idx="202">
                  <c:v>Nov '24</c:v>
                </c:pt>
                <c:pt idx="203">
                  <c:v>Dec '25</c:v>
                </c:pt>
                <c:pt idx="204">
                  <c:v>Jan '25</c:v>
                </c:pt>
                <c:pt idx="205">
                  <c:v>Feb '25</c:v>
                </c:pt>
                <c:pt idx="206">
                  <c:v>Mar '25</c:v>
                </c:pt>
                <c:pt idx="207">
                  <c:v>Apr '25</c:v>
                </c:pt>
                <c:pt idx="208">
                  <c:v>May '25</c:v>
                </c:pt>
              </c:strCache>
            </c:strRef>
          </c:cat>
          <c:val>
            <c:numRef>
              <c:f>Sheet1!$C$2:$C$210</c:f>
              <c:numCache>
                <c:ptCount val="209"/>
                <c:pt idx="0">
                  <c:v>0.0403</c:v>
                </c:pt>
                <c:pt idx="1">
                  <c:v>0.0395</c:v>
                </c:pt>
                <c:pt idx="2">
                  <c:v>0.038</c:v>
                </c:pt>
                <c:pt idx="3">
                  <c:v>0.0404</c:v>
                </c:pt>
                <c:pt idx="4">
                  <c:v>0.042</c:v>
                </c:pt>
                <c:pt idx="5">
                  <c:v>0.0452</c:v>
                </c:pt>
                <c:pt idx="6">
                  <c:v>0.0449</c:v>
                </c:pt>
                <c:pt idx="7">
                  <c:v>0.042</c:v>
                </c:pt>
                <c:pt idx="8">
                  <c:v>0.0409</c:v>
                </c:pt>
                <c:pt idx="9">
                  <c:v>0.0388</c:v>
                </c:pt>
                <c:pt idx="10">
                  <c:v>0.0356</c:v>
                </c:pt>
                <c:pt idx="11">
                  <c:v>0.0305</c:v>
                </c:pt>
                <c:pt idx="12">
                  <c:v>0.0307</c:v>
                </c:pt>
                <c:pt idx="13">
                  <c:v>0.0313</c:v>
                </c:pt>
                <c:pt idx="14">
                  <c:v>0.0302</c:v>
                </c:pt>
                <c:pt idx="15">
                  <c:v>0.0313</c:v>
                </c:pt>
                <c:pt idx="16">
                  <c:v>0.0337</c:v>
                </c:pt>
                <c:pt idx="17">
                  <c:v>0.0347</c:v>
                </c:pt>
                <c:pt idx="18">
                  <c:v>0.0334</c:v>
                </c:pt>
                <c:pt idx="19">
                  <c:v>0.0331</c:v>
                </c:pt>
                <c:pt idx="20">
                  <c:v>0.0326</c:v>
                </c:pt>
                <c:pt idx="21">
                  <c:v>0.0321</c:v>
                </c:pt>
                <c:pt idx="22">
                  <c:v>0.0322</c:v>
                </c:pt>
                <c:pt idx="23">
                  <c:v>0.0314</c:v>
                </c:pt>
                <c:pt idx="24">
                  <c:v>0.0326</c:v>
                </c:pt>
                <c:pt idx="25">
                  <c:v>0.0317</c:v>
                </c:pt>
                <c:pt idx="26">
                  <c:v>0.031</c:v>
                </c:pt>
                <c:pt idx="27">
                  <c:v>0.0306</c:v>
                </c:pt>
                <c:pt idx="28">
                  <c:v>0.0273</c:v>
                </c:pt>
                <c:pt idx="29">
                  <c:v>0.0254</c:v>
                </c:pt>
                <c:pt idx="30">
                  <c:v>0.0262</c:v>
                </c:pt>
                <c:pt idx="31">
                  <c:v>0.0235</c:v>
                </c:pt>
                <c:pt idx="32">
                  <c:v>0.023</c:v>
                </c:pt>
                <c:pt idx="33">
                  <c:v>0.0235</c:v>
                </c:pt>
                <c:pt idx="34">
                  <c:v>0.0253</c:v>
                </c:pt>
                <c:pt idx="35">
                  <c:v>0.0291</c:v>
                </c:pt>
                <c:pt idx="36">
                  <c:v>0.0302</c:v>
                </c:pt>
                <c:pt idx="37">
                  <c:v>0.032</c:v>
                </c:pt>
                <c:pt idx="38">
                  <c:v>0.0321</c:v>
                </c:pt>
                <c:pt idx="39">
                  <c:v>0.0334</c:v>
                </c:pt>
                <c:pt idx="40">
                  <c:v>0.0306</c:v>
                </c:pt>
                <c:pt idx="41">
                  <c:v>0.0289</c:v>
                </c:pt>
                <c:pt idx="42">
                  <c:v>0.0274</c:v>
                </c:pt>
                <c:pt idx="43">
                  <c:v>0.0221</c:v>
                </c:pt>
                <c:pt idx="44">
                  <c:v>0.0183</c:v>
                </c:pt>
                <c:pt idx="45">
                  <c:v>0.02</c:v>
                </c:pt>
                <c:pt idx="46">
                  <c:v>0.0187</c:v>
                </c:pt>
                <c:pt idx="47">
                  <c:v>0.0193</c:v>
                </c:pt>
                <c:pt idx="48">
                  <c:v>0.0182</c:v>
                </c:pt>
                <c:pt idx="49">
                  <c:v>0.0185</c:v>
                </c:pt>
                <c:pt idx="50">
                  <c:v>0.0183</c:v>
                </c:pt>
                <c:pt idx="51">
                  <c:v>0.0162</c:v>
                </c:pt>
                <c:pt idx="52">
                  <c:v>0.0134</c:v>
                </c:pt>
                <c:pt idx="53">
                  <c:v>0.013</c:v>
                </c:pt>
                <c:pt idx="54">
                  <c:v>0.0124</c:v>
                </c:pt>
                <c:pt idx="55">
                  <c:v>0.0134</c:v>
                </c:pt>
                <c:pt idx="56">
                  <c:v>0.0149</c:v>
                </c:pt>
                <c:pt idx="57">
                  <c:v>0.0147</c:v>
                </c:pt>
                <c:pt idx="58">
                  <c:v>0.0134</c:v>
                </c:pt>
                <c:pt idx="59">
                  <c:v>0.013</c:v>
                </c:pt>
                <c:pt idx="60">
                  <c:v>0.0151</c:v>
                </c:pt>
                <c:pt idx="61">
                  <c:v>0.0154</c:v>
                </c:pt>
                <c:pt idx="62">
                  <c:v>0.0135</c:v>
                </c:pt>
                <c:pt idx="63">
                  <c:v>0.012</c:v>
                </c:pt>
                <c:pt idx="64">
                  <c:v>0.0129</c:v>
                </c:pt>
                <c:pt idx="65">
                  <c:v>0.0153</c:v>
                </c:pt>
                <c:pt idx="66">
                  <c:v>0.0157</c:v>
                </c:pt>
                <c:pt idx="67">
                  <c:v>0.0174</c:v>
                </c:pt>
                <c:pt idx="68">
                  <c:v>0.0189</c:v>
                </c:pt>
                <c:pt idx="69">
                  <c:v>0.0176</c:v>
                </c:pt>
                <c:pt idx="70">
                  <c:v>0.0168</c:v>
                </c:pt>
                <c:pt idx="71">
                  <c:v>0.018</c:v>
                </c:pt>
                <c:pt idx="72">
                  <c:v>0.0176</c:v>
                </c:pt>
                <c:pt idx="73">
                  <c:v>0.0156</c:v>
                </c:pt>
                <c:pt idx="74">
                  <c:v>0.0151</c:v>
                </c:pt>
                <c:pt idx="75">
                  <c:v>0.0146</c:v>
                </c:pt>
                <c:pt idx="76">
                  <c:v>0.0133</c:v>
                </c:pt>
                <c:pt idx="77">
                  <c:v>0.0126</c:v>
                </c:pt>
                <c:pt idx="78">
                  <c:v>0.0111</c:v>
                </c:pt>
                <c:pt idx="79">
                  <c:v>0.0096</c:v>
                </c:pt>
                <c:pt idx="80">
                  <c:v>0.0092</c:v>
                </c:pt>
                <c:pt idx="81">
                  <c:v>0.0079</c:v>
                </c:pt>
                <c:pt idx="82">
                  <c:v>0.0072</c:v>
                </c:pt>
                <c:pt idx="83">
                  <c:v>0.0059</c:v>
                </c:pt>
                <c:pt idx="84">
                  <c:v>0.0039</c:v>
                </c:pt>
                <c:pt idx="85">
                  <c:v>0.003</c:v>
                </c:pt>
                <c:pt idx="86">
                  <c:v>0.0023</c:v>
                </c:pt>
                <c:pt idx="87">
                  <c:v>0.0012</c:v>
                </c:pt>
                <c:pt idx="88">
                  <c:v>0.0056</c:v>
                </c:pt>
                <c:pt idx="89">
                  <c:v>0.0079</c:v>
                </c:pt>
                <c:pt idx="90">
                  <c:v>0.0071</c:v>
                </c:pt>
                <c:pt idx="91">
                  <c:v>0.0061</c:v>
                </c:pt>
                <c:pt idx="92">
                  <c:v>0.0065</c:v>
                </c:pt>
                <c:pt idx="93">
                  <c:v>0.0052</c:v>
                </c:pt>
                <c:pt idx="94">
                  <c:v>0.0052</c:v>
                </c:pt>
                <c:pt idx="95">
                  <c:v>0.0055</c:v>
                </c:pt>
                <c:pt idx="96">
                  <c:v>0.0043</c:v>
                </c:pt>
                <c:pt idx="97">
                  <c:v>0.0017</c:v>
                </c:pt>
                <c:pt idx="98">
                  <c:v>0.0017</c:v>
                </c:pt>
                <c:pt idx="99">
                  <c:v>0.0013</c:v>
                </c:pt>
                <c:pt idx="100">
                  <c:v>0.0013</c:v>
                </c:pt>
                <c:pt idx="101">
                  <c:v>-0.0002</c:v>
                </c:pt>
                <c:pt idx="102">
                  <c:v>-0.0015</c:v>
                </c:pt>
                <c:pt idx="103">
                  <c:v>-0.0013</c:v>
                </c:pt>
                <c:pt idx="104">
                  <c:v>-0.0008</c:v>
                </c:pt>
                <c:pt idx="105">
                  <c:v>0</c:v>
                </c:pt>
                <c:pt idx="106">
                  <c:v>0.0019</c:v>
                </c:pt>
                <c:pt idx="107">
                  <c:v>0.0025</c:v>
                </c:pt>
                <c:pt idx="108">
                  <c:v>0.0025</c:v>
                </c:pt>
                <c:pt idx="109">
                  <c:v>0.0026</c:v>
                </c:pt>
                <c:pt idx="110">
                  <c:v>0.0035</c:v>
                </c:pt>
                <c:pt idx="111">
                  <c:v>0.0023</c:v>
                </c:pt>
                <c:pt idx="112">
                  <c:v>0.0034</c:v>
                </c:pt>
                <c:pt idx="113">
                  <c:v>0.0025</c:v>
                </c:pt>
                <c:pt idx="114">
                  <c:v>0.0046</c:v>
                </c:pt>
                <c:pt idx="115">
                  <c:v>0.0035</c:v>
                </c:pt>
                <c:pt idx="116">
                  <c:v>0.0035</c:v>
                </c:pt>
                <c:pt idx="117">
                  <c:v>0.0037</c:v>
                </c:pt>
                <c:pt idx="118">
                  <c:v>0.0031</c:v>
                </c:pt>
                <c:pt idx="119">
                  <c:v>0.003</c:v>
                </c:pt>
                <c:pt idx="120">
                  <c:v>0.0047</c:v>
                </c:pt>
                <c:pt idx="121">
                  <c:v>0.0066</c:v>
                </c:pt>
                <c:pt idx="122">
                  <c:v>0.0053</c:v>
                </c:pt>
                <c:pt idx="123">
                  <c:v>0.0048</c:v>
                </c:pt>
                <c:pt idx="124">
                  <c:v>0.0045</c:v>
                </c:pt>
                <c:pt idx="125">
                  <c:v>0.0033</c:v>
                </c:pt>
                <c:pt idx="126">
                  <c:v>0.0027</c:v>
                </c:pt>
                <c:pt idx="127">
                  <c:v>0.0029</c:v>
                </c:pt>
                <c:pt idx="128">
                  <c:v>0.0037</c:v>
                </c:pt>
                <c:pt idx="129">
                  <c:v>0.004</c:v>
                </c:pt>
                <c:pt idx="130">
                  <c:v>0.0031</c:v>
                </c:pt>
                <c:pt idx="131">
                  <c:v>0.0019</c:v>
                </c:pt>
                <c:pt idx="132">
                  <c:v>0.0013</c:v>
                </c:pt>
                <c:pt idx="133">
                  <c:v>0.0006</c:v>
                </c:pt>
                <c:pt idx="134">
                  <c:v>0.0001</c:v>
                </c:pt>
                <c:pt idx="135">
                  <c:v>-0.0004</c:v>
                </c:pt>
                <c:pt idx="136">
                  <c:v>-0.0013</c:v>
                </c:pt>
                <c:pt idx="137">
                  <c:v>-0.0032</c:v>
                </c:pt>
                <c:pt idx="138">
                  <c:v>-0.0039</c:v>
                </c:pt>
                <c:pt idx="139">
                  <c:v>-0.0065</c:v>
                </c:pt>
                <c:pt idx="140">
                  <c:v>-0.0059</c:v>
                </c:pt>
                <c:pt idx="141">
                  <c:v>-0.0047</c:v>
                </c:pt>
                <c:pt idx="142">
                  <c:v>-0.0035</c:v>
                </c:pt>
                <c:pt idx="143">
                  <c:v>-0.003</c:v>
                </c:pt>
                <c:pt idx="144">
                  <c:v>-0.0031</c:v>
                </c:pt>
                <c:pt idx="145">
                  <c:v>-0.0047</c:v>
                </c:pt>
                <c:pt idx="146">
                  <c:v>-0.0054</c:v>
                </c:pt>
                <c:pt idx="147">
                  <c:v>-0.0045</c:v>
                </c:pt>
                <c:pt idx="148">
                  <c:v>-0.0052</c:v>
                </c:pt>
                <c:pt idx="149">
                  <c:v>-0.0043</c:v>
                </c:pt>
                <c:pt idx="150">
                  <c:v>-0.0052</c:v>
                </c:pt>
                <c:pt idx="151">
                  <c:v>-0.0052</c:v>
                </c:pt>
                <c:pt idx="152">
                  <c:v>-0.0052</c:v>
                </c:pt>
                <c:pt idx="153">
                  <c:v>-0.0061</c:v>
                </c:pt>
                <c:pt idx="154">
                  <c:v>-0.0061</c:v>
                </c:pt>
                <c:pt idx="155">
                  <c:v>-0.0062</c:v>
                </c:pt>
                <c:pt idx="156">
                  <c:v>-0.0058</c:v>
                </c:pt>
                <c:pt idx="157">
                  <c:v>-0.0045</c:v>
                </c:pt>
                <c:pt idx="158">
                  <c:v>-0.0036</c:v>
                </c:pt>
                <c:pt idx="159">
                  <c:v>-0.0033</c:v>
                </c:pt>
                <c:pt idx="160">
                  <c:v>-0.0022</c:v>
                </c:pt>
                <c:pt idx="161">
                  <c:v>-0.0029</c:v>
                </c:pt>
                <c:pt idx="162">
                  <c:v>-0.0045</c:v>
                </c:pt>
                <c:pt idx="163">
                  <c:v>-0.0054</c:v>
                </c:pt>
                <c:pt idx="164">
                  <c:v>-0.0036</c:v>
                </c:pt>
                <c:pt idx="165">
                  <c:v>-0.002</c:v>
                </c:pt>
                <c:pt idx="166">
                  <c:v>-0.0031</c:v>
                </c:pt>
                <c:pt idx="167">
                  <c:v>-0.0038</c:v>
                </c:pt>
                <c:pt idx="168">
                  <c:v>-0.0011</c:v>
                </c:pt>
                <c:pt idx="169">
                  <c:v>0.0015</c:v>
                </c:pt>
                <c:pt idx="170">
                  <c:v>0.0028</c:v>
                </c:pt>
                <c:pt idx="171">
                  <c:v>0.0075</c:v>
                </c:pt>
                <c:pt idx="172">
                  <c:v>0.0095</c:v>
                </c:pt>
                <c:pt idx="173">
                  <c:v>0.0145</c:v>
                </c:pt>
                <c:pt idx="174">
                  <c:v>0.0108</c:v>
                </c:pt>
                <c:pt idx="175">
                  <c:v>0.0103</c:v>
                </c:pt>
                <c:pt idx="176">
                  <c:v>0.018</c:v>
                </c:pt>
                <c:pt idx="177">
                  <c:v>0.0219</c:v>
                </c:pt>
                <c:pt idx="178">
                  <c:v>0.0207</c:v>
                </c:pt>
                <c:pt idx="179">
                  <c:v>0.0209</c:v>
                </c:pt>
                <c:pt idx="180">
                  <c:v>0.0219</c:v>
                </c:pt>
                <c:pt idx="181">
                  <c:v>0.0237</c:v>
                </c:pt>
                <c:pt idx="182">
                  <c:v>0.0238</c:v>
                </c:pt>
                <c:pt idx="183">
                  <c:v>0.0236</c:v>
                </c:pt>
                <c:pt idx="184">
                  <c:v>0.0234</c:v>
                </c:pt>
                <c:pt idx="185">
                  <c:v>0.0238</c:v>
                </c:pt>
                <c:pt idx="186">
                  <c:v>0.0246</c:v>
                </c:pt>
                <c:pt idx="187">
                  <c:v>0.0255</c:v>
                </c:pt>
                <c:pt idx="188">
                  <c:v>0.0266</c:v>
                </c:pt>
                <c:pt idx="189">
                  <c:v>0.0282</c:v>
                </c:pt>
                <c:pt idx="190">
                  <c:v>0.026</c:v>
                </c:pt>
                <c:pt idx="191">
                  <c:v>0.021</c:v>
                </c:pt>
                <c:pt idx="192">
                  <c:v>0.0217</c:v>
                </c:pt>
                <c:pt idx="193">
                  <c:v>0.0233</c:v>
                </c:pt>
                <c:pt idx="194">
                  <c:v>0.0235</c:v>
                </c:pt>
                <c:pt idx="195">
                  <c:v>0.0245</c:v>
                </c:pt>
                <c:pt idx="196">
                  <c:v>0.0252</c:v>
                </c:pt>
                <c:pt idx="197">
                  <c:v>0.0248</c:v>
                </c:pt>
                <c:pt idx="198">
                  <c:v>0.0246</c:v>
                </c:pt>
                <c:pt idx="199">
                  <c:v>0.0221</c:v>
                </c:pt>
                <c:pt idx="200">
                  <c:v>0.0217</c:v>
                </c:pt>
                <c:pt idx="201">
                  <c:v>0.0223</c:v>
                </c:pt>
                <c:pt idx="202">
                  <c:v>0.0231</c:v>
                </c:pt>
                <c:pt idx="203">
                  <c:v>0.0218</c:v>
                </c:pt>
                <c:pt idx="204">
                  <c:v>0.0248</c:v>
                </c:pt>
                <c:pt idx="205">
                  <c:v>0.0241</c:v>
                </c:pt>
                <c:pt idx="206">
                  <c:v>0.0274</c:v>
                </c:pt>
                <c:pt idx="207">
                  <c:v>0.0251</c:v>
                </c:pt>
                <c:pt idx="208">
                  <c:v>0.0256</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Bond yield</a:t>
                </a:r>
              </a:p>
            </c:rich>
          </c:tx>
          <c:overlay val="0"/>
        </c:title>
        <c:numFmt formatCode="#,##0.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Sheet1!$A$2:$A$235</c:f>
              <c:strCache>
                <c:ptCount val="234"/>
                <c:pt idx="0">
                  <c:v>Jan-06</c:v>
                </c:pt>
                <c:pt idx="1">
                  <c:v>Feb-06</c:v>
                </c:pt>
                <c:pt idx="2">
                  <c:v>Mar-06</c:v>
                </c:pt>
                <c:pt idx="3">
                  <c:v>Apr-06</c:v>
                </c:pt>
                <c:pt idx="4">
                  <c:v>May-06</c:v>
                </c:pt>
                <c:pt idx="5">
                  <c:v>Jun-06</c:v>
                </c:pt>
                <c:pt idx="6">
                  <c:v>Jul-06</c:v>
                </c:pt>
                <c:pt idx="7">
                  <c:v>Aug-06</c:v>
                </c:pt>
                <c:pt idx="8">
                  <c:v>Sep-06</c:v>
                </c:pt>
                <c:pt idx="9">
                  <c:v>Oct-06</c:v>
                </c:pt>
                <c:pt idx="10">
                  <c:v>Nov-06</c:v>
                </c:pt>
                <c:pt idx="11">
                  <c:v>Dec-06</c:v>
                </c:pt>
                <c:pt idx="12">
                  <c:v>Jan-07</c:v>
                </c:pt>
                <c:pt idx="13">
                  <c:v>Feb-07</c:v>
                </c:pt>
                <c:pt idx="14">
                  <c:v>Mar-07</c:v>
                </c:pt>
                <c:pt idx="15">
                  <c:v>Apr-07</c:v>
                </c:pt>
                <c:pt idx="16">
                  <c:v>May-07</c:v>
                </c:pt>
                <c:pt idx="17">
                  <c:v>Jun-07</c:v>
                </c:pt>
                <c:pt idx="18">
                  <c:v>Jul-07</c:v>
                </c:pt>
                <c:pt idx="19">
                  <c:v>Aug-07</c:v>
                </c:pt>
                <c:pt idx="20">
                  <c:v>Sep-07</c:v>
                </c:pt>
                <c:pt idx="21">
                  <c:v>Oct-07</c:v>
                </c:pt>
                <c:pt idx="22">
                  <c:v>Nov-07</c:v>
                </c:pt>
                <c:pt idx="23">
                  <c:v>Dec-07</c:v>
                </c:pt>
                <c:pt idx="24">
                  <c:v>Jan-08</c:v>
                </c:pt>
                <c:pt idx="25">
                  <c:v>Feb-08</c:v>
                </c:pt>
                <c:pt idx="26">
                  <c:v>Mar-08</c:v>
                </c:pt>
                <c:pt idx="27">
                  <c:v>Apr-08</c:v>
                </c:pt>
                <c:pt idx="28">
                  <c:v>May-08</c:v>
                </c:pt>
                <c:pt idx="29">
                  <c:v>Jun-08</c:v>
                </c:pt>
                <c:pt idx="30">
                  <c:v>Jul-08</c:v>
                </c:pt>
                <c:pt idx="31">
                  <c:v>Aug-08</c:v>
                </c:pt>
                <c:pt idx="32">
                  <c:v>Sep-08</c:v>
                </c:pt>
                <c:pt idx="33">
                  <c:v>Oct-08</c:v>
                </c:pt>
                <c:pt idx="34">
                  <c:v>Nov-08</c:v>
                </c:pt>
                <c:pt idx="35">
                  <c:v>Dec-08</c:v>
                </c:pt>
                <c:pt idx="36">
                  <c:v>Jan-09</c:v>
                </c:pt>
                <c:pt idx="37">
                  <c:v>Feb-09</c:v>
                </c:pt>
                <c:pt idx="38">
                  <c:v>Mar-09</c:v>
                </c:pt>
                <c:pt idx="39">
                  <c:v>Apr-09</c:v>
                </c:pt>
                <c:pt idx="40">
                  <c:v>May-09</c:v>
                </c:pt>
                <c:pt idx="41">
                  <c:v>Jun-09</c:v>
                </c:pt>
                <c:pt idx="42">
                  <c:v>Jul-09</c:v>
                </c:pt>
                <c:pt idx="43">
                  <c:v>Aug-09</c:v>
                </c:pt>
                <c:pt idx="44">
                  <c:v>Sep-09</c:v>
                </c:pt>
                <c:pt idx="45">
                  <c:v>Oct-09</c:v>
                </c:pt>
                <c:pt idx="46">
                  <c:v>Nov-09</c:v>
                </c:pt>
                <c:pt idx="47">
                  <c:v>Dec-09</c:v>
                </c:pt>
                <c:pt idx="48">
                  <c:v>Jan-10</c:v>
                </c:pt>
                <c:pt idx="49">
                  <c:v>Feb-10</c:v>
                </c:pt>
                <c:pt idx="50">
                  <c:v>Mar-10</c:v>
                </c:pt>
                <c:pt idx="51">
                  <c:v>Apr-10</c:v>
                </c:pt>
                <c:pt idx="52">
                  <c:v>May-10</c:v>
                </c:pt>
                <c:pt idx="53">
                  <c:v>Jun-10</c:v>
                </c:pt>
                <c:pt idx="54">
                  <c:v>Jul-10</c:v>
                </c:pt>
                <c:pt idx="55">
                  <c:v>Aug-10</c:v>
                </c:pt>
                <c:pt idx="56">
                  <c:v>Sep-10</c:v>
                </c:pt>
                <c:pt idx="57">
                  <c:v>Oct-10</c:v>
                </c:pt>
                <c:pt idx="58">
                  <c:v>Nov-10</c:v>
                </c:pt>
                <c:pt idx="59">
                  <c:v>Dec-10</c:v>
                </c:pt>
                <c:pt idx="60">
                  <c:v>Jan-11</c:v>
                </c:pt>
                <c:pt idx="61">
                  <c:v>Feb-11</c:v>
                </c:pt>
                <c:pt idx="62">
                  <c:v>Mar-11</c:v>
                </c:pt>
                <c:pt idx="63">
                  <c:v>Apr-11</c:v>
                </c:pt>
                <c:pt idx="64">
                  <c:v>May-11</c:v>
                </c:pt>
                <c:pt idx="65">
                  <c:v>Jun-11</c:v>
                </c:pt>
                <c:pt idx="66">
                  <c:v>Jul-11</c:v>
                </c:pt>
                <c:pt idx="67">
                  <c:v>Aug-11</c:v>
                </c:pt>
                <c:pt idx="68">
                  <c:v>Sep-11</c:v>
                </c:pt>
                <c:pt idx="69">
                  <c:v>Oct-11</c:v>
                </c:pt>
                <c:pt idx="70">
                  <c:v>Nov-11</c:v>
                </c:pt>
                <c:pt idx="71">
                  <c:v>Dec-11</c:v>
                </c:pt>
                <c:pt idx="72">
                  <c:v>Jan-12</c:v>
                </c:pt>
                <c:pt idx="73">
                  <c:v>Feb-12</c:v>
                </c:pt>
                <c:pt idx="74">
                  <c:v>Mar-12</c:v>
                </c:pt>
                <c:pt idx="75">
                  <c:v>Apr-12</c:v>
                </c:pt>
                <c:pt idx="76">
                  <c:v>May-12</c:v>
                </c:pt>
                <c:pt idx="77">
                  <c:v>Jun-12</c:v>
                </c:pt>
                <c:pt idx="78">
                  <c:v>Jul-12</c:v>
                </c:pt>
                <c:pt idx="79">
                  <c:v>Aug-12</c:v>
                </c:pt>
                <c:pt idx="80">
                  <c:v>Sep-12</c:v>
                </c:pt>
                <c:pt idx="81">
                  <c:v>Oct-12</c:v>
                </c:pt>
                <c:pt idx="82">
                  <c:v>Nov-12</c:v>
                </c:pt>
                <c:pt idx="83">
                  <c:v>Dec-12</c:v>
                </c:pt>
                <c:pt idx="84">
                  <c:v>Jan-13</c:v>
                </c:pt>
                <c:pt idx="85">
                  <c:v>Feb-13</c:v>
                </c:pt>
                <c:pt idx="86">
                  <c:v>Mar-13</c:v>
                </c:pt>
                <c:pt idx="87">
                  <c:v>Apr-13</c:v>
                </c:pt>
                <c:pt idx="88">
                  <c:v>May-13</c:v>
                </c:pt>
                <c:pt idx="89">
                  <c:v>Jun-13</c:v>
                </c:pt>
                <c:pt idx="90">
                  <c:v>Jul-13</c:v>
                </c:pt>
                <c:pt idx="91">
                  <c:v>Aug-13</c:v>
                </c:pt>
                <c:pt idx="92">
                  <c:v>Sep-13</c:v>
                </c:pt>
                <c:pt idx="93">
                  <c:v>Oct-13</c:v>
                </c:pt>
                <c:pt idx="94">
                  <c:v>Nov-13</c:v>
                </c:pt>
                <c:pt idx="95">
                  <c:v>Dec-13</c:v>
                </c:pt>
                <c:pt idx="96">
                  <c:v>Jan-14</c:v>
                </c:pt>
                <c:pt idx="97">
                  <c:v>Feb-14</c:v>
                </c:pt>
                <c:pt idx="98">
                  <c:v>Mar-14</c:v>
                </c:pt>
                <c:pt idx="99">
                  <c:v>Apr-14</c:v>
                </c:pt>
                <c:pt idx="100">
                  <c:v>May-14</c:v>
                </c:pt>
                <c:pt idx="101">
                  <c:v>Jun-14</c:v>
                </c:pt>
                <c:pt idx="102">
                  <c:v>Jul-14</c:v>
                </c:pt>
                <c:pt idx="103">
                  <c:v>Aug-14</c:v>
                </c:pt>
                <c:pt idx="104">
                  <c:v>Sep-14</c:v>
                </c:pt>
                <c:pt idx="105">
                  <c:v>Oct-14</c:v>
                </c:pt>
                <c:pt idx="106">
                  <c:v>Nov-14</c:v>
                </c:pt>
                <c:pt idx="107">
                  <c:v>Dec-14</c:v>
                </c:pt>
                <c:pt idx="108">
                  <c:v>Jan-15</c:v>
                </c:pt>
                <c:pt idx="109">
                  <c:v>Feb-15</c:v>
                </c:pt>
                <c:pt idx="110">
                  <c:v>Mar-15</c:v>
                </c:pt>
                <c:pt idx="111">
                  <c:v>Apr-15</c:v>
                </c:pt>
                <c:pt idx="112">
                  <c:v>May-15</c:v>
                </c:pt>
                <c:pt idx="113">
                  <c:v>Jun-15</c:v>
                </c:pt>
                <c:pt idx="114">
                  <c:v>Jul-15</c:v>
                </c:pt>
                <c:pt idx="115">
                  <c:v>Aug-15</c:v>
                </c:pt>
                <c:pt idx="116">
                  <c:v>Sep-15</c:v>
                </c:pt>
                <c:pt idx="117">
                  <c:v>Oct-15</c:v>
                </c:pt>
                <c:pt idx="118">
                  <c:v>Nov-15</c:v>
                </c:pt>
                <c:pt idx="119">
                  <c:v>Dec-15</c:v>
                </c:pt>
                <c:pt idx="120">
                  <c:v>Jan-16</c:v>
                </c:pt>
                <c:pt idx="121">
                  <c:v>Feb-16</c:v>
                </c:pt>
                <c:pt idx="122">
                  <c:v>Mar-16</c:v>
                </c:pt>
                <c:pt idx="123">
                  <c:v>Apr-16</c:v>
                </c:pt>
                <c:pt idx="124">
                  <c:v>May-16</c:v>
                </c:pt>
                <c:pt idx="125">
                  <c:v>Jun-16</c:v>
                </c:pt>
                <c:pt idx="126">
                  <c:v>Jul-16</c:v>
                </c:pt>
                <c:pt idx="127">
                  <c:v>Aug-16</c:v>
                </c:pt>
                <c:pt idx="128">
                  <c:v>Sep-16</c:v>
                </c:pt>
                <c:pt idx="129">
                  <c:v>Oct-16</c:v>
                </c:pt>
                <c:pt idx="130">
                  <c:v>Nov-16</c:v>
                </c:pt>
                <c:pt idx="131">
                  <c:v>Dec-16</c:v>
                </c:pt>
                <c:pt idx="132">
                  <c:v>Jan-17</c:v>
                </c:pt>
                <c:pt idx="133">
                  <c:v>Feb-17</c:v>
                </c:pt>
                <c:pt idx="134">
                  <c:v>Mar-17</c:v>
                </c:pt>
                <c:pt idx="135">
                  <c:v>Apr-17</c:v>
                </c:pt>
                <c:pt idx="136">
                  <c:v>May-17</c:v>
                </c:pt>
                <c:pt idx="137">
                  <c:v>Jun-17</c:v>
                </c:pt>
                <c:pt idx="138">
                  <c:v>Jul-17</c:v>
                </c:pt>
                <c:pt idx="139">
                  <c:v>Aug-17</c:v>
                </c:pt>
                <c:pt idx="140">
                  <c:v>Sep-17</c:v>
                </c:pt>
                <c:pt idx="141">
                  <c:v>Oct-17</c:v>
                </c:pt>
                <c:pt idx="142">
                  <c:v>Nov-17</c:v>
                </c:pt>
                <c:pt idx="143">
                  <c:v>Dec-17</c:v>
                </c:pt>
                <c:pt idx="144">
                  <c:v>Jan-18</c:v>
                </c:pt>
                <c:pt idx="145">
                  <c:v>Feb-18</c:v>
                </c:pt>
                <c:pt idx="146">
                  <c:v>Mar-18</c:v>
                </c:pt>
                <c:pt idx="147">
                  <c:v>Apr-18</c:v>
                </c:pt>
                <c:pt idx="148">
                  <c:v>May-18</c:v>
                </c:pt>
                <c:pt idx="149">
                  <c:v>Jun-18</c:v>
                </c:pt>
                <c:pt idx="150">
                  <c:v>Jul-18</c:v>
                </c:pt>
                <c:pt idx="151">
                  <c:v>Aug-18</c:v>
                </c:pt>
                <c:pt idx="152">
                  <c:v>Sep-18</c:v>
                </c:pt>
                <c:pt idx="153">
                  <c:v>Oct-18</c:v>
                </c:pt>
                <c:pt idx="154">
                  <c:v>Nov-18</c:v>
                </c:pt>
                <c:pt idx="155">
                  <c:v>Dec-18</c:v>
                </c:pt>
                <c:pt idx="156">
                  <c:v>Jan-19</c:v>
                </c:pt>
                <c:pt idx="157">
                  <c:v>Feb-19</c:v>
                </c:pt>
                <c:pt idx="158">
                  <c:v>Mar-19</c:v>
                </c:pt>
                <c:pt idx="159">
                  <c:v>Apr-19</c:v>
                </c:pt>
                <c:pt idx="160">
                  <c:v>May-19</c:v>
                </c:pt>
                <c:pt idx="161">
                  <c:v>Jun-19</c:v>
                </c:pt>
                <c:pt idx="162">
                  <c:v>Jul-19</c:v>
                </c:pt>
                <c:pt idx="163">
                  <c:v>Aug-19</c:v>
                </c:pt>
                <c:pt idx="164">
                  <c:v>Sep-19</c:v>
                </c:pt>
                <c:pt idx="165">
                  <c:v>Oct-19</c:v>
                </c:pt>
                <c:pt idx="166">
                  <c:v>Nov-19</c:v>
                </c:pt>
                <c:pt idx="167">
                  <c:v>Dec-19</c:v>
                </c:pt>
                <c:pt idx="168">
                  <c:v>Jan-20</c:v>
                </c:pt>
                <c:pt idx="169">
                  <c:v>Feb-20</c:v>
                </c:pt>
                <c:pt idx="170">
                  <c:v>Mar-20</c:v>
                </c:pt>
                <c:pt idx="171">
                  <c:v>Apr-20</c:v>
                </c:pt>
                <c:pt idx="172">
                  <c:v>May-20</c:v>
                </c:pt>
                <c:pt idx="173">
                  <c:v>Jun-20</c:v>
                </c:pt>
                <c:pt idx="174">
                  <c:v>Jul-20</c:v>
                </c:pt>
                <c:pt idx="175">
                  <c:v>Aug-20</c:v>
                </c:pt>
                <c:pt idx="176">
                  <c:v>Sep-20</c:v>
                </c:pt>
                <c:pt idx="177">
                  <c:v>Oct-20</c:v>
                </c:pt>
                <c:pt idx="178">
                  <c:v>Nov-20</c:v>
                </c:pt>
                <c:pt idx="179">
                  <c:v>Dec-20</c:v>
                </c:pt>
                <c:pt idx="180">
                  <c:v>Jan-21</c:v>
                </c:pt>
                <c:pt idx="181">
                  <c:v>Feb-21</c:v>
                </c:pt>
                <c:pt idx="182">
                  <c:v>Mar-21</c:v>
                </c:pt>
                <c:pt idx="183">
                  <c:v>Apr-21</c:v>
                </c:pt>
                <c:pt idx="184">
                  <c:v>May-21</c:v>
                </c:pt>
                <c:pt idx="185">
                  <c:v>Jun-21</c:v>
                </c:pt>
                <c:pt idx="186">
                  <c:v>Jul-21</c:v>
                </c:pt>
                <c:pt idx="187">
                  <c:v>Aug-21</c:v>
                </c:pt>
                <c:pt idx="188">
                  <c:v>Sep-21</c:v>
                </c:pt>
                <c:pt idx="189">
                  <c:v>Oct-21</c:v>
                </c:pt>
                <c:pt idx="190">
                  <c:v>Nov-21</c:v>
                </c:pt>
                <c:pt idx="191">
                  <c:v>Dec-21</c:v>
                </c:pt>
                <c:pt idx="192">
                  <c:v>Jan-22</c:v>
                </c:pt>
                <c:pt idx="193">
                  <c:v>Feb-22</c:v>
                </c:pt>
                <c:pt idx="194">
                  <c:v>Mar-22</c:v>
                </c:pt>
                <c:pt idx="195">
                  <c:v>Apr-22</c:v>
                </c:pt>
                <c:pt idx="196">
                  <c:v>May-22</c:v>
                </c:pt>
                <c:pt idx="197">
                  <c:v>Jun-22</c:v>
                </c:pt>
                <c:pt idx="198">
                  <c:v>Jul-22</c:v>
                </c:pt>
                <c:pt idx="199">
                  <c:v>Aug-22</c:v>
                </c:pt>
                <c:pt idx="200">
                  <c:v>Sep-22</c:v>
                </c:pt>
                <c:pt idx="201">
                  <c:v>Oct-22</c:v>
                </c:pt>
                <c:pt idx="202">
                  <c:v>Nov-22</c:v>
                </c:pt>
                <c:pt idx="203">
                  <c:v>Dec-22</c:v>
                </c:pt>
                <c:pt idx="204">
                  <c:v>Jan-23</c:v>
                </c:pt>
                <c:pt idx="205">
                  <c:v>Feb-23</c:v>
                </c:pt>
                <c:pt idx="206">
                  <c:v>Mar-23</c:v>
                </c:pt>
                <c:pt idx="207">
                  <c:v>Apr-23</c:v>
                </c:pt>
                <c:pt idx="208">
                  <c:v>May-23</c:v>
                </c:pt>
                <c:pt idx="209">
                  <c:v>Jun-23</c:v>
                </c:pt>
                <c:pt idx="210">
                  <c:v>Jul-23</c:v>
                </c:pt>
                <c:pt idx="211">
                  <c:v>Aug-23</c:v>
                </c:pt>
                <c:pt idx="212">
                  <c:v>Sep-23</c:v>
                </c:pt>
                <c:pt idx="213">
                  <c:v>Oct-23</c:v>
                </c:pt>
                <c:pt idx="214">
                  <c:v>Nov-23</c:v>
                </c:pt>
                <c:pt idx="215">
                  <c:v>Dec-23</c:v>
                </c:pt>
                <c:pt idx="216">
                  <c:v>Jan-24</c:v>
                </c:pt>
                <c:pt idx="217">
                  <c:v>Feb-24</c:v>
                </c:pt>
                <c:pt idx="218">
                  <c:v>Mar-24</c:v>
                </c:pt>
                <c:pt idx="219">
                  <c:v>Apr-24</c:v>
                </c:pt>
                <c:pt idx="220">
                  <c:v>May-24</c:v>
                </c:pt>
                <c:pt idx="221">
                  <c:v>Jun-24</c:v>
                </c:pt>
                <c:pt idx="222">
                  <c:v>Jul-24</c:v>
                </c:pt>
                <c:pt idx="223">
                  <c:v>Aug-24</c:v>
                </c:pt>
                <c:pt idx="224">
                  <c:v>Sep-24</c:v>
                </c:pt>
                <c:pt idx="225">
                  <c:v>Oct-24</c:v>
                </c:pt>
                <c:pt idx="226">
                  <c:v>Nov-24</c:v>
                </c:pt>
                <c:pt idx="227">
                  <c:v>Dec-24</c:v>
                </c:pt>
                <c:pt idx="228">
                  <c:v>Jan-25</c:v>
                </c:pt>
                <c:pt idx="229">
                  <c:v>Feb-25</c:v>
                </c:pt>
                <c:pt idx="230">
                  <c:v>Mar-25</c:v>
                </c:pt>
                <c:pt idx="231">
                  <c:v>Apr-25</c:v>
                </c:pt>
                <c:pt idx="232">
                  <c:v>May-25</c:v>
                </c:pt>
                <c:pt idx="233">
                  <c:v>Jun-25</c:v>
                </c:pt>
              </c:strCache>
            </c:strRef>
          </c:cat>
          <c:val>
            <c:numRef>
              <c:f>Sheet1!$B$2:$B$235</c:f>
              <c:numCache>
                <c:ptCount val="234"/>
                <c:pt idx="0">
                  <c:v>0.0002</c:v>
                </c:pt>
                <c:pt idx="1">
                  <c:v>-0.001</c:v>
                </c:pt>
                <c:pt idx="2">
                  <c:v>-0.0001</c:v>
                </c:pt>
                <c:pt idx="3">
                  <c:v>0.001</c:v>
                </c:pt>
                <c:pt idx="4">
                  <c:v>0.0014</c:v>
                </c:pt>
                <c:pt idx="5">
                  <c:v>-0.0001</c:v>
                </c:pt>
                <c:pt idx="6">
                  <c:v>-0.0003</c:v>
                </c:pt>
                <c:pt idx="7">
                  <c:v>-0.0002</c:v>
                </c:pt>
                <c:pt idx="8">
                  <c:v>-0.0005</c:v>
                </c:pt>
                <c:pt idx="9">
                  <c:v>-0.0007</c:v>
                </c:pt>
                <c:pt idx="10">
                  <c:v>-0.0014</c:v>
                </c:pt>
                <c:pt idx="11">
                  <c:v>-0.0011</c:v>
                </c:pt>
                <c:pt idx="12">
                  <c:v>-0.0012</c:v>
                </c:pt>
                <c:pt idx="13">
                  <c:v>-0.0013</c:v>
                </c:pt>
                <c:pt idx="14">
                  <c:v>-0.0001</c:v>
                </c:pt>
                <c:pt idx="15">
                  <c:v>0.0002</c:v>
                </c:pt>
                <c:pt idx="16">
                  <c:v>-0.0002</c:v>
                </c:pt>
                <c:pt idx="17">
                  <c:v>0.0012</c:v>
                </c:pt>
                <c:pt idx="18">
                  <c:v>0.0018</c:v>
                </c:pt>
                <c:pt idx="19">
                  <c:v>0.0036</c:v>
                </c:pt>
                <c:pt idx="20">
                  <c:v>0.0051</c:v>
                </c:pt>
                <c:pt idx="21">
                  <c:v>0.0056</c:v>
                </c:pt>
                <c:pt idx="22">
                  <c:v>0.0081</c:v>
                </c:pt>
                <c:pt idx="23">
                  <c:v>0.0098</c:v>
                </c:pt>
                <c:pt idx="24">
                  <c:v>0.0126</c:v>
                </c:pt>
                <c:pt idx="25">
                  <c:v>0.0177</c:v>
                </c:pt>
                <c:pt idx="26">
                  <c:v>0.0189</c:v>
                </c:pt>
                <c:pt idx="27">
                  <c:v>0.0163</c:v>
                </c:pt>
                <c:pt idx="28">
                  <c:v>0.0143</c:v>
                </c:pt>
                <c:pt idx="29">
                  <c:v>0.0133</c:v>
                </c:pt>
                <c:pt idx="30">
                  <c:v>0.0144</c:v>
                </c:pt>
                <c:pt idx="31">
                  <c:v>0.0147</c:v>
                </c:pt>
                <c:pt idx="32">
                  <c:v>0.0161</c:v>
                </c:pt>
                <c:pt idx="33">
                  <c:v>0.022</c:v>
                </c:pt>
                <c:pt idx="34">
                  <c:v>0.0232</c:v>
                </c:pt>
                <c:pt idx="35">
                  <c:v>0.016</c:v>
                </c:pt>
                <c:pt idx="36">
                  <c:v>0.0171</c:v>
                </c:pt>
                <c:pt idx="37">
                  <c:v>0.0189</c:v>
                </c:pt>
                <c:pt idx="38">
                  <c:v>0.0189</c:v>
                </c:pt>
                <c:pt idx="39">
                  <c:v>0.02</c:v>
                </c:pt>
                <c:pt idx="40">
                  <c:v>0.0236</c:v>
                </c:pt>
                <c:pt idx="41">
                  <c:v>0.0254</c:v>
                </c:pt>
                <c:pt idx="42">
                  <c:v>0.0254</c:v>
                </c:pt>
                <c:pt idx="43">
                  <c:v>0.0247</c:v>
                </c:pt>
                <c:pt idx="44">
                  <c:v>0.0244</c:v>
                </c:pt>
                <c:pt idx="45">
                  <c:v>0.0244</c:v>
                </c:pt>
                <c:pt idx="46">
                  <c:v>0.026</c:v>
                </c:pt>
                <c:pt idx="47">
                  <c:v>0.0272</c:v>
                </c:pt>
                <c:pt idx="48">
                  <c:v>0.028</c:v>
                </c:pt>
                <c:pt idx="49">
                  <c:v>0.0283</c:v>
                </c:pt>
                <c:pt idx="50">
                  <c:v>0.0277</c:v>
                </c:pt>
                <c:pt idx="51">
                  <c:v>0.0279</c:v>
                </c:pt>
                <c:pt idx="52">
                  <c:v>0.0259</c:v>
                </c:pt>
                <c:pt idx="53">
                  <c:v>0.0248</c:v>
                </c:pt>
                <c:pt idx="54">
                  <c:v>0.0239</c:v>
                </c:pt>
                <c:pt idx="55">
                  <c:v>0.0218</c:v>
                </c:pt>
                <c:pt idx="56">
                  <c:v>0.0217</c:v>
                </c:pt>
                <c:pt idx="57">
                  <c:v>0.0216</c:v>
                </c:pt>
                <c:pt idx="58">
                  <c:v>0.0231</c:v>
                </c:pt>
                <c:pt idx="59">
                  <c:v>0.0267</c:v>
                </c:pt>
                <c:pt idx="60">
                  <c:v>0.0278</c:v>
                </c:pt>
                <c:pt idx="61">
                  <c:v>0.0281</c:v>
                </c:pt>
                <c:pt idx="62">
                  <c:v>0.0271</c:v>
                </c:pt>
                <c:pt idx="63">
                  <c:v>0.0273</c:v>
                </c:pt>
                <c:pt idx="64">
                  <c:v>0.0261</c:v>
                </c:pt>
                <c:pt idx="65">
                  <c:v>0.0259</c:v>
                </c:pt>
                <c:pt idx="66">
                  <c:v>0.0259</c:v>
                </c:pt>
                <c:pt idx="67">
                  <c:v>0.0207</c:v>
                </c:pt>
                <c:pt idx="68">
                  <c:v>0.0177</c:v>
                </c:pt>
                <c:pt idx="69">
                  <c:v>0.0187</c:v>
                </c:pt>
                <c:pt idx="70">
                  <c:v>0.0176</c:v>
                </c:pt>
                <c:pt idx="71">
                  <c:v>0.0172</c:v>
                </c:pt>
                <c:pt idx="72">
                  <c:v>0.0173</c:v>
                </c:pt>
                <c:pt idx="73">
                  <c:v>0.0169</c:v>
                </c:pt>
                <c:pt idx="74">
                  <c:v>0.0183</c:v>
                </c:pt>
                <c:pt idx="75">
                  <c:v>0.0176</c:v>
                </c:pt>
                <c:pt idx="76">
                  <c:v>0.0151</c:v>
                </c:pt>
                <c:pt idx="77">
                  <c:v>0.0133</c:v>
                </c:pt>
                <c:pt idx="78">
                  <c:v>0.0128</c:v>
                </c:pt>
                <c:pt idx="79">
                  <c:v>0.0141</c:v>
                </c:pt>
                <c:pt idx="80">
                  <c:v>0.0146</c:v>
                </c:pt>
                <c:pt idx="81">
                  <c:v>0.0147</c:v>
                </c:pt>
                <c:pt idx="82">
                  <c:v>0.0138</c:v>
                </c:pt>
                <c:pt idx="83">
                  <c:v>0.0146</c:v>
                </c:pt>
                <c:pt idx="84">
                  <c:v>0.0164</c:v>
                </c:pt>
                <c:pt idx="85">
                  <c:v>0.0171</c:v>
                </c:pt>
                <c:pt idx="86">
                  <c:v>0.017</c:v>
                </c:pt>
                <c:pt idx="87">
                  <c:v>0.0153</c:v>
                </c:pt>
                <c:pt idx="88">
                  <c:v>0.0168</c:v>
                </c:pt>
                <c:pt idx="89">
                  <c:v>0.0197</c:v>
                </c:pt>
                <c:pt idx="90">
                  <c:v>0.0224</c:v>
                </c:pt>
                <c:pt idx="91">
                  <c:v>0.0238</c:v>
                </c:pt>
                <c:pt idx="92">
                  <c:v>0.0241</c:v>
                </c:pt>
                <c:pt idx="93">
                  <c:v>0.0228</c:v>
                </c:pt>
                <c:pt idx="94">
                  <c:v>0.0242</c:v>
                </c:pt>
                <c:pt idx="95">
                  <c:v>0.0256</c:v>
                </c:pt>
                <c:pt idx="96">
                  <c:v>0.0247</c:v>
                </c:pt>
                <c:pt idx="97">
                  <c:v>0.0238</c:v>
                </c:pt>
                <c:pt idx="98">
                  <c:v>0.0232</c:v>
                </c:pt>
                <c:pt idx="99">
                  <c:v>0.0229</c:v>
                </c:pt>
                <c:pt idx="100">
                  <c:v>0.0217</c:v>
                </c:pt>
                <c:pt idx="101">
                  <c:v>0.0215</c:v>
                </c:pt>
                <c:pt idx="102">
                  <c:v>0.0203</c:v>
                </c:pt>
                <c:pt idx="103">
                  <c:v>0.0195</c:v>
                </c:pt>
                <c:pt idx="104">
                  <c:v>0.0196</c:v>
                </c:pt>
                <c:pt idx="105">
                  <c:v>0.0185</c:v>
                </c:pt>
                <c:pt idx="106">
                  <c:v>0.018</c:v>
                </c:pt>
                <c:pt idx="107">
                  <c:v>0.0157</c:v>
                </c:pt>
                <c:pt idx="108">
                  <c:v>0.0133</c:v>
                </c:pt>
                <c:pt idx="109">
                  <c:v>0.0136</c:v>
                </c:pt>
                <c:pt idx="110">
                  <c:v>0.014</c:v>
                </c:pt>
                <c:pt idx="111">
                  <c:v>0.014</c:v>
                </c:pt>
                <c:pt idx="112">
                  <c:v>0.0159</c:v>
                </c:pt>
                <c:pt idx="113">
                  <c:v>0.0167</c:v>
                </c:pt>
                <c:pt idx="114">
                  <c:v>0.0165</c:v>
                </c:pt>
                <c:pt idx="115">
                  <c:v>0.0147</c:v>
                </c:pt>
                <c:pt idx="116">
                  <c:v>0.0146</c:v>
                </c:pt>
                <c:pt idx="117">
                  <c:v>0.0143</c:v>
                </c:pt>
                <c:pt idx="118">
                  <c:v>0.0138</c:v>
                </c:pt>
                <c:pt idx="119">
                  <c:v>0.0126</c:v>
                </c:pt>
                <c:pt idx="120">
                  <c:v>0.0119</c:v>
                </c:pt>
                <c:pt idx="121">
                  <c:v>0.0105</c:v>
                </c:pt>
                <c:pt idx="122">
                  <c:v>0.0101</c:v>
                </c:pt>
                <c:pt idx="123">
                  <c:v>0.0104</c:v>
                </c:pt>
                <c:pt idx="124">
                  <c:v>0.0099</c:v>
                </c:pt>
                <c:pt idx="125">
                  <c:v>0.0091</c:v>
                </c:pt>
                <c:pt idx="126">
                  <c:v>0.0083</c:v>
                </c:pt>
                <c:pt idx="127">
                  <c:v>0.0082</c:v>
                </c:pt>
                <c:pt idx="128">
                  <c:v>0.0086</c:v>
                </c:pt>
                <c:pt idx="129">
                  <c:v>0.0092</c:v>
                </c:pt>
                <c:pt idx="130">
                  <c:v>0.0116</c:v>
                </c:pt>
                <c:pt idx="131">
                  <c:v>0.0129</c:v>
                </c:pt>
                <c:pt idx="132">
                  <c:v>0.0122</c:v>
                </c:pt>
                <c:pt idx="133">
                  <c:v>0.0122</c:v>
                </c:pt>
                <c:pt idx="134">
                  <c:v>0.0117</c:v>
                </c:pt>
                <c:pt idx="135">
                  <c:v>0.0106</c:v>
                </c:pt>
                <c:pt idx="136">
                  <c:v>0.01</c:v>
                </c:pt>
                <c:pt idx="137">
                  <c:v>0.0085</c:v>
                </c:pt>
                <c:pt idx="138">
                  <c:v>0.0095</c:v>
                </c:pt>
                <c:pt idx="139">
                  <c:v>0.0087</c:v>
                </c:pt>
                <c:pt idx="140">
                  <c:v>0.0082</c:v>
                </c:pt>
                <c:pt idx="141">
                  <c:v>0.0081</c:v>
                </c:pt>
                <c:pt idx="142">
                  <c:v>0.0065</c:v>
                </c:pt>
                <c:pt idx="143">
                  <c:v>0.0056</c:v>
                </c:pt>
                <c:pt idx="144">
                  <c:v>0.0055</c:v>
                </c:pt>
                <c:pt idx="145">
                  <c:v>0.0068</c:v>
                </c:pt>
                <c:pt idx="146">
                  <c:v>0.0056</c:v>
                </c:pt>
                <c:pt idx="147">
                  <c:v>0.0049</c:v>
                </c:pt>
                <c:pt idx="148">
                  <c:v>0.0047</c:v>
                </c:pt>
                <c:pt idx="149">
                  <c:v>0.0038</c:v>
                </c:pt>
                <c:pt idx="150">
                  <c:v>0.0028</c:v>
                </c:pt>
                <c:pt idx="151">
                  <c:v>0.0025</c:v>
                </c:pt>
                <c:pt idx="152">
                  <c:v>0.0023</c:v>
                </c:pt>
                <c:pt idx="153">
                  <c:v>0.0029</c:v>
                </c:pt>
                <c:pt idx="154">
                  <c:v>0.0026</c:v>
                </c:pt>
                <c:pt idx="155">
                  <c:v>0.0015</c:v>
                </c:pt>
                <c:pt idx="156">
                  <c:v>0.0017</c:v>
                </c:pt>
                <c:pt idx="157">
                  <c:v>0.0018</c:v>
                </c:pt>
                <c:pt idx="158">
                  <c:v>0.0016</c:v>
                </c:pt>
                <c:pt idx="159">
                  <c:v>0.0019</c:v>
                </c:pt>
                <c:pt idx="160">
                  <c:v>0.0019</c:v>
                </c:pt>
                <c:pt idx="161">
                  <c:v>0.0026</c:v>
                </c:pt>
                <c:pt idx="162">
                  <c:v>0.0022</c:v>
                </c:pt>
                <c:pt idx="163">
                  <c:v>0.0006</c:v>
                </c:pt>
                <c:pt idx="164">
                  <c:v>0.0005</c:v>
                </c:pt>
                <c:pt idx="165">
                  <c:v>0.0016</c:v>
                </c:pt>
                <c:pt idx="166">
                  <c:v>0.002</c:v>
                </c:pt>
                <c:pt idx="167">
                  <c:v>0.0025</c:v>
                </c:pt>
                <c:pt idx="168">
                  <c:v>0.0024</c:v>
                </c:pt>
                <c:pt idx="169">
                  <c:v>0.0017</c:v>
                </c:pt>
                <c:pt idx="170">
                  <c:v>0.0042</c:v>
                </c:pt>
                <c:pt idx="171">
                  <c:v>0.0044</c:v>
                </c:pt>
                <c:pt idx="172">
                  <c:v>0.005</c:v>
                </c:pt>
                <c:pt idx="173">
                  <c:v>0.0055</c:v>
                </c:pt>
                <c:pt idx="174">
                  <c:v>0.0047</c:v>
                </c:pt>
                <c:pt idx="175">
                  <c:v>0.0051</c:v>
                </c:pt>
                <c:pt idx="176">
                  <c:v>0.0055</c:v>
                </c:pt>
                <c:pt idx="177">
                  <c:v>0.0064</c:v>
                </c:pt>
                <c:pt idx="178">
                  <c:v>0.007</c:v>
                </c:pt>
                <c:pt idx="179">
                  <c:v>0.0079</c:v>
                </c:pt>
                <c:pt idx="180">
                  <c:v>0.0095</c:v>
                </c:pt>
                <c:pt idx="181">
                  <c:v>0.0114</c:v>
                </c:pt>
                <c:pt idx="182">
                  <c:v>0.0146</c:v>
                </c:pt>
                <c:pt idx="183">
                  <c:v>0.0147</c:v>
                </c:pt>
                <c:pt idx="184">
                  <c:v>0.0147</c:v>
                </c:pt>
                <c:pt idx="185">
                  <c:v>0.0132</c:v>
                </c:pt>
                <c:pt idx="186">
                  <c:v>0.011</c:v>
                </c:pt>
                <c:pt idx="187">
                  <c:v>0.0106</c:v>
                </c:pt>
                <c:pt idx="188">
                  <c:v>0.0113</c:v>
                </c:pt>
                <c:pt idx="189">
                  <c:v>0.0119</c:v>
                </c:pt>
                <c:pt idx="190">
                  <c:v>0.0105</c:v>
                </c:pt>
                <c:pt idx="191">
                  <c:v>0.0078</c:v>
                </c:pt>
                <c:pt idx="192">
                  <c:v>0.0078</c:v>
                </c:pt>
                <c:pt idx="193">
                  <c:v>0.0049</c:v>
                </c:pt>
                <c:pt idx="194">
                  <c:v>0.0022</c:v>
                </c:pt>
                <c:pt idx="195">
                  <c:v>0.0021</c:v>
                </c:pt>
                <c:pt idx="196">
                  <c:v>0.0028</c:v>
                </c:pt>
                <c:pt idx="197">
                  <c:v>0.0014</c:v>
                </c:pt>
                <c:pt idx="198">
                  <c:v>-0.0014</c:v>
                </c:pt>
                <c:pt idx="199">
                  <c:v>-0.0035</c:v>
                </c:pt>
                <c:pt idx="200">
                  <c:v>-0.0034</c:v>
                </c:pt>
                <c:pt idx="201">
                  <c:v>-0.004</c:v>
                </c:pt>
                <c:pt idx="202">
                  <c:v>-0.0061</c:v>
                </c:pt>
                <c:pt idx="203">
                  <c:v>-0.0067</c:v>
                </c:pt>
                <c:pt idx="204">
                  <c:v>-0.0068</c:v>
                </c:pt>
                <c:pt idx="205">
                  <c:v>-0.0078</c:v>
                </c:pt>
                <c:pt idx="206">
                  <c:v>-0.0064</c:v>
                </c:pt>
                <c:pt idx="207">
                  <c:v>-0.0056</c:v>
                </c:pt>
                <c:pt idx="208">
                  <c:v>-0.0056</c:v>
                </c:pt>
                <c:pt idx="209">
                  <c:v>-0.0089</c:v>
                </c:pt>
                <c:pt idx="210">
                  <c:v>-0.0093</c:v>
                </c:pt>
                <c:pt idx="211">
                  <c:v>-0.0073</c:v>
                </c:pt>
                <c:pt idx="212">
                  <c:v>-0.0064</c:v>
                </c:pt>
                <c:pt idx="213">
                  <c:v>-0.0027</c:v>
                </c:pt>
                <c:pt idx="214">
                  <c:v>-0.0038</c:v>
                </c:pt>
                <c:pt idx="215">
                  <c:v>-0.0044</c:v>
                </c:pt>
                <c:pt idx="216">
                  <c:v>-0.0026</c:v>
                </c:pt>
                <c:pt idx="217">
                  <c:v>-0.0033</c:v>
                </c:pt>
                <c:pt idx="218">
                  <c:v>-0.0038</c:v>
                </c:pt>
                <c:pt idx="219">
                  <c:v>-0.0033</c:v>
                </c:pt>
                <c:pt idx="220">
                  <c:v>-0.0038</c:v>
                </c:pt>
                <c:pt idx="221">
                  <c:v>-0.0043</c:v>
                </c:pt>
                <c:pt idx="222">
                  <c:v>-0.0025</c:v>
                </c:pt>
                <c:pt idx="223">
                  <c:v>-0.001</c:v>
                </c:pt>
                <c:pt idx="224">
                  <c:v>0.001</c:v>
                </c:pt>
                <c:pt idx="225">
                  <c:v>0.0013</c:v>
                </c:pt>
                <c:pt idx="226">
                  <c:v>0.001</c:v>
                </c:pt>
                <c:pt idx="227">
                  <c:v>0.0016</c:v>
                </c:pt>
                <c:pt idx="228">
                  <c:v>0.0036</c:v>
                </c:pt>
                <c:pt idx="229">
                  <c:v>0.0024</c:v>
                </c:pt>
                <c:pt idx="230">
                  <c:v>0.0031</c:v>
                </c:pt>
                <c:pt idx="231">
                  <c:v>0.005</c:v>
                </c:pt>
                <c:pt idx="232">
                  <c:v>0.005</c:v>
                </c:pt>
                <c:pt idx="233">
                  <c:v>0.0049</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Yield spread</a:t>
                </a:r>
              </a:p>
            </c:rich>
          </c:tx>
          <c:overlay val="0"/>
        </c:title>
        <c:numFmt formatCode="#,##0.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Brazil</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Sheet1!$A$2:$A$71</c:f>
              <c:strCache>
                <c:ptCount val="70"/>
                <c:pt idx="0">
                  <c:v>Sep 2019</c:v>
                </c:pt>
                <c:pt idx="1">
                  <c:v>Oct 2019</c:v>
                </c:pt>
                <c:pt idx="2">
                  <c:v>Nov 2019</c:v>
                </c:pt>
                <c:pt idx="3">
                  <c:v>Dec 2019</c:v>
                </c:pt>
                <c:pt idx="4">
                  <c:v>Jan 2020</c:v>
                </c:pt>
                <c:pt idx="5">
                  <c:v>Feb 2020</c:v>
                </c:pt>
                <c:pt idx="6">
                  <c:v>Mar 2020</c:v>
                </c:pt>
                <c:pt idx="7">
                  <c:v>Apr 2020</c:v>
                </c:pt>
                <c:pt idx="8">
                  <c:v>May 2020</c:v>
                </c:pt>
                <c:pt idx="9">
                  <c:v>Jun 2020</c:v>
                </c:pt>
                <c:pt idx="10">
                  <c:v>Jul 2020</c:v>
                </c:pt>
                <c:pt idx="11">
                  <c:v>Aug 2020</c:v>
                </c:pt>
                <c:pt idx="12">
                  <c:v>Sep 2020</c:v>
                </c:pt>
                <c:pt idx="13">
                  <c:v>Oct 2020</c:v>
                </c:pt>
                <c:pt idx="14">
                  <c:v>Nov 2020</c:v>
                </c:pt>
                <c:pt idx="15">
                  <c:v>Dec 2020</c:v>
                </c:pt>
                <c:pt idx="16">
                  <c:v>Jan 2021</c:v>
                </c:pt>
                <c:pt idx="17">
                  <c:v>Feb 2021</c:v>
                </c:pt>
                <c:pt idx="18">
                  <c:v>Mar 2021</c:v>
                </c:pt>
                <c:pt idx="19">
                  <c:v>Apr 2021</c:v>
                </c:pt>
                <c:pt idx="20">
                  <c:v>May 2021</c:v>
                </c:pt>
                <c:pt idx="21">
                  <c:v>Jun 2021</c:v>
                </c:pt>
                <c:pt idx="22">
                  <c:v>Jul 2021</c:v>
                </c:pt>
                <c:pt idx="23">
                  <c:v>Aug 2021</c:v>
                </c:pt>
                <c:pt idx="24">
                  <c:v>Sep 2021</c:v>
                </c:pt>
                <c:pt idx="25">
                  <c:v>Oct 2021</c:v>
                </c:pt>
                <c:pt idx="26">
                  <c:v>Nov 2021</c:v>
                </c:pt>
                <c:pt idx="27">
                  <c:v>Dec 2021</c:v>
                </c:pt>
                <c:pt idx="28">
                  <c:v>Jan 2022</c:v>
                </c:pt>
                <c:pt idx="29">
                  <c:v>Feb 2022</c:v>
                </c:pt>
                <c:pt idx="30">
                  <c:v>Mar 2022</c:v>
                </c:pt>
                <c:pt idx="31">
                  <c:v>Apr 2022</c:v>
                </c:pt>
                <c:pt idx="32">
                  <c:v>May 2022</c:v>
                </c:pt>
                <c:pt idx="33">
                  <c:v>Jun 2022</c:v>
                </c:pt>
                <c:pt idx="34">
                  <c:v>Jul 2022</c:v>
                </c:pt>
                <c:pt idx="35">
                  <c:v>Aug 2022</c:v>
                </c:pt>
                <c:pt idx="36">
                  <c:v>Sep 2022</c:v>
                </c:pt>
                <c:pt idx="37">
                  <c:v>Oct 2022</c:v>
                </c:pt>
                <c:pt idx="38">
                  <c:v>Nov 2022</c:v>
                </c:pt>
                <c:pt idx="39">
                  <c:v>Dec 2022</c:v>
                </c:pt>
                <c:pt idx="40">
                  <c:v>Jan 2023</c:v>
                </c:pt>
                <c:pt idx="41">
                  <c:v>Feb 2023</c:v>
                </c:pt>
                <c:pt idx="42">
                  <c:v>Mar 2023</c:v>
                </c:pt>
                <c:pt idx="43">
                  <c:v>Apr 2023</c:v>
                </c:pt>
                <c:pt idx="44">
                  <c:v>May 2023</c:v>
                </c:pt>
                <c:pt idx="45">
                  <c:v>Jun 2023</c:v>
                </c:pt>
                <c:pt idx="46">
                  <c:v>Jul 2023</c:v>
                </c:pt>
                <c:pt idx="47">
                  <c:v>Aug 2023</c:v>
                </c:pt>
                <c:pt idx="48">
                  <c:v>Sep 2023</c:v>
                </c:pt>
                <c:pt idx="49">
                  <c:v>Oct 2023</c:v>
                </c:pt>
                <c:pt idx="50">
                  <c:v>Nov 2023</c:v>
                </c:pt>
                <c:pt idx="51">
                  <c:v>Dec 2023</c:v>
                </c:pt>
                <c:pt idx="52">
                  <c:v>Jan 2024</c:v>
                </c:pt>
                <c:pt idx="53">
                  <c:v>Feb 2024</c:v>
                </c:pt>
                <c:pt idx="54">
                  <c:v>Mar 2024</c:v>
                </c:pt>
                <c:pt idx="55">
                  <c:v>Apr 2024</c:v>
                </c:pt>
                <c:pt idx="56">
                  <c:v>May 2024</c:v>
                </c:pt>
                <c:pt idx="57">
                  <c:v>Jun 2024</c:v>
                </c:pt>
                <c:pt idx="58">
                  <c:v>Jul 2024</c:v>
                </c:pt>
                <c:pt idx="59">
                  <c:v>Aug 2024</c:v>
                </c:pt>
                <c:pt idx="60">
                  <c:v>Sep 2024</c:v>
                </c:pt>
                <c:pt idx="61">
                  <c:v>Oct 2024</c:v>
                </c:pt>
                <c:pt idx="62">
                  <c:v>Nov 2024</c:v>
                </c:pt>
                <c:pt idx="63">
                  <c:v>Dec 2024</c:v>
                </c:pt>
                <c:pt idx="64">
                  <c:v>Jan 2025</c:v>
                </c:pt>
                <c:pt idx="65">
                  <c:v>Feb 2025</c:v>
                </c:pt>
                <c:pt idx="66">
                  <c:v>Mar 2025</c:v>
                </c:pt>
                <c:pt idx="67">
                  <c:v>Apr 2025</c:v>
                </c:pt>
                <c:pt idx="68">
                  <c:v>May 2025</c:v>
                </c:pt>
                <c:pt idx="69">
                  <c:v>Jun 2025</c:v>
                </c:pt>
              </c:strCache>
            </c:strRef>
          </c:cat>
          <c:val>
            <c:numRef>
              <c:f>Sheet1!$B$2:$B$71</c:f>
              <c:numCache>
                <c:ptCount val="70"/>
                <c:pt idx="0">
                  <c:v>0.055</c:v>
                </c:pt>
                <c:pt idx="1">
                  <c:v>0.05</c:v>
                </c:pt>
                <c:pt idx="2">
                  <c:v>0.05</c:v>
                </c:pt>
                <c:pt idx="3">
                  <c:v>0.045</c:v>
                </c:pt>
                <c:pt idx="4">
                  <c:v>0.045</c:v>
                </c:pt>
                <c:pt idx="5">
                  <c:v>0.0425</c:v>
                </c:pt>
                <c:pt idx="6">
                  <c:v>0.0375</c:v>
                </c:pt>
                <c:pt idx="7">
                  <c:v>0.0375</c:v>
                </c:pt>
                <c:pt idx="8">
                  <c:v>0.03</c:v>
                </c:pt>
                <c:pt idx="9">
                  <c:v>0.0225</c:v>
                </c:pt>
                <c:pt idx="10">
                  <c:v>0.0225</c:v>
                </c:pt>
                <c:pt idx="11">
                  <c:v>0.02</c:v>
                </c:pt>
                <c:pt idx="12">
                  <c:v>0.02</c:v>
                </c:pt>
                <c:pt idx="13">
                  <c:v>0.02</c:v>
                </c:pt>
                <c:pt idx="14">
                  <c:v>0.02</c:v>
                </c:pt>
                <c:pt idx="15">
                  <c:v>0.02</c:v>
                </c:pt>
                <c:pt idx="16">
                  <c:v>0.02</c:v>
                </c:pt>
                <c:pt idx="17">
                  <c:v>0.02</c:v>
                </c:pt>
                <c:pt idx="18">
                  <c:v>0.0275</c:v>
                </c:pt>
                <c:pt idx="19">
                  <c:v>0.0275</c:v>
                </c:pt>
                <c:pt idx="20">
                  <c:v>0.035</c:v>
                </c:pt>
                <c:pt idx="21">
                  <c:v>0.0425</c:v>
                </c:pt>
                <c:pt idx="22">
                  <c:v>0.0425</c:v>
                </c:pt>
                <c:pt idx="23">
                  <c:v>0.0525</c:v>
                </c:pt>
                <c:pt idx="24">
                  <c:v>0.0625</c:v>
                </c:pt>
                <c:pt idx="25">
                  <c:v>0.0775</c:v>
                </c:pt>
                <c:pt idx="26">
                  <c:v>0.0775</c:v>
                </c:pt>
                <c:pt idx="27">
                  <c:v>0.0925</c:v>
                </c:pt>
                <c:pt idx="28">
                  <c:v>0.0925</c:v>
                </c:pt>
                <c:pt idx="29">
                  <c:v>0.1075</c:v>
                </c:pt>
                <c:pt idx="30">
                  <c:v>0.1175</c:v>
                </c:pt>
                <c:pt idx="31">
                  <c:v>0.1175</c:v>
                </c:pt>
                <c:pt idx="32">
                  <c:v>0.1275</c:v>
                </c:pt>
                <c:pt idx="33">
                  <c:v>0.1325</c:v>
                </c:pt>
                <c:pt idx="34">
                  <c:v>0.1325</c:v>
                </c:pt>
                <c:pt idx="35">
                  <c:v>0.1375</c:v>
                </c:pt>
                <c:pt idx="36">
                  <c:v>0.1375</c:v>
                </c:pt>
                <c:pt idx="37">
                  <c:v>0.1375</c:v>
                </c:pt>
                <c:pt idx="38">
                  <c:v>0.1375</c:v>
                </c:pt>
                <c:pt idx="39">
                  <c:v>0.1375</c:v>
                </c:pt>
                <c:pt idx="40">
                  <c:v>0.1375</c:v>
                </c:pt>
                <c:pt idx="41">
                  <c:v>0.1375</c:v>
                </c:pt>
                <c:pt idx="42">
                  <c:v>0.1375</c:v>
                </c:pt>
                <c:pt idx="43">
                  <c:v>0.1375</c:v>
                </c:pt>
                <c:pt idx="44">
                  <c:v>0.1375</c:v>
                </c:pt>
                <c:pt idx="45">
                  <c:v>0.1375</c:v>
                </c:pt>
                <c:pt idx="46">
                  <c:v>0.1375</c:v>
                </c:pt>
                <c:pt idx="47">
                  <c:v>0.1325</c:v>
                </c:pt>
                <c:pt idx="48">
                  <c:v>0.1275</c:v>
                </c:pt>
                <c:pt idx="49">
                  <c:v>0.1275</c:v>
                </c:pt>
                <c:pt idx="50">
                  <c:v>0.1225</c:v>
                </c:pt>
                <c:pt idx="51">
                  <c:v>0.1175</c:v>
                </c:pt>
                <c:pt idx="52">
                  <c:v>0.1175</c:v>
                </c:pt>
                <c:pt idx="53">
                  <c:v>0.1125</c:v>
                </c:pt>
                <c:pt idx="54">
                  <c:v>0.1075</c:v>
                </c:pt>
                <c:pt idx="55">
                  <c:v>0.1075</c:v>
                </c:pt>
                <c:pt idx="56">
                  <c:v>0.105</c:v>
                </c:pt>
                <c:pt idx="57">
                  <c:v>0.105</c:v>
                </c:pt>
                <c:pt idx="58">
                  <c:v>0.105</c:v>
                </c:pt>
                <c:pt idx="59">
                  <c:v>0.105</c:v>
                </c:pt>
                <c:pt idx="60">
                  <c:v>0.1075</c:v>
                </c:pt>
                <c:pt idx="61">
                  <c:v>0.1075</c:v>
                </c:pt>
                <c:pt idx="62">
                  <c:v>0.1125</c:v>
                </c:pt>
                <c:pt idx="63">
                  <c:v>0.1225</c:v>
                </c:pt>
                <c:pt idx="64">
                  <c:v>0.1325</c:v>
                </c:pt>
                <c:pt idx="65">
                  <c:v>0.1325</c:v>
                </c:pt>
                <c:pt idx="66">
                  <c:v>0.1425</c:v>
                </c:pt>
                <c:pt idx="67">
                  <c:v>0.1425</c:v>
                </c:pt>
                <c:pt idx="68">
                  <c:v>0.1475</c:v>
                </c:pt>
                <c:pt idx="69">
                  <c:v>0.15</c:v>
                </c:pt>
              </c:numCache>
            </c:numRef>
          </c:val>
          <c:smooth val="0"/>
        </c:ser>
        <c:ser>
          <c:idx val="1"/>
          <c:order val="1"/>
          <c:tx>
            <c:strRef>
              <c:f>Sheet1!$C$1</c:f>
              <c:strCache>
                <c:ptCount val="1"/>
                <c:pt idx="0">
                  <c:v>China</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Sheet1!$A$2:$A$71</c:f>
              <c:strCache>
                <c:ptCount val="70"/>
                <c:pt idx="0">
                  <c:v>Sep 2019</c:v>
                </c:pt>
                <c:pt idx="1">
                  <c:v>Oct 2019</c:v>
                </c:pt>
                <c:pt idx="2">
                  <c:v>Nov 2019</c:v>
                </c:pt>
                <c:pt idx="3">
                  <c:v>Dec 2019</c:v>
                </c:pt>
                <c:pt idx="4">
                  <c:v>Jan 2020</c:v>
                </c:pt>
                <c:pt idx="5">
                  <c:v>Feb 2020</c:v>
                </c:pt>
                <c:pt idx="6">
                  <c:v>Mar 2020</c:v>
                </c:pt>
                <c:pt idx="7">
                  <c:v>Apr 2020</c:v>
                </c:pt>
                <c:pt idx="8">
                  <c:v>May 2020</c:v>
                </c:pt>
                <c:pt idx="9">
                  <c:v>Jun 2020</c:v>
                </c:pt>
                <c:pt idx="10">
                  <c:v>Jul 2020</c:v>
                </c:pt>
                <c:pt idx="11">
                  <c:v>Aug 2020</c:v>
                </c:pt>
                <c:pt idx="12">
                  <c:v>Sep 2020</c:v>
                </c:pt>
                <c:pt idx="13">
                  <c:v>Oct 2020</c:v>
                </c:pt>
                <c:pt idx="14">
                  <c:v>Nov 2020</c:v>
                </c:pt>
                <c:pt idx="15">
                  <c:v>Dec 2020</c:v>
                </c:pt>
                <c:pt idx="16">
                  <c:v>Jan 2021</c:v>
                </c:pt>
                <c:pt idx="17">
                  <c:v>Feb 2021</c:v>
                </c:pt>
                <c:pt idx="18">
                  <c:v>Mar 2021</c:v>
                </c:pt>
                <c:pt idx="19">
                  <c:v>Apr 2021</c:v>
                </c:pt>
                <c:pt idx="20">
                  <c:v>May 2021</c:v>
                </c:pt>
                <c:pt idx="21">
                  <c:v>Jun 2021</c:v>
                </c:pt>
                <c:pt idx="22">
                  <c:v>Jul 2021</c:v>
                </c:pt>
                <c:pt idx="23">
                  <c:v>Aug 2021</c:v>
                </c:pt>
                <c:pt idx="24">
                  <c:v>Sep 2021</c:v>
                </c:pt>
                <c:pt idx="25">
                  <c:v>Oct 2021</c:v>
                </c:pt>
                <c:pt idx="26">
                  <c:v>Nov 2021</c:v>
                </c:pt>
                <c:pt idx="27">
                  <c:v>Dec 2021</c:v>
                </c:pt>
                <c:pt idx="28">
                  <c:v>Jan 2022</c:v>
                </c:pt>
                <c:pt idx="29">
                  <c:v>Feb 2022</c:v>
                </c:pt>
                <c:pt idx="30">
                  <c:v>Mar 2022</c:v>
                </c:pt>
                <c:pt idx="31">
                  <c:v>Apr 2022</c:v>
                </c:pt>
                <c:pt idx="32">
                  <c:v>May 2022</c:v>
                </c:pt>
                <c:pt idx="33">
                  <c:v>Jun 2022</c:v>
                </c:pt>
                <c:pt idx="34">
                  <c:v>Jul 2022</c:v>
                </c:pt>
                <c:pt idx="35">
                  <c:v>Aug 2022</c:v>
                </c:pt>
                <c:pt idx="36">
                  <c:v>Sep 2022</c:v>
                </c:pt>
                <c:pt idx="37">
                  <c:v>Oct 2022</c:v>
                </c:pt>
                <c:pt idx="38">
                  <c:v>Nov 2022</c:v>
                </c:pt>
                <c:pt idx="39">
                  <c:v>Dec 2022</c:v>
                </c:pt>
                <c:pt idx="40">
                  <c:v>Jan 2023</c:v>
                </c:pt>
                <c:pt idx="41">
                  <c:v>Feb 2023</c:v>
                </c:pt>
                <c:pt idx="42">
                  <c:v>Mar 2023</c:v>
                </c:pt>
                <c:pt idx="43">
                  <c:v>Apr 2023</c:v>
                </c:pt>
                <c:pt idx="44">
                  <c:v>May 2023</c:v>
                </c:pt>
                <c:pt idx="45">
                  <c:v>Jun 2023</c:v>
                </c:pt>
                <c:pt idx="46">
                  <c:v>Jul 2023</c:v>
                </c:pt>
                <c:pt idx="47">
                  <c:v>Aug 2023</c:v>
                </c:pt>
                <c:pt idx="48">
                  <c:v>Sep 2023</c:v>
                </c:pt>
                <c:pt idx="49">
                  <c:v>Oct 2023</c:v>
                </c:pt>
                <c:pt idx="50">
                  <c:v>Nov 2023</c:v>
                </c:pt>
                <c:pt idx="51">
                  <c:v>Dec 2023</c:v>
                </c:pt>
                <c:pt idx="52">
                  <c:v>Jan 2024</c:v>
                </c:pt>
                <c:pt idx="53">
                  <c:v>Feb 2024</c:v>
                </c:pt>
                <c:pt idx="54">
                  <c:v>Mar 2024</c:v>
                </c:pt>
                <c:pt idx="55">
                  <c:v>Apr 2024</c:v>
                </c:pt>
                <c:pt idx="56">
                  <c:v>May 2024</c:v>
                </c:pt>
                <c:pt idx="57">
                  <c:v>Jun 2024</c:v>
                </c:pt>
                <c:pt idx="58">
                  <c:v>Jul 2024</c:v>
                </c:pt>
                <c:pt idx="59">
                  <c:v>Aug 2024</c:v>
                </c:pt>
                <c:pt idx="60">
                  <c:v>Sep 2024</c:v>
                </c:pt>
                <c:pt idx="61">
                  <c:v>Oct 2024</c:v>
                </c:pt>
                <c:pt idx="62">
                  <c:v>Nov 2024</c:v>
                </c:pt>
                <c:pt idx="63">
                  <c:v>Dec 2024</c:v>
                </c:pt>
                <c:pt idx="64">
                  <c:v>Jan 2025</c:v>
                </c:pt>
                <c:pt idx="65">
                  <c:v>Feb 2025</c:v>
                </c:pt>
                <c:pt idx="66">
                  <c:v>Mar 2025</c:v>
                </c:pt>
                <c:pt idx="67">
                  <c:v>Apr 2025</c:v>
                </c:pt>
                <c:pt idx="68">
                  <c:v>May 2025</c:v>
                </c:pt>
                <c:pt idx="69">
                  <c:v>Jun 2025</c:v>
                </c:pt>
              </c:strCache>
            </c:strRef>
          </c:cat>
          <c:val>
            <c:numRef>
              <c:f>Sheet1!$C$2:$C$71</c:f>
              <c:numCache>
                <c:ptCount val="70"/>
                <c:pt idx="0">
                  <c:v>0.0435</c:v>
                </c:pt>
                <c:pt idx="1">
                  <c:v>0.0435</c:v>
                </c:pt>
                <c:pt idx="2">
                  <c:v>0.0435</c:v>
                </c:pt>
                <c:pt idx="3">
                  <c:v>0.0435</c:v>
                </c:pt>
                <c:pt idx="4">
                  <c:v>0.0435</c:v>
                </c:pt>
                <c:pt idx="5">
                  <c:v>0.0405</c:v>
                </c:pt>
                <c:pt idx="6">
                  <c:v>0.0405</c:v>
                </c:pt>
                <c:pt idx="7">
                  <c:v>0.0385</c:v>
                </c:pt>
                <c:pt idx="8">
                  <c:v>0.0385</c:v>
                </c:pt>
                <c:pt idx="9">
                  <c:v>0.0385</c:v>
                </c:pt>
                <c:pt idx="10">
                  <c:v>0.0385</c:v>
                </c:pt>
                <c:pt idx="11">
                  <c:v>0.0385</c:v>
                </c:pt>
                <c:pt idx="12">
                  <c:v>0.0385</c:v>
                </c:pt>
                <c:pt idx="13">
                  <c:v>0.0385</c:v>
                </c:pt>
                <c:pt idx="14">
                  <c:v>0.0385</c:v>
                </c:pt>
                <c:pt idx="15">
                  <c:v>0.0385</c:v>
                </c:pt>
                <c:pt idx="16">
                  <c:v>0.0385</c:v>
                </c:pt>
                <c:pt idx="17">
                  <c:v>0.0385</c:v>
                </c:pt>
                <c:pt idx="18">
                  <c:v>0.0385</c:v>
                </c:pt>
                <c:pt idx="19">
                  <c:v>0.0385</c:v>
                </c:pt>
                <c:pt idx="20">
                  <c:v>0.0385</c:v>
                </c:pt>
                <c:pt idx="21">
                  <c:v>0.0385</c:v>
                </c:pt>
                <c:pt idx="22">
                  <c:v>0.0385</c:v>
                </c:pt>
                <c:pt idx="23">
                  <c:v>0.0385</c:v>
                </c:pt>
                <c:pt idx="24">
                  <c:v>0.0385</c:v>
                </c:pt>
                <c:pt idx="25">
                  <c:v>0.0385</c:v>
                </c:pt>
                <c:pt idx="26">
                  <c:v>0.0385</c:v>
                </c:pt>
                <c:pt idx="27">
                  <c:v>0.038</c:v>
                </c:pt>
                <c:pt idx="28">
                  <c:v>0.037</c:v>
                </c:pt>
                <c:pt idx="29">
                  <c:v>0.037</c:v>
                </c:pt>
                <c:pt idx="30">
                  <c:v>0.037</c:v>
                </c:pt>
                <c:pt idx="31">
                  <c:v>0.037</c:v>
                </c:pt>
                <c:pt idx="32">
                  <c:v>0.037</c:v>
                </c:pt>
                <c:pt idx="33">
                  <c:v>0.037</c:v>
                </c:pt>
                <c:pt idx="34">
                  <c:v>0.037</c:v>
                </c:pt>
                <c:pt idx="35">
                  <c:v>0.0365</c:v>
                </c:pt>
                <c:pt idx="36">
                  <c:v>0.0365</c:v>
                </c:pt>
                <c:pt idx="37">
                  <c:v>0.0365</c:v>
                </c:pt>
                <c:pt idx="38">
                  <c:v>0.0365</c:v>
                </c:pt>
                <c:pt idx="39">
                  <c:v>0.0365</c:v>
                </c:pt>
                <c:pt idx="40">
                  <c:v>0.0365</c:v>
                </c:pt>
                <c:pt idx="41">
                  <c:v>0.0365</c:v>
                </c:pt>
                <c:pt idx="42">
                  <c:v>0.0365</c:v>
                </c:pt>
                <c:pt idx="43">
                  <c:v>0.0365</c:v>
                </c:pt>
                <c:pt idx="44">
                  <c:v>0.0365</c:v>
                </c:pt>
                <c:pt idx="45">
                  <c:v>0.0355</c:v>
                </c:pt>
                <c:pt idx="46">
                  <c:v>0.0355</c:v>
                </c:pt>
                <c:pt idx="47">
                  <c:v>0.0345</c:v>
                </c:pt>
                <c:pt idx="48">
                  <c:v>0.0345</c:v>
                </c:pt>
                <c:pt idx="49">
                  <c:v>0.0345</c:v>
                </c:pt>
                <c:pt idx="50">
                  <c:v>0.0345</c:v>
                </c:pt>
                <c:pt idx="51">
                  <c:v>0.0345</c:v>
                </c:pt>
                <c:pt idx="52">
                  <c:v>0.0345</c:v>
                </c:pt>
                <c:pt idx="53">
                  <c:v>0.0345</c:v>
                </c:pt>
                <c:pt idx="54">
                  <c:v>0.0345</c:v>
                </c:pt>
                <c:pt idx="55">
                  <c:v>0.0345</c:v>
                </c:pt>
                <c:pt idx="56">
                  <c:v>0.0345</c:v>
                </c:pt>
                <c:pt idx="57">
                  <c:v>0.0345</c:v>
                </c:pt>
                <c:pt idx="58">
                  <c:v>0.0335</c:v>
                </c:pt>
                <c:pt idx="59">
                  <c:v>0.0335</c:v>
                </c:pt>
                <c:pt idx="60">
                  <c:v>0.0335</c:v>
                </c:pt>
                <c:pt idx="61">
                  <c:v>0.031</c:v>
                </c:pt>
                <c:pt idx="62">
                  <c:v>0.031</c:v>
                </c:pt>
                <c:pt idx="63">
                  <c:v>0.031</c:v>
                </c:pt>
                <c:pt idx="64">
                  <c:v>0.031</c:v>
                </c:pt>
                <c:pt idx="65">
                  <c:v>0.031</c:v>
                </c:pt>
                <c:pt idx="66">
                  <c:v>0.031</c:v>
                </c:pt>
                <c:pt idx="67">
                  <c:v>0.031</c:v>
                </c:pt>
                <c:pt idx="68">
                  <c:v>0.03</c:v>
                </c:pt>
                <c:pt idx="69">
                  <c:v>0.03</c:v>
                </c:pt>
              </c:numCache>
            </c:numRef>
          </c:val>
          <c:smooth val="0"/>
        </c:ser>
        <c:ser>
          <c:idx val="2"/>
          <c:order val="2"/>
          <c:tx>
            <c:strRef>
              <c:f>Sheet1!$D$1</c:f>
              <c:strCache>
                <c:ptCount val="1"/>
                <c:pt idx="0">
                  <c:v>Euro area</c:v>
                </c:pt>
              </c:strCache>
            </c:strRef>
          </c:tx>
          <c:spPr>
            <a:ln>
              <a:solidFill>
                <a:srgbClr val="BABABA"/>
              </a:solidFill>
            </a:ln>
          </c:spPr>
          <c:marker>
            <c:symbol val="circle"/>
            <c:spPr>
              <a:solidFill>
                <a:srgbClr val="BABABA"/>
              </a:solidFill>
              <a:ln>
                <a:solidFill>
                  <a:srgbClr val="BABABA"/>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Sheet1!$A$2:$A$71</c:f>
              <c:strCache>
                <c:ptCount val="70"/>
                <c:pt idx="0">
                  <c:v>Sep 2019</c:v>
                </c:pt>
                <c:pt idx="1">
                  <c:v>Oct 2019</c:v>
                </c:pt>
                <c:pt idx="2">
                  <c:v>Nov 2019</c:v>
                </c:pt>
                <c:pt idx="3">
                  <c:v>Dec 2019</c:v>
                </c:pt>
                <c:pt idx="4">
                  <c:v>Jan 2020</c:v>
                </c:pt>
                <c:pt idx="5">
                  <c:v>Feb 2020</c:v>
                </c:pt>
                <c:pt idx="6">
                  <c:v>Mar 2020</c:v>
                </c:pt>
                <c:pt idx="7">
                  <c:v>Apr 2020</c:v>
                </c:pt>
                <c:pt idx="8">
                  <c:v>May 2020</c:v>
                </c:pt>
                <c:pt idx="9">
                  <c:v>Jun 2020</c:v>
                </c:pt>
                <c:pt idx="10">
                  <c:v>Jul 2020</c:v>
                </c:pt>
                <c:pt idx="11">
                  <c:v>Aug 2020</c:v>
                </c:pt>
                <c:pt idx="12">
                  <c:v>Sep 2020</c:v>
                </c:pt>
                <c:pt idx="13">
                  <c:v>Oct 2020</c:v>
                </c:pt>
                <c:pt idx="14">
                  <c:v>Nov 2020</c:v>
                </c:pt>
                <c:pt idx="15">
                  <c:v>Dec 2020</c:v>
                </c:pt>
                <c:pt idx="16">
                  <c:v>Jan 2021</c:v>
                </c:pt>
                <c:pt idx="17">
                  <c:v>Feb 2021</c:v>
                </c:pt>
                <c:pt idx="18">
                  <c:v>Mar 2021</c:v>
                </c:pt>
                <c:pt idx="19">
                  <c:v>Apr 2021</c:v>
                </c:pt>
                <c:pt idx="20">
                  <c:v>May 2021</c:v>
                </c:pt>
                <c:pt idx="21">
                  <c:v>Jun 2021</c:v>
                </c:pt>
                <c:pt idx="22">
                  <c:v>Jul 2021</c:v>
                </c:pt>
                <c:pt idx="23">
                  <c:v>Aug 2021</c:v>
                </c:pt>
                <c:pt idx="24">
                  <c:v>Sep 2021</c:v>
                </c:pt>
                <c:pt idx="25">
                  <c:v>Oct 2021</c:v>
                </c:pt>
                <c:pt idx="26">
                  <c:v>Nov 2021</c:v>
                </c:pt>
                <c:pt idx="27">
                  <c:v>Dec 2021</c:v>
                </c:pt>
                <c:pt idx="28">
                  <c:v>Jan 2022</c:v>
                </c:pt>
                <c:pt idx="29">
                  <c:v>Feb 2022</c:v>
                </c:pt>
                <c:pt idx="30">
                  <c:v>Mar 2022</c:v>
                </c:pt>
                <c:pt idx="31">
                  <c:v>Apr 2022</c:v>
                </c:pt>
                <c:pt idx="32">
                  <c:v>May 2022</c:v>
                </c:pt>
                <c:pt idx="33">
                  <c:v>Jun 2022</c:v>
                </c:pt>
                <c:pt idx="34">
                  <c:v>Jul 2022</c:v>
                </c:pt>
                <c:pt idx="35">
                  <c:v>Aug 2022</c:v>
                </c:pt>
                <c:pt idx="36">
                  <c:v>Sep 2022</c:v>
                </c:pt>
                <c:pt idx="37">
                  <c:v>Oct 2022</c:v>
                </c:pt>
                <c:pt idx="38">
                  <c:v>Nov 2022</c:v>
                </c:pt>
                <c:pt idx="39">
                  <c:v>Dec 2022</c:v>
                </c:pt>
                <c:pt idx="40">
                  <c:v>Jan 2023</c:v>
                </c:pt>
                <c:pt idx="41">
                  <c:v>Feb 2023</c:v>
                </c:pt>
                <c:pt idx="42">
                  <c:v>Mar 2023</c:v>
                </c:pt>
                <c:pt idx="43">
                  <c:v>Apr 2023</c:v>
                </c:pt>
                <c:pt idx="44">
                  <c:v>May 2023</c:v>
                </c:pt>
                <c:pt idx="45">
                  <c:v>Jun 2023</c:v>
                </c:pt>
                <c:pt idx="46">
                  <c:v>Jul 2023</c:v>
                </c:pt>
                <c:pt idx="47">
                  <c:v>Aug 2023</c:v>
                </c:pt>
                <c:pt idx="48">
                  <c:v>Sep 2023</c:v>
                </c:pt>
                <c:pt idx="49">
                  <c:v>Oct 2023</c:v>
                </c:pt>
                <c:pt idx="50">
                  <c:v>Nov 2023</c:v>
                </c:pt>
                <c:pt idx="51">
                  <c:v>Dec 2023</c:v>
                </c:pt>
                <c:pt idx="52">
                  <c:v>Jan 2024</c:v>
                </c:pt>
                <c:pt idx="53">
                  <c:v>Feb 2024</c:v>
                </c:pt>
                <c:pt idx="54">
                  <c:v>Mar 2024</c:v>
                </c:pt>
                <c:pt idx="55">
                  <c:v>Apr 2024</c:v>
                </c:pt>
                <c:pt idx="56">
                  <c:v>May 2024</c:v>
                </c:pt>
                <c:pt idx="57">
                  <c:v>Jun 2024</c:v>
                </c:pt>
                <c:pt idx="58">
                  <c:v>Jul 2024</c:v>
                </c:pt>
                <c:pt idx="59">
                  <c:v>Aug 2024</c:v>
                </c:pt>
                <c:pt idx="60">
                  <c:v>Sep 2024</c:v>
                </c:pt>
                <c:pt idx="61">
                  <c:v>Oct 2024</c:v>
                </c:pt>
                <c:pt idx="62">
                  <c:v>Nov 2024</c:v>
                </c:pt>
                <c:pt idx="63">
                  <c:v>Dec 2024</c:v>
                </c:pt>
                <c:pt idx="64">
                  <c:v>Jan 2025</c:v>
                </c:pt>
                <c:pt idx="65">
                  <c:v>Feb 2025</c:v>
                </c:pt>
                <c:pt idx="66">
                  <c:v>Mar 2025</c:v>
                </c:pt>
                <c:pt idx="67">
                  <c:v>Apr 2025</c:v>
                </c:pt>
                <c:pt idx="68">
                  <c:v>May 2025</c:v>
                </c:pt>
                <c:pt idx="69">
                  <c:v>Jun 2025</c:v>
                </c:pt>
              </c:strCache>
            </c:strRef>
          </c:cat>
          <c:val>
            <c:numRef>
              <c:f>Sheet1!$D$2:$D$71</c:f>
              <c:numCache>
                <c:ptCount val="7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0.005</c:v>
                </c:pt>
                <c:pt idx="35">
                  <c:v>0.005</c:v>
                </c:pt>
                <c:pt idx="36">
                  <c:v>0.0125</c:v>
                </c:pt>
                <c:pt idx="37">
                  <c:v>0.0125</c:v>
                </c:pt>
                <c:pt idx="38">
                  <c:v>0.02</c:v>
                </c:pt>
                <c:pt idx="39">
                  <c:v>0.025</c:v>
                </c:pt>
                <c:pt idx="40">
                  <c:v>0.025</c:v>
                </c:pt>
                <c:pt idx="41">
                  <c:v>0.03</c:v>
                </c:pt>
                <c:pt idx="42">
                  <c:v>0.035</c:v>
                </c:pt>
                <c:pt idx="43">
                  <c:v>0.035</c:v>
                </c:pt>
                <c:pt idx="44">
                  <c:v>0.0375</c:v>
                </c:pt>
                <c:pt idx="45">
                  <c:v>0.04</c:v>
                </c:pt>
                <c:pt idx="46">
                  <c:v>0.04</c:v>
                </c:pt>
                <c:pt idx="47">
                  <c:v>0.0425</c:v>
                </c:pt>
                <c:pt idx="48">
                  <c:v>0.045</c:v>
                </c:pt>
                <c:pt idx="49">
                  <c:v>0.045</c:v>
                </c:pt>
                <c:pt idx="50">
                  <c:v>0.045</c:v>
                </c:pt>
                <c:pt idx="51">
                  <c:v>0.045</c:v>
                </c:pt>
                <c:pt idx="52">
                  <c:v>0.045</c:v>
                </c:pt>
                <c:pt idx="53">
                  <c:v>0.045</c:v>
                </c:pt>
                <c:pt idx="54">
                  <c:v>0.045</c:v>
                </c:pt>
                <c:pt idx="55">
                  <c:v>0.045</c:v>
                </c:pt>
                <c:pt idx="56">
                  <c:v>0.045</c:v>
                </c:pt>
                <c:pt idx="57">
                  <c:v>0.0425</c:v>
                </c:pt>
                <c:pt idx="58">
                  <c:v>0.0425</c:v>
                </c:pt>
                <c:pt idx="59">
                  <c:v>0.0425</c:v>
                </c:pt>
                <c:pt idx="60">
                  <c:v>0.035</c:v>
                </c:pt>
                <c:pt idx="61">
                  <c:v>0.0325</c:v>
                </c:pt>
                <c:pt idx="62">
                  <c:v>0.0325</c:v>
                </c:pt>
                <c:pt idx="63">
                  <c:v>0.03</c:v>
                </c:pt>
                <c:pt idx="64">
                  <c:v>0.03</c:v>
                </c:pt>
                <c:pt idx="65">
                  <c:v>0.0275</c:v>
                </c:pt>
                <c:pt idx="66">
                  <c:v>0.025</c:v>
                </c:pt>
                <c:pt idx="67">
                  <c:v>0.0225</c:v>
                </c:pt>
                <c:pt idx="68">
                  <c:v>0.0225</c:v>
                </c:pt>
                <c:pt idx="69">
                  <c:v>0.02</c:v>
                </c:pt>
              </c:numCache>
            </c:numRef>
          </c:val>
          <c:smooth val="0"/>
        </c:ser>
        <c:ser>
          <c:idx val="3"/>
          <c:order val="3"/>
          <c:tx>
            <c:strRef>
              <c:f>Sheet1!$E$1</c:f>
              <c:strCache>
                <c:ptCount val="1"/>
                <c:pt idx="0">
                  <c:v>India</c:v>
                </c:pt>
              </c:strCache>
            </c:strRef>
          </c:tx>
          <c:spPr>
            <a:ln>
              <a:solidFill>
                <a:srgbClr val="A60B0B"/>
              </a:solidFill>
            </a:ln>
          </c:spPr>
          <c:marker>
            <c:symbol val="circle"/>
            <c:spPr>
              <a:solidFill>
                <a:srgbClr val="A60B0B"/>
              </a:solidFill>
              <a:ln>
                <a:solidFill>
                  <a:srgbClr val="A60B0B"/>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Sheet1!$A$2:$A$71</c:f>
              <c:strCache>
                <c:ptCount val="70"/>
                <c:pt idx="0">
                  <c:v>Sep 2019</c:v>
                </c:pt>
                <c:pt idx="1">
                  <c:v>Oct 2019</c:v>
                </c:pt>
                <c:pt idx="2">
                  <c:v>Nov 2019</c:v>
                </c:pt>
                <c:pt idx="3">
                  <c:v>Dec 2019</c:v>
                </c:pt>
                <c:pt idx="4">
                  <c:v>Jan 2020</c:v>
                </c:pt>
                <c:pt idx="5">
                  <c:v>Feb 2020</c:v>
                </c:pt>
                <c:pt idx="6">
                  <c:v>Mar 2020</c:v>
                </c:pt>
                <c:pt idx="7">
                  <c:v>Apr 2020</c:v>
                </c:pt>
                <c:pt idx="8">
                  <c:v>May 2020</c:v>
                </c:pt>
                <c:pt idx="9">
                  <c:v>Jun 2020</c:v>
                </c:pt>
                <c:pt idx="10">
                  <c:v>Jul 2020</c:v>
                </c:pt>
                <c:pt idx="11">
                  <c:v>Aug 2020</c:v>
                </c:pt>
                <c:pt idx="12">
                  <c:v>Sep 2020</c:v>
                </c:pt>
                <c:pt idx="13">
                  <c:v>Oct 2020</c:v>
                </c:pt>
                <c:pt idx="14">
                  <c:v>Nov 2020</c:v>
                </c:pt>
                <c:pt idx="15">
                  <c:v>Dec 2020</c:v>
                </c:pt>
                <c:pt idx="16">
                  <c:v>Jan 2021</c:v>
                </c:pt>
                <c:pt idx="17">
                  <c:v>Feb 2021</c:v>
                </c:pt>
                <c:pt idx="18">
                  <c:v>Mar 2021</c:v>
                </c:pt>
                <c:pt idx="19">
                  <c:v>Apr 2021</c:v>
                </c:pt>
                <c:pt idx="20">
                  <c:v>May 2021</c:v>
                </c:pt>
                <c:pt idx="21">
                  <c:v>Jun 2021</c:v>
                </c:pt>
                <c:pt idx="22">
                  <c:v>Jul 2021</c:v>
                </c:pt>
                <c:pt idx="23">
                  <c:v>Aug 2021</c:v>
                </c:pt>
                <c:pt idx="24">
                  <c:v>Sep 2021</c:v>
                </c:pt>
                <c:pt idx="25">
                  <c:v>Oct 2021</c:v>
                </c:pt>
                <c:pt idx="26">
                  <c:v>Nov 2021</c:v>
                </c:pt>
                <c:pt idx="27">
                  <c:v>Dec 2021</c:v>
                </c:pt>
                <c:pt idx="28">
                  <c:v>Jan 2022</c:v>
                </c:pt>
                <c:pt idx="29">
                  <c:v>Feb 2022</c:v>
                </c:pt>
                <c:pt idx="30">
                  <c:v>Mar 2022</c:v>
                </c:pt>
                <c:pt idx="31">
                  <c:v>Apr 2022</c:v>
                </c:pt>
                <c:pt idx="32">
                  <c:v>May 2022</c:v>
                </c:pt>
                <c:pt idx="33">
                  <c:v>Jun 2022</c:v>
                </c:pt>
                <c:pt idx="34">
                  <c:v>Jul 2022</c:v>
                </c:pt>
                <c:pt idx="35">
                  <c:v>Aug 2022</c:v>
                </c:pt>
                <c:pt idx="36">
                  <c:v>Sep 2022</c:v>
                </c:pt>
                <c:pt idx="37">
                  <c:v>Oct 2022</c:v>
                </c:pt>
                <c:pt idx="38">
                  <c:v>Nov 2022</c:v>
                </c:pt>
                <c:pt idx="39">
                  <c:v>Dec 2022</c:v>
                </c:pt>
                <c:pt idx="40">
                  <c:v>Jan 2023</c:v>
                </c:pt>
                <c:pt idx="41">
                  <c:v>Feb 2023</c:v>
                </c:pt>
                <c:pt idx="42">
                  <c:v>Mar 2023</c:v>
                </c:pt>
                <c:pt idx="43">
                  <c:v>Apr 2023</c:v>
                </c:pt>
                <c:pt idx="44">
                  <c:v>May 2023</c:v>
                </c:pt>
                <c:pt idx="45">
                  <c:v>Jun 2023</c:v>
                </c:pt>
                <c:pt idx="46">
                  <c:v>Jul 2023</c:v>
                </c:pt>
                <c:pt idx="47">
                  <c:v>Aug 2023</c:v>
                </c:pt>
                <c:pt idx="48">
                  <c:v>Sep 2023</c:v>
                </c:pt>
                <c:pt idx="49">
                  <c:v>Oct 2023</c:v>
                </c:pt>
                <c:pt idx="50">
                  <c:v>Nov 2023</c:v>
                </c:pt>
                <c:pt idx="51">
                  <c:v>Dec 2023</c:v>
                </c:pt>
                <c:pt idx="52">
                  <c:v>Jan 2024</c:v>
                </c:pt>
                <c:pt idx="53">
                  <c:v>Feb 2024</c:v>
                </c:pt>
                <c:pt idx="54">
                  <c:v>Mar 2024</c:v>
                </c:pt>
                <c:pt idx="55">
                  <c:v>Apr 2024</c:v>
                </c:pt>
                <c:pt idx="56">
                  <c:v>May 2024</c:v>
                </c:pt>
                <c:pt idx="57">
                  <c:v>Jun 2024</c:v>
                </c:pt>
                <c:pt idx="58">
                  <c:v>Jul 2024</c:v>
                </c:pt>
                <c:pt idx="59">
                  <c:v>Aug 2024</c:v>
                </c:pt>
                <c:pt idx="60">
                  <c:v>Sep 2024</c:v>
                </c:pt>
                <c:pt idx="61">
                  <c:v>Oct 2024</c:v>
                </c:pt>
                <c:pt idx="62">
                  <c:v>Nov 2024</c:v>
                </c:pt>
                <c:pt idx="63">
                  <c:v>Dec 2024</c:v>
                </c:pt>
                <c:pt idx="64">
                  <c:v>Jan 2025</c:v>
                </c:pt>
                <c:pt idx="65">
                  <c:v>Feb 2025</c:v>
                </c:pt>
                <c:pt idx="66">
                  <c:v>Mar 2025</c:v>
                </c:pt>
                <c:pt idx="67">
                  <c:v>Apr 2025</c:v>
                </c:pt>
                <c:pt idx="68">
                  <c:v>May 2025</c:v>
                </c:pt>
                <c:pt idx="69">
                  <c:v>Jun 2025</c:v>
                </c:pt>
              </c:strCache>
            </c:strRef>
          </c:cat>
          <c:val>
            <c:numRef>
              <c:f>Sheet1!$E$2:$E$71</c:f>
              <c:numCache>
                <c:ptCount val="70"/>
                <c:pt idx="0">
                  <c:v>0.054</c:v>
                </c:pt>
                <c:pt idx="1">
                  <c:v>0.0515</c:v>
                </c:pt>
                <c:pt idx="2">
                  <c:v>0.0515</c:v>
                </c:pt>
                <c:pt idx="3">
                  <c:v>0.0515</c:v>
                </c:pt>
                <c:pt idx="4">
                  <c:v>0.0515</c:v>
                </c:pt>
                <c:pt idx="5">
                  <c:v>0.0515</c:v>
                </c:pt>
                <c:pt idx="6">
                  <c:v>0.044</c:v>
                </c:pt>
                <c:pt idx="7">
                  <c:v>0.044</c:v>
                </c:pt>
                <c:pt idx="8">
                  <c:v>0.04</c:v>
                </c:pt>
                <c:pt idx="9">
                  <c:v>0.04</c:v>
                </c:pt>
                <c:pt idx="10">
                  <c:v>0.04</c:v>
                </c:pt>
                <c:pt idx="11">
                  <c:v>0.04</c:v>
                </c:pt>
                <c:pt idx="12">
                  <c:v>0.04</c:v>
                </c:pt>
                <c:pt idx="13">
                  <c:v>0.04</c:v>
                </c:pt>
                <c:pt idx="14">
                  <c:v>0.04</c:v>
                </c:pt>
                <c:pt idx="15">
                  <c:v>0.04</c:v>
                </c:pt>
                <c:pt idx="16">
                  <c:v>0.04</c:v>
                </c:pt>
                <c:pt idx="17">
                  <c:v>0.04</c:v>
                </c:pt>
                <c:pt idx="18">
                  <c:v>0.04</c:v>
                </c:pt>
                <c:pt idx="19">
                  <c:v>0.04</c:v>
                </c:pt>
                <c:pt idx="20">
                  <c:v>0.04</c:v>
                </c:pt>
                <c:pt idx="21">
                  <c:v>0.04</c:v>
                </c:pt>
                <c:pt idx="22">
                  <c:v>0.04</c:v>
                </c:pt>
                <c:pt idx="23">
                  <c:v>0.04</c:v>
                </c:pt>
                <c:pt idx="24">
                  <c:v>0.04</c:v>
                </c:pt>
                <c:pt idx="25">
                  <c:v>0.04</c:v>
                </c:pt>
                <c:pt idx="26">
                  <c:v>0.04</c:v>
                </c:pt>
                <c:pt idx="27">
                  <c:v>0.04</c:v>
                </c:pt>
                <c:pt idx="28">
                  <c:v>0.04</c:v>
                </c:pt>
                <c:pt idx="29">
                  <c:v>0.04</c:v>
                </c:pt>
                <c:pt idx="30">
                  <c:v>0.04</c:v>
                </c:pt>
                <c:pt idx="31">
                  <c:v>0.04</c:v>
                </c:pt>
                <c:pt idx="32">
                  <c:v>0.044</c:v>
                </c:pt>
                <c:pt idx="33">
                  <c:v>0.049</c:v>
                </c:pt>
                <c:pt idx="34">
                  <c:v>0.049</c:v>
                </c:pt>
                <c:pt idx="35">
                  <c:v>0.054</c:v>
                </c:pt>
                <c:pt idx="36">
                  <c:v>0.059</c:v>
                </c:pt>
                <c:pt idx="37">
                  <c:v>0.059</c:v>
                </c:pt>
                <c:pt idx="38">
                  <c:v>0.059</c:v>
                </c:pt>
                <c:pt idx="39">
                  <c:v>0.0625</c:v>
                </c:pt>
                <c:pt idx="40">
                  <c:v>0.0625</c:v>
                </c:pt>
                <c:pt idx="41">
                  <c:v>0.065</c:v>
                </c:pt>
                <c:pt idx="42">
                  <c:v>0.065</c:v>
                </c:pt>
                <c:pt idx="43">
                  <c:v>0.065</c:v>
                </c:pt>
                <c:pt idx="44">
                  <c:v>0.065</c:v>
                </c:pt>
                <c:pt idx="45">
                  <c:v>0.065</c:v>
                </c:pt>
                <c:pt idx="46">
                  <c:v>0.065</c:v>
                </c:pt>
                <c:pt idx="47">
                  <c:v>0.065</c:v>
                </c:pt>
                <c:pt idx="48">
                  <c:v>0.065</c:v>
                </c:pt>
                <c:pt idx="49">
                  <c:v>0.065</c:v>
                </c:pt>
                <c:pt idx="50">
                  <c:v>0.065</c:v>
                </c:pt>
                <c:pt idx="51">
                  <c:v>0.065</c:v>
                </c:pt>
                <c:pt idx="52">
                  <c:v>0.065</c:v>
                </c:pt>
                <c:pt idx="53">
                  <c:v>0.065</c:v>
                </c:pt>
                <c:pt idx="54">
                  <c:v>0.065</c:v>
                </c:pt>
                <c:pt idx="55">
                  <c:v>0.065</c:v>
                </c:pt>
                <c:pt idx="56">
                  <c:v>0.065</c:v>
                </c:pt>
                <c:pt idx="57">
                  <c:v>0.065</c:v>
                </c:pt>
                <c:pt idx="58">
                  <c:v>0.065</c:v>
                </c:pt>
                <c:pt idx="59">
                  <c:v>0.065</c:v>
                </c:pt>
                <c:pt idx="60">
                  <c:v>0.065</c:v>
                </c:pt>
                <c:pt idx="61">
                  <c:v>0.065</c:v>
                </c:pt>
                <c:pt idx="62">
                  <c:v>0.065</c:v>
                </c:pt>
                <c:pt idx="63">
                  <c:v>0.065</c:v>
                </c:pt>
                <c:pt idx="64">
                  <c:v>0.065</c:v>
                </c:pt>
                <c:pt idx="65">
                  <c:v>0.0625</c:v>
                </c:pt>
                <c:pt idx="66">
                  <c:v>0.0625</c:v>
                </c:pt>
                <c:pt idx="67">
                  <c:v>0.06</c:v>
                </c:pt>
                <c:pt idx="68">
                  <c:v>0.06</c:v>
                </c:pt>
                <c:pt idx="69">
                  <c:v>0.055</c:v>
                </c:pt>
              </c:numCache>
            </c:numRef>
          </c:val>
          <c:smooth val="0"/>
        </c:ser>
        <c:ser>
          <c:idx val="4"/>
          <c:order val="4"/>
          <c:tx>
            <c:strRef>
              <c:f>Sheet1!$F$1</c:f>
              <c:strCache>
                <c:ptCount val="1"/>
                <c:pt idx="0">
                  <c:v>Japan</c:v>
                </c:pt>
              </c:strCache>
            </c:strRef>
          </c:tx>
          <c:spPr>
            <a:ln>
              <a:solidFill>
                <a:srgbClr val="87BC24"/>
              </a:solidFill>
            </a:ln>
          </c:spPr>
          <c:marker>
            <c:symbol val="circle"/>
            <c:spPr>
              <a:solidFill>
                <a:srgbClr val="87BC24"/>
              </a:solidFill>
              <a:ln>
                <a:solidFill>
                  <a:srgbClr val="87BC24"/>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Sheet1!$A$2:$A$71</c:f>
              <c:strCache>
                <c:ptCount val="70"/>
                <c:pt idx="0">
                  <c:v>Sep 2019</c:v>
                </c:pt>
                <c:pt idx="1">
                  <c:v>Oct 2019</c:v>
                </c:pt>
                <c:pt idx="2">
                  <c:v>Nov 2019</c:v>
                </c:pt>
                <c:pt idx="3">
                  <c:v>Dec 2019</c:v>
                </c:pt>
                <c:pt idx="4">
                  <c:v>Jan 2020</c:v>
                </c:pt>
                <c:pt idx="5">
                  <c:v>Feb 2020</c:v>
                </c:pt>
                <c:pt idx="6">
                  <c:v>Mar 2020</c:v>
                </c:pt>
                <c:pt idx="7">
                  <c:v>Apr 2020</c:v>
                </c:pt>
                <c:pt idx="8">
                  <c:v>May 2020</c:v>
                </c:pt>
                <c:pt idx="9">
                  <c:v>Jun 2020</c:v>
                </c:pt>
                <c:pt idx="10">
                  <c:v>Jul 2020</c:v>
                </c:pt>
                <c:pt idx="11">
                  <c:v>Aug 2020</c:v>
                </c:pt>
                <c:pt idx="12">
                  <c:v>Sep 2020</c:v>
                </c:pt>
                <c:pt idx="13">
                  <c:v>Oct 2020</c:v>
                </c:pt>
                <c:pt idx="14">
                  <c:v>Nov 2020</c:v>
                </c:pt>
                <c:pt idx="15">
                  <c:v>Dec 2020</c:v>
                </c:pt>
                <c:pt idx="16">
                  <c:v>Jan 2021</c:v>
                </c:pt>
                <c:pt idx="17">
                  <c:v>Feb 2021</c:v>
                </c:pt>
                <c:pt idx="18">
                  <c:v>Mar 2021</c:v>
                </c:pt>
                <c:pt idx="19">
                  <c:v>Apr 2021</c:v>
                </c:pt>
                <c:pt idx="20">
                  <c:v>May 2021</c:v>
                </c:pt>
                <c:pt idx="21">
                  <c:v>Jun 2021</c:v>
                </c:pt>
                <c:pt idx="22">
                  <c:v>Jul 2021</c:v>
                </c:pt>
                <c:pt idx="23">
                  <c:v>Aug 2021</c:v>
                </c:pt>
                <c:pt idx="24">
                  <c:v>Sep 2021</c:v>
                </c:pt>
                <c:pt idx="25">
                  <c:v>Oct 2021</c:v>
                </c:pt>
                <c:pt idx="26">
                  <c:v>Nov 2021</c:v>
                </c:pt>
                <c:pt idx="27">
                  <c:v>Dec 2021</c:v>
                </c:pt>
                <c:pt idx="28">
                  <c:v>Jan 2022</c:v>
                </c:pt>
                <c:pt idx="29">
                  <c:v>Feb 2022</c:v>
                </c:pt>
                <c:pt idx="30">
                  <c:v>Mar 2022</c:v>
                </c:pt>
                <c:pt idx="31">
                  <c:v>Apr 2022</c:v>
                </c:pt>
                <c:pt idx="32">
                  <c:v>May 2022</c:v>
                </c:pt>
                <c:pt idx="33">
                  <c:v>Jun 2022</c:v>
                </c:pt>
                <c:pt idx="34">
                  <c:v>Jul 2022</c:v>
                </c:pt>
                <c:pt idx="35">
                  <c:v>Aug 2022</c:v>
                </c:pt>
                <c:pt idx="36">
                  <c:v>Sep 2022</c:v>
                </c:pt>
                <c:pt idx="37">
                  <c:v>Oct 2022</c:v>
                </c:pt>
                <c:pt idx="38">
                  <c:v>Nov 2022</c:v>
                </c:pt>
                <c:pt idx="39">
                  <c:v>Dec 2022</c:v>
                </c:pt>
                <c:pt idx="40">
                  <c:v>Jan 2023</c:v>
                </c:pt>
                <c:pt idx="41">
                  <c:v>Feb 2023</c:v>
                </c:pt>
                <c:pt idx="42">
                  <c:v>Mar 2023</c:v>
                </c:pt>
                <c:pt idx="43">
                  <c:v>Apr 2023</c:v>
                </c:pt>
                <c:pt idx="44">
                  <c:v>May 2023</c:v>
                </c:pt>
                <c:pt idx="45">
                  <c:v>Jun 2023</c:v>
                </c:pt>
                <c:pt idx="46">
                  <c:v>Jul 2023</c:v>
                </c:pt>
                <c:pt idx="47">
                  <c:v>Aug 2023</c:v>
                </c:pt>
                <c:pt idx="48">
                  <c:v>Sep 2023</c:v>
                </c:pt>
                <c:pt idx="49">
                  <c:v>Oct 2023</c:v>
                </c:pt>
                <c:pt idx="50">
                  <c:v>Nov 2023</c:v>
                </c:pt>
                <c:pt idx="51">
                  <c:v>Dec 2023</c:v>
                </c:pt>
                <c:pt idx="52">
                  <c:v>Jan 2024</c:v>
                </c:pt>
                <c:pt idx="53">
                  <c:v>Feb 2024</c:v>
                </c:pt>
                <c:pt idx="54">
                  <c:v>Mar 2024</c:v>
                </c:pt>
                <c:pt idx="55">
                  <c:v>Apr 2024</c:v>
                </c:pt>
                <c:pt idx="56">
                  <c:v>May 2024</c:v>
                </c:pt>
                <c:pt idx="57">
                  <c:v>Jun 2024</c:v>
                </c:pt>
                <c:pt idx="58">
                  <c:v>Jul 2024</c:v>
                </c:pt>
                <c:pt idx="59">
                  <c:v>Aug 2024</c:v>
                </c:pt>
                <c:pt idx="60">
                  <c:v>Sep 2024</c:v>
                </c:pt>
                <c:pt idx="61">
                  <c:v>Oct 2024</c:v>
                </c:pt>
                <c:pt idx="62">
                  <c:v>Nov 2024</c:v>
                </c:pt>
                <c:pt idx="63">
                  <c:v>Dec 2024</c:v>
                </c:pt>
                <c:pt idx="64">
                  <c:v>Jan 2025</c:v>
                </c:pt>
                <c:pt idx="65">
                  <c:v>Feb 2025</c:v>
                </c:pt>
                <c:pt idx="66">
                  <c:v>Mar 2025</c:v>
                </c:pt>
                <c:pt idx="67">
                  <c:v>Apr 2025</c:v>
                </c:pt>
                <c:pt idx="68">
                  <c:v>May 2025</c:v>
                </c:pt>
                <c:pt idx="69">
                  <c:v>Jun 2025</c:v>
                </c:pt>
              </c:strCache>
            </c:strRef>
          </c:cat>
          <c:val>
            <c:numRef>
              <c:f>Sheet1!$F$2:$F$71</c:f>
              <c:numCache>
                <c:ptCount val="70"/>
                <c:pt idx="0">
                  <c:v>-0.001</c:v>
                </c:pt>
                <c:pt idx="1">
                  <c:v>-0.001</c:v>
                </c:pt>
                <c:pt idx="2">
                  <c:v>-0.001</c:v>
                </c:pt>
                <c:pt idx="3">
                  <c:v>-0.001</c:v>
                </c:pt>
                <c:pt idx="4">
                  <c:v>-0.001</c:v>
                </c:pt>
                <c:pt idx="5">
                  <c:v>-0.001</c:v>
                </c:pt>
                <c:pt idx="6">
                  <c:v>-0.001</c:v>
                </c:pt>
                <c:pt idx="7">
                  <c:v>-0.001</c:v>
                </c:pt>
                <c:pt idx="8">
                  <c:v>-0.001</c:v>
                </c:pt>
                <c:pt idx="9">
                  <c:v>-0.001</c:v>
                </c:pt>
                <c:pt idx="10">
                  <c:v>-0.001</c:v>
                </c:pt>
                <c:pt idx="11">
                  <c:v>-0.001</c:v>
                </c:pt>
                <c:pt idx="12">
                  <c:v>-0.001</c:v>
                </c:pt>
                <c:pt idx="13">
                  <c:v>-0.001</c:v>
                </c:pt>
                <c:pt idx="14">
                  <c:v>-0.001</c:v>
                </c:pt>
                <c:pt idx="15">
                  <c:v>-0.001</c:v>
                </c:pt>
                <c:pt idx="16">
                  <c:v>-0.001</c:v>
                </c:pt>
                <c:pt idx="17">
                  <c:v>-0.001</c:v>
                </c:pt>
                <c:pt idx="18">
                  <c:v>-0.001</c:v>
                </c:pt>
                <c:pt idx="19">
                  <c:v>-0.001</c:v>
                </c:pt>
                <c:pt idx="20">
                  <c:v>-0.001</c:v>
                </c:pt>
                <c:pt idx="21">
                  <c:v>-0.001</c:v>
                </c:pt>
                <c:pt idx="22">
                  <c:v>-0.001</c:v>
                </c:pt>
                <c:pt idx="23">
                  <c:v>-0.001</c:v>
                </c:pt>
                <c:pt idx="24">
                  <c:v>-0.001</c:v>
                </c:pt>
                <c:pt idx="25">
                  <c:v>-0.001</c:v>
                </c:pt>
                <c:pt idx="26">
                  <c:v>-0.001</c:v>
                </c:pt>
                <c:pt idx="27">
                  <c:v>-0.001</c:v>
                </c:pt>
                <c:pt idx="28">
                  <c:v>-0.001</c:v>
                </c:pt>
                <c:pt idx="29">
                  <c:v>-0.001</c:v>
                </c:pt>
                <c:pt idx="30">
                  <c:v>-0.001</c:v>
                </c:pt>
                <c:pt idx="31">
                  <c:v>-0.001</c:v>
                </c:pt>
                <c:pt idx="32">
                  <c:v>-0.001</c:v>
                </c:pt>
                <c:pt idx="33">
                  <c:v>-0.001</c:v>
                </c:pt>
                <c:pt idx="34">
                  <c:v>-0.001</c:v>
                </c:pt>
                <c:pt idx="35">
                  <c:v>-0.001</c:v>
                </c:pt>
                <c:pt idx="36">
                  <c:v>-0.001</c:v>
                </c:pt>
                <c:pt idx="37">
                  <c:v>-0.001</c:v>
                </c:pt>
                <c:pt idx="38">
                  <c:v>-0.001</c:v>
                </c:pt>
                <c:pt idx="39">
                  <c:v>-0.001</c:v>
                </c:pt>
                <c:pt idx="40">
                  <c:v>-0.001</c:v>
                </c:pt>
                <c:pt idx="41">
                  <c:v>-0.001</c:v>
                </c:pt>
                <c:pt idx="42">
                  <c:v>-0.001</c:v>
                </c:pt>
                <c:pt idx="43">
                  <c:v>-0.001</c:v>
                </c:pt>
                <c:pt idx="44">
                  <c:v>-0.001</c:v>
                </c:pt>
                <c:pt idx="45">
                  <c:v>-0.001</c:v>
                </c:pt>
                <c:pt idx="46">
                  <c:v>-0.001</c:v>
                </c:pt>
                <c:pt idx="47">
                  <c:v>-0.001</c:v>
                </c:pt>
                <c:pt idx="48">
                  <c:v>-0.001</c:v>
                </c:pt>
                <c:pt idx="49">
                  <c:v>-0.001</c:v>
                </c:pt>
                <c:pt idx="50">
                  <c:v>-0.001</c:v>
                </c:pt>
                <c:pt idx="51">
                  <c:v>-0.001</c:v>
                </c:pt>
                <c:pt idx="52">
                  <c:v>-0.001</c:v>
                </c:pt>
                <c:pt idx="53">
                  <c:v>-0.001</c:v>
                </c:pt>
                <c:pt idx="54">
                  <c:v>0.0005</c:v>
                </c:pt>
                <c:pt idx="55">
                  <c:v>0.0005</c:v>
                </c:pt>
                <c:pt idx="56">
                  <c:v>0.0005</c:v>
                </c:pt>
                <c:pt idx="57">
                  <c:v>0.0005</c:v>
                </c:pt>
                <c:pt idx="58">
                  <c:v>0.0005</c:v>
                </c:pt>
                <c:pt idx="59">
                  <c:v>0.0025</c:v>
                </c:pt>
                <c:pt idx="60">
                  <c:v>0.0025</c:v>
                </c:pt>
                <c:pt idx="61">
                  <c:v>0.0025</c:v>
                </c:pt>
                <c:pt idx="62">
                  <c:v>0.0025</c:v>
                </c:pt>
                <c:pt idx="63">
                  <c:v>0.0025</c:v>
                </c:pt>
                <c:pt idx="64">
                  <c:v>0.005</c:v>
                </c:pt>
                <c:pt idx="65">
                  <c:v>0.005</c:v>
                </c:pt>
                <c:pt idx="66">
                  <c:v>0.005</c:v>
                </c:pt>
                <c:pt idx="67">
                  <c:v>0.005</c:v>
                </c:pt>
                <c:pt idx="68">
                  <c:v>0.005</c:v>
                </c:pt>
                <c:pt idx="69">
                  <c:v>0.005</c:v>
                </c:pt>
              </c:numCache>
            </c:numRef>
          </c:val>
          <c:smooth val="0"/>
        </c:ser>
        <c:ser>
          <c:idx val="5"/>
          <c:order val="5"/>
          <c:tx>
            <c:strRef>
              <c:f>Sheet1!$G$1</c:f>
              <c:strCache>
                <c:ptCount val="1"/>
                <c:pt idx="0">
                  <c:v>Russia</c:v>
                </c:pt>
              </c:strCache>
            </c:strRef>
          </c:tx>
          <c:spPr>
            <a:ln>
              <a:solidFill>
                <a:srgbClr val="EBB523"/>
              </a:solidFill>
            </a:ln>
          </c:spPr>
          <c:marker>
            <c:symbol val="circle"/>
            <c:spPr>
              <a:solidFill>
                <a:srgbClr val="EBB523"/>
              </a:solidFill>
              <a:ln>
                <a:solidFill>
                  <a:srgbClr val="EBB523"/>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Sheet1!$A$2:$A$71</c:f>
              <c:strCache>
                <c:ptCount val="70"/>
                <c:pt idx="0">
                  <c:v>Sep 2019</c:v>
                </c:pt>
                <c:pt idx="1">
                  <c:v>Oct 2019</c:v>
                </c:pt>
                <c:pt idx="2">
                  <c:v>Nov 2019</c:v>
                </c:pt>
                <c:pt idx="3">
                  <c:v>Dec 2019</c:v>
                </c:pt>
                <c:pt idx="4">
                  <c:v>Jan 2020</c:v>
                </c:pt>
                <c:pt idx="5">
                  <c:v>Feb 2020</c:v>
                </c:pt>
                <c:pt idx="6">
                  <c:v>Mar 2020</c:v>
                </c:pt>
                <c:pt idx="7">
                  <c:v>Apr 2020</c:v>
                </c:pt>
                <c:pt idx="8">
                  <c:v>May 2020</c:v>
                </c:pt>
                <c:pt idx="9">
                  <c:v>Jun 2020</c:v>
                </c:pt>
                <c:pt idx="10">
                  <c:v>Jul 2020</c:v>
                </c:pt>
                <c:pt idx="11">
                  <c:v>Aug 2020</c:v>
                </c:pt>
                <c:pt idx="12">
                  <c:v>Sep 2020</c:v>
                </c:pt>
                <c:pt idx="13">
                  <c:v>Oct 2020</c:v>
                </c:pt>
                <c:pt idx="14">
                  <c:v>Nov 2020</c:v>
                </c:pt>
                <c:pt idx="15">
                  <c:v>Dec 2020</c:v>
                </c:pt>
                <c:pt idx="16">
                  <c:v>Jan 2021</c:v>
                </c:pt>
                <c:pt idx="17">
                  <c:v>Feb 2021</c:v>
                </c:pt>
                <c:pt idx="18">
                  <c:v>Mar 2021</c:v>
                </c:pt>
                <c:pt idx="19">
                  <c:v>Apr 2021</c:v>
                </c:pt>
                <c:pt idx="20">
                  <c:v>May 2021</c:v>
                </c:pt>
                <c:pt idx="21">
                  <c:v>Jun 2021</c:v>
                </c:pt>
                <c:pt idx="22">
                  <c:v>Jul 2021</c:v>
                </c:pt>
                <c:pt idx="23">
                  <c:v>Aug 2021</c:v>
                </c:pt>
                <c:pt idx="24">
                  <c:v>Sep 2021</c:v>
                </c:pt>
                <c:pt idx="25">
                  <c:v>Oct 2021</c:v>
                </c:pt>
                <c:pt idx="26">
                  <c:v>Nov 2021</c:v>
                </c:pt>
                <c:pt idx="27">
                  <c:v>Dec 2021</c:v>
                </c:pt>
                <c:pt idx="28">
                  <c:v>Jan 2022</c:v>
                </c:pt>
                <c:pt idx="29">
                  <c:v>Feb 2022</c:v>
                </c:pt>
                <c:pt idx="30">
                  <c:v>Mar 2022</c:v>
                </c:pt>
                <c:pt idx="31">
                  <c:v>Apr 2022</c:v>
                </c:pt>
                <c:pt idx="32">
                  <c:v>May 2022</c:v>
                </c:pt>
                <c:pt idx="33">
                  <c:v>Jun 2022</c:v>
                </c:pt>
                <c:pt idx="34">
                  <c:v>Jul 2022</c:v>
                </c:pt>
                <c:pt idx="35">
                  <c:v>Aug 2022</c:v>
                </c:pt>
                <c:pt idx="36">
                  <c:v>Sep 2022</c:v>
                </c:pt>
                <c:pt idx="37">
                  <c:v>Oct 2022</c:v>
                </c:pt>
                <c:pt idx="38">
                  <c:v>Nov 2022</c:v>
                </c:pt>
                <c:pt idx="39">
                  <c:v>Dec 2022</c:v>
                </c:pt>
                <c:pt idx="40">
                  <c:v>Jan 2023</c:v>
                </c:pt>
                <c:pt idx="41">
                  <c:v>Feb 2023</c:v>
                </c:pt>
                <c:pt idx="42">
                  <c:v>Mar 2023</c:v>
                </c:pt>
                <c:pt idx="43">
                  <c:v>Apr 2023</c:v>
                </c:pt>
                <c:pt idx="44">
                  <c:v>May 2023</c:v>
                </c:pt>
                <c:pt idx="45">
                  <c:v>Jun 2023</c:v>
                </c:pt>
                <c:pt idx="46">
                  <c:v>Jul 2023</c:v>
                </c:pt>
                <c:pt idx="47">
                  <c:v>Aug 2023</c:v>
                </c:pt>
                <c:pt idx="48">
                  <c:v>Sep 2023</c:v>
                </c:pt>
                <c:pt idx="49">
                  <c:v>Oct 2023</c:v>
                </c:pt>
                <c:pt idx="50">
                  <c:v>Nov 2023</c:v>
                </c:pt>
                <c:pt idx="51">
                  <c:v>Dec 2023</c:v>
                </c:pt>
                <c:pt idx="52">
                  <c:v>Jan 2024</c:v>
                </c:pt>
                <c:pt idx="53">
                  <c:v>Feb 2024</c:v>
                </c:pt>
                <c:pt idx="54">
                  <c:v>Mar 2024</c:v>
                </c:pt>
                <c:pt idx="55">
                  <c:v>Apr 2024</c:v>
                </c:pt>
                <c:pt idx="56">
                  <c:v>May 2024</c:v>
                </c:pt>
                <c:pt idx="57">
                  <c:v>Jun 2024</c:v>
                </c:pt>
                <c:pt idx="58">
                  <c:v>Jul 2024</c:v>
                </c:pt>
                <c:pt idx="59">
                  <c:v>Aug 2024</c:v>
                </c:pt>
                <c:pt idx="60">
                  <c:v>Sep 2024</c:v>
                </c:pt>
                <c:pt idx="61">
                  <c:v>Oct 2024</c:v>
                </c:pt>
                <c:pt idx="62">
                  <c:v>Nov 2024</c:v>
                </c:pt>
                <c:pt idx="63">
                  <c:v>Dec 2024</c:v>
                </c:pt>
                <c:pt idx="64">
                  <c:v>Jan 2025</c:v>
                </c:pt>
                <c:pt idx="65">
                  <c:v>Feb 2025</c:v>
                </c:pt>
                <c:pt idx="66">
                  <c:v>Mar 2025</c:v>
                </c:pt>
                <c:pt idx="67">
                  <c:v>Apr 2025</c:v>
                </c:pt>
                <c:pt idx="68">
                  <c:v>May 2025</c:v>
                </c:pt>
                <c:pt idx="69">
                  <c:v>Jun 2025</c:v>
                </c:pt>
              </c:strCache>
            </c:strRef>
          </c:cat>
          <c:val>
            <c:numRef>
              <c:f>Sheet1!$G$2:$G$71</c:f>
              <c:numCache>
                <c:ptCount val="70"/>
                <c:pt idx="0">
                  <c:v>0.07</c:v>
                </c:pt>
                <c:pt idx="1">
                  <c:v>0.065</c:v>
                </c:pt>
                <c:pt idx="2">
                  <c:v>0.065</c:v>
                </c:pt>
                <c:pt idx="3">
                  <c:v>0.0625</c:v>
                </c:pt>
                <c:pt idx="4">
                  <c:v>0.0625</c:v>
                </c:pt>
                <c:pt idx="5">
                  <c:v>0.06</c:v>
                </c:pt>
                <c:pt idx="6">
                  <c:v>0.06</c:v>
                </c:pt>
                <c:pt idx="7">
                  <c:v>0.055</c:v>
                </c:pt>
                <c:pt idx="8">
                  <c:v>0.055</c:v>
                </c:pt>
                <c:pt idx="9">
                  <c:v>0.045</c:v>
                </c:pt>
                <c:pt idx="10">
                  <c:v>0.0425</c:v>
                </c:pt>
                <c:pt idx="11">
                  <c:v>0.0425</c:v>
                </c:pt>
                <c:pt idx="12">
                  <c:v>0.0425</c:v>
                </c:pt>
                <c:pt idx="13">
                  <c:v>0.0425</c:v>
                </c:pt>
                <c:pt idx="14">
                  <c:v>0.0425</c:v>
                </c:pt>
                <c:pt idx="15">
                  <c:v>0.0425</c:v>
                </c:pt>
                <c:pt idx="16">
                  <c:v>0.0425</c:v>
                </c:pt>
                <c:pt idx="17">
                  <c:v>0.0425</c:v>
                </c:pt>
                <c:pt idx="18">
                  <c:v>0.045</c:v>
                </c:pt>
                <c:pt idx="19">
                  <c:v>0.05</c:v>
                </c:pt>
                <c:pt idx="20">
                  <c:v>0.05</c:v>
                </c:pt>
                <c:pt idx="21">
                  <c:v>0.055</c:v>
                </c:pt>
                <c:pt idx="22">
                  <c:v>0.065</c:v>
                </c:pt>
                <c:pt idx="23">
                  <c:v>0.065</c:v>
                </c:pt>
                <c:pt idx="24">
                  <c:v>0.0675</c:v>
                </c:pt>
                <c:pt idx="25">
                  <c:v>0.075</c:v>
                </c:pt>
                <c:pt idx="26">
                  <c:v>0.075</c:v>
                </c:pt>
                <c:pt idx="27">
                  <c:v>0.085</c:v>
                </c:pt>
                <c:pt idx="28">
                  <c:v>0.085</c:v>
                </c:pt>
                <c:pt idx="29">
                  <c:v>0.2</c:v>
                </c:pt>
                <c:pt idx="30">
                  <c:v>0.2</c:v>
                </c:pt>
                <c:pt idx="31">
                  <c:v>0.17</c:v>
                </c:pt>
                <c:pt idx="32">
                  <c:v>0.11</c:v>
                </c:pt>
                <c:pt idx="33">
                  <c:v>0.095</c:v>
                </c:pt>
                <c:pt idx="34">
                  <c:v>0.08</c:v>
                </c:pt>
                <c:pt idx="35">
                  <c:v>0.08</c:v>
                </c:pt>
                <c:pt idx="36">
                  <c:v>0.075</c:v>
                </c:pt>
                <c:pt idx="37">
                  <c:v>0.075</c:v>
                </c:pt>
                <c:pt idx="38">
                  <c:v>0.075</c:v>
                </c:pt>
                <c:pt idx="39">
                  <c:v>0.075</c:v>
                </c:pt>
                <c:pt idx="40">
                  <c:v>0.075</c:v>
                </c:pt>
                <c:pt idx="41">
                  <c:v>0.075</c:v>
                </c:pt>
                <c:pt idx="42">
                  <c:v>0.075</c:v>
                </c:pt>
                <c:pt idx="43">
                  <c:v>0.075</c:v>
                </c:pt>
                <c:pt idx="44">
                  <c:v>0.075</c:v>
                </c:pt>
                <c:pt idx="45">
                  <c:v>0.075</c:v>
                </c:pt>
                <c:pt idx="46">
                  <c:v>0.085</c:v>
                </c:pt>
                <c:pt idx="47">
                  <c:v>0.12</c:v>
                </c:pt>
                <c:pt idx="48">
                  <c:v>0.13</c:v>
                </c:pt>
                <c:pt idx="49">
                  <c:v>0.15</c:v>
                </c:pt>
                <c:pt idx="50">
                  <c:v>0.15</c:v>
                </c:pt>
                <c:pt idx="51">
                  <c:v>0.16</c:v>
                </c:pt>
                <c:pt idx="52">
                  <c:v>0.16</c:v>
                </c:pt>
                <c:pt idx="53">
                  <c:v>0.16</c:v>
                </c:pt>
                <c:pt idx="54">
                  <c:v>0.16</c:v>
                </c:pt>
                <c:pt idx="55">
                  <c:v>0.16</c:v>
                </c:pt>
                <c:pt idx="56">
                  <c:v>0.16</c:v>
                </c:pt>
                <c:pt idx="57">
                  <c:v>0.16</c:v>
                </c:pt>
                <c:pt idx="58">
                  <c:v>0.18</c:v>
                </c:pt>
                <c:pt idx="59">
                  <c:v>0.18</c:v>
                </c:pt>
                <c:pt idx="60">
                  <c:v>0.19</c:v>
                </c:pt>
                <c:pt idx="61">
                  <c:v>0.21</c:v>
                </c:pt>
                <c:pt idx="62">
                  <c:v>0.21</c:v>
                </c:pt>
                <c:pt idx="63">
                  <c:v>0.21</c:v>
                </c:pt>
                <c:pt idx="64">
                  <c:v>0.21</c:v>
                </c:pt>
                <c:pt idx="65">
                  <c:v>0.21</c:v>
                </c:pt>
                <c:pt idx="66">
                  <c:v>0.21</c:v>
                </c:pt>
                <c:pt idx="67">
                  <c:v>0.21</c:v>
                </c:pt>
                <c:pt idx="68">
                  <c:v>0.21</c:v>
                </c:pt>
                <c:pt idx="69">
                  <c:v>0.2</c:v>
                </c:pt>
              </c:numCache>
            </c:numRef>
          </c:val>
          <c:smooth val="0"/>
        </c:ser>
        <c:ser>
          <c:idx val="6"/>
          <c:order val="6"/>
          <c:tx>
            <c:strRef>
              <c:f>Sheet1!$H$1</c:f>
              <c:strCache>
                <c:ptCount val="1"/>
                <c:pt idx="0">
                  <c:v>United Kingdom</c:v>
                </c:pt>
              </c:strCache>
            </c:strRef>
          </c:tx>
          <c:spPr>
            <a:ln>
              <a:solidFill>
                <a:srgbClr val="5D2B76"/>
              </a:solidFill>
            </a:ln>
          </c:spPr>
          <c:marker>
            <c:symbol val="circle"/>
            <c:spPr>
              <a:solidFill>
                <a:srgbClr val="5D2B76"/>
              </a:solidFill>
              <a:ln>
                <a:solidFill>
                  <a:srgbClr val="5D2B76"/>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Sheet1!$A$2:$A$71</c:f>
              <c:strCache>
                <c:ptCount val="70"/>
                <c:pt idx="0">
                  <c:v>Sep 2019</c:v>
                </c:pt>
                <c:pt idx="1">
                  <c:v>Oct 2019</c:v>
                </c:pt>
                <c:pt idx="2">
                  <c:v>Nov 2019</c:v>
                </c:pt>
                <c:pt idx="3">
                  <c:v>Dec 2019</c:v>
                </c:pt>
                <c:pt idx="4">
                  <c:v>Jan 2020</c:v>
                </c:pt>
                <c:pt idx="5">
                  <c:v>Feb 2020</c:v>
                </c:pt>
                <c:pt idx="6">
                  <c:v>Mar 2020</c:v>
                </c:pt>
                <c:pt idx="7">
                  <c:v>Apr 2020</c:v>
                </c:pt>
                <c:pt idx="8">
                  <c:v>May 2020</c:v>
                </c:pt>
                <c:pt idx="9">
                  <c:v>Jun 2020</c:v>
                </c:pt>
                <c:pt idx="10">
                  <c:v>Jul 2020</c:v>
                </c:pt>
                <c:pt idx="11">
                  <c:v>Aug 2020</c:v>
                </c:pt>
                <c:pt idx="12">
                  <c:v>Sep 2020</c:v>
                </c:pt>
                <c:pt idx="13">
                  <c:v>Oct 2020</c:v>
                </c:pt>
                <c:pt idx="14">
                  <c:v>Nov 2020</c:v>
                </c:pt>
                <c:pt idx="15">
                  <c:v>Dec 2020</c:v>
                </c:pt>
                <c:pt idx="16">
                  <c:v>Jan 2021</c:v>
                </c:pt>
                <c:pt idx="17">
                  <c:v>Feb 2021</c:v>
                </c:pt>
                <c:pt idx="18">
                  <c:v>Mar 2021</c:v>
                </c:pt>
                <c:pt idx="19">
                  <c:v>Apr 2021</c:v>
                </c:pt>
                <c:pt idx="20">
                  <c:v>May 2021</c:v>
                </c:pt>
                <c:pt idx="21">
                  <c:v>Jun 2021</c:v>
                </c:pt>
                <c:pt idx="22">
                  <c:v>Jul 2021</c:v>
                </c:pt>
                <c:pt idx="23">
                  <c:v>Aug 2021</c:v>
                </c:pt>
                <c:pt idx="24">
                  <c:v>Sep 2021</c:v>
                </c:pt>
                <c:pt idx="25">
                  <c:v>Oct 2021</c:v>
                </c:pt>
                <c:pt idx="26">
                  <c:v>Nov 2021</c:v>
                </c:pt>
                <c:pt idx="27">
                  <c:v>Dec 2021</c:v>
                </c:pt>
                <c:pt idx="28">
                  <c:v>Jan 2022</c:v>
                </c:pt>
                <c:pt idx="29">
                  <c:v>Feb 2022</c:v>
                </c:pt>
                <c:pt idx="30">
                  <c:v>Mar 2022</c:v>
                </c:pt>
                <c:pt idx="31">
                  <c:v>Apr 2022</c:v>
                </c:pt>
                <c:pt idx="32">
                  <c:v>May 2022</c:v>
                </c:pt>
                <c:pt idx="33">
                  <c:v>Jun 2022</c:v>
                </c:pt>
                <c:pt idx="34">
                  <c:v>Jul 2022</c:v>
                </c:pt>
                <c:pt idx="35">
                  <c:v>Aug 2022</c:v>
                </c:pt>
                <c:pt idx="36">
                  <c:v>Sep 2022</c:v>
                </c:pt>
                <c:pt idx="37">
                  <c:v>Oct 2022</c:v>
                </c:pt>
                <c:pt idx="38">
                  <c:v>Nov 2022</c:v>
                </c:pt>
                <c:pt idx="39">
                  <c:v>Dec 2022</c:v>
                </c:pt>
                <c:pt idx="40">
                  <c:v>Jan 2023</c:v>
                </c:pt>
                <c:pt idx="41">
                  <c:v>Feb 2023</c:v>
                </c:pt>
                <c:pt idx="42">
                  <c:v>Mar 2023</c:v>
                </c:pt>
                <c:pt idx="43">
                  <c:v>Apr 2023</c:v>
                </c:pt>
                <c:pt idx="44">
                  <c:v>May 2023</c:v>
                </c:pt>
                <c:pt idx="45">
                  <c:v>Jun 2023</c:v>
                </c:pt>
                <c:pt idx="46">
                  <c:v>Jul 2023</c:v>
                </c:pt>
                <c:pt idx="47">
                  <c:v>Aug 2023</c:v>
                </c:pt>
                <c:pt idx="48">
                  <c:v>Sep 2023</c:v>
                </c:pt>
                <c:pt idx="49">
                  <c:v>Oct 2023</c:v>
                </c:pt>
                <c:pt idx="50">
                  <c:v>Nov 2023</c:v>
                </c:pt>
                <c:pt idx="51">
                  <c:v>Dec 2023</c:v>
                </c:pt>
                <c:pt idx="52">
                  <c:v>Jan 2024</c:v>
                </c:pt>
                <c:pt idx="53">
                  <c:v>Feb 2024</c:v>
                </c:pt>
                <c:pt idx="54">
                  <c:v>Mar 2024</c:v>
                </c:pt>
                <c:pt idx="55">
                  <c:v>Apr 2024</c:v>
                </c:pt>
                <c:pt idx="56">
                  <c:v>May 2024</c:v>
                </c:pt>
                <c:pt idx="57">
                  <c:v>Jun 2024</c:v>
                </c:pt>
                <c:pt idx="58">
                  <c:v>Jul 2024</c:v>
                </c:pt>
                <c:pt idx="59">
                  <c:v>Aug 2024</c:v>
                </c:pt>
                <c:pt idx="60">
                  <c:v>Sep 2024</c:v>
                </c:pt>
                <c:pt idx="61">
                  <c:v>Oct 2024</c:v>
                </c:pt>
                <c:pt idx="62">
                  <c:v>Nov 2024</c:v>
                </c:pt>
                <c:pt idx="63">
                  <c:v>Dec 2024</c:v>
                </c:pt>
                <c:pt idx="64">
                  <c:v>Jan 2025</c:v>
                </c:pt>
                <c:pt idx="65">
                  <c:v>Feb 2025</c:v>
                </c:pt>
                <c:pt idx="66">
                  <c:v>Mar 2025</c:v>
                </c:pt>
                <c:pt idx="67">
                  <c:v>Apr 2025</c:v>
                </c:pt>
                <c:pt idx="68">
                  <c:v>May 2025</c:v>
                </c:pt>
                <c:pt idx="69">
                  <c:v>Jun 2025</c:v>
                </c:pt>
              </c:strCache>
            </c:strRef>
          </c:cat>
          <c:val>
            <c:numRef>
              <c:f>Sheet1!$H$2:$H$71</c:f>
              <c:numCache>
                <c:ptCount val="70"/>
                <c:pt idx="0">
                  <c:v>0.0075</c:v>
                </c:pt>
                <c:pt idx="1">
                  <c:v>0.0075</c:v>
                </c:pt>
                <c:pt idx="2">
                  <c:v>0.0075</c:v>
                </c:pt>
                <c:pt idx="3">
                  <c:v>0.0075</c:v>
                </c:pt>
                <c:pt idx="4">
                  <c:v>0.0075</c:v>
                </c:pt>
                <c:pt idx="5">
                  <c:v>0.0075</c:v>
                </c:pt>
                <c:pt idx="6">
                  <c:v>0.001</c:v>
                </c:pt>
                <c:pt idx="7">
                  <c:v>0.001</c:v>
                </c:pt>
                <c:pt idx="8">
                  <c:v>0.001</c:v>
                </c:pt>
                <c:pt idx="9">
                  <c:v>0.001</c:v>
                </c:pt>
                <c:pt idx="10">
                  <c:v>0.001</c:v>
                </c:pt>
                <c:pt idx="11">
                  <c:v>0.001</c:v>
                </c:pt>
                <c:pt idx="12">
                  <c:v>0.001</c:v>
                </c:pt>
                <c:pt idx="13">
                  <c:v>0.001</c:v>
                </c:pt>
                <c:pt idx="14">
                  <c:v>0.001</c:v>
                </c:pt>
                <c:pt idx="15">
                  <c:v>0.001</c:v>
                </c:pt>
                <c:pt idx="16">
                  <c:v>0.001</c:v>
                </c:pt>
                <c:pt idx="17">
                  <c:v>0.001</c:v>
                </c:pt>
                <c:pt idx="18">
                  <c:v>0.001</c:v>
                </c:pt>
                <c:pt idx="19">
                  <c:v>0.001</c:v>
                </c:pt>
                <c:pt idx="20">
                  <c:v>0.001</c:v>
                </c:pt>
                <c:pt idx="21">
                  <c:v>0.001</c:v>
                </c:pt>
                <c:pt idx="22">
                  <c:v>0.001</c:v>
                </c:pt>
                <c:pt idx="23">
                  <c:v>0.001</c:v>
                </c:pt>
                <c:pt idx="24">
                  <c:v>0.001</c:v>
                </c:pt>
                <c:pt idx="25">
                  <c:v>0.001</c:v>
                </c:pt>
                <c:pt idx="26">
                  <c:v>0.001</c:v>
                </c:pt>
                <c:pt idx="27">
                  <c:v>0.0025</c:v>
                </c:pt>
                <c:pt idx="28">
                  <c:v>0.0025</c:v>
                </c:pt>
                <c:pt idx="29">
                  <c:v>0.005</c:v>
                </c:pt>
                <c:pt idx="30">
                  <c:v>0.0075</c:v>
                </c:pt>
                <c:pt idx="31">
                  <c:v>0.0075</c:v>
                </c:pt>
                <c:pt idx="32">
                  <c:v>0.01</c:v>
                </c:pt>
                <c:pt idx="33">
                  <c:v>0.0125</c:v>
                </c:pt>
                <c:pt idx="34">
                  <c:v>0.0125</c:v>
                </c:pt>
                <c:pt idx="35">
                  <c:v>0.0175</c:v>
                </c:pt>
                <c:pt idx="36">
                  <c:v>0.0225</c:v>
                </c:pt>
                <c:pt idx="37">
                  <c:v>0.0225</c:v>
                </c:pt>
                <c:pt idx="38">
                  <c:v>0.03</c:v>
                </c:pt>
                <c:pt idx="39">
                  <c:v>0.035</c:v>
                </c:pt>
                <c:pt idx="40">
                  <c:v>0.035</c:v>
                </c:pt>
                <c:pt idx="41">
                  <c:v>0.04</c:v>
                </c:pt>
                <c:pt idx="42">
                  <c:v>0.0425</c:v>
                </c:pt>
                <c:pt idx="43">
                  <c:v>0.0425</c:v>
                </c:pt>
                <c:pt idx="44">
                  <c:v>0.045</c:v>
                </c:pt>
                <c:pt idx="45">
                  <c:v>0.05</c:v>
                </c:pt>
                <c:pt idx="46">
                  <c:v>0.05</c:v>
                </c:pt>
                <c:pt idx="47">
                  <c:v>0.0525</c:v>
                </c:pt>
                <c:pt idx="48">
                  <c:v>0.0525</c:v>
                </c:pt>
                <c:pt idx="49">
                  <c:v>0.0525</c:v>
                </c:pt>
                <c:pt idx="50">
                  <c:v>0.0525</c:v>
                </c:pt>
                <c:pt idx="51">
                  <c:v>0.0525</c:v>
                </c:pt>
                <c:pt idx="52">
                  <c:v>0.0525</c:v>
                </c:pt>
                <c:pt idx="53">
                  <c:v>0.0525</c:v>
                </c:pt>
                <c:pt idx="54">
                  <c:v>0.0525</c:v>
                </c:pt>
                <c:pt idx="55">
                  <c:v>0.0525</c:v>
                </c:pt>
                <c:pt idx="56">
                  <c:v>0.0525</c:v>
                </c:pt>
                <c:pt idx="57">
                  <c:v>0.0525</c:v>
                </c:pt>
                <c:pt idx="58">
                  <c:v>0.0525</c:v>
                </c:pt>
                <c:pt idx="59">
                  <c:v>0.05</c:v>
                </c:pt>
                <c:pt idx="60">
                  <c:v>0.05</c:v>
                </c:pt>
                <c:pt idx="61">
                  <c:v>0.05</c:v>
                </c:pt>
                <c:pt idx="62">
                  <c:v>0.0475</c:v>
                </c:pt>
                <c:pt idx="63">
                  <c:v>0.0475</c:v>
                </c:pt>
                <c:pt idx="64">
                  <c:v>0.0475</c:v>
                </c:pt>
                <c:pt idx="65">
                  <c:v>0.045</c:v>
                </c:pt>
                <c:pt idx="66">
                  <c:v>0.045</c:v>
                </c:pt>
                <c:pt idx="67">
                  <c:v>0.045</c:v>
                </c:pt>
                <c:pt idx="68">
                  <c:v>0.0425</c:v>
                </c:pt>
                <c:pt idx="69">
                  <c:v>0.0425</c:v>
                </c:pt>
              </c:numCache>
            </c:numRef>
          </c:val>
          <c:smooth val="0"/>
        </c:ser>
        <c:ser>
          <c:idx val="7"/>
          <c:order val="7"/>
          <c:tx>
            <c:strRef>
              <c:f>Sheet1!$I$1</c:f>
              <c:strCache>
                <c:ptCount val="1"/>
                <c:pt idx="0">
                  <c:v>United States</c:v>
                </c:pt>
              </c:strCache>
            </c:strRef>
          </c:tx>
          <c:spPr>
            <a:ln>
              <a:solidFill>
                <a:srgbClr val="C271DA"/>
              </a:solidFill>
            </a:ln>
          </c:spPr>
          <c:marker>
            <c:symbol val="circle"/>
            <c:spPr>
              <a:solidFill>
                <a:srgbClr val="C271DA"/>
              </a:solidFill>
              <a:ln>
                <a:solidFill>
                  <a:srgbClr val="C271D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Sheet1!$A$2:$A$71</c:f>
              <c:strCache>
                <c:ptCount val="70"/>
                <c:pt idx="0">
                  <c:v>Sep 2019</c:v>
                </c:pt>
                <c:pt idx="1">
                  <c:v>Oct 2019</c:v>
                </c:pt>
                <c:pt idx="2">
                  <c:v>Nov 2019</c:v>
                </c:pt>
                <c:pt idx="3">
                  <c:v>Dec 2019</c:v>
                </c:pt>
                <c:pt idx="4">
                  <c:v>Jan 2020</c:v>
                </c:pt>
                <c:pt idx="5">
                  <c:v>Feb 2020</c:v>
                </c:pt>
                <c:pt idx="6">
                  <c:v>Mar 2020</c:v>
                </c:pt>
                <c:pt idx="7">
                  <c:v>Apr 2020</c:v>
                </c:pt>
                <c:pt idx="8">
                  <c:v>May 2020</c:v>
                </c:pt>
                <c:pt idx="9">
                  <c:v>Jun 2020</c:v>
                </c:pt>
                <c:pt idx="10">
                  <c:v>Jul 2020</c:v>
                </c:pt>
                <c:pt idx="11">
                  <c:v>Aug 2020</c:v>
                </c:pt>
                <c:pt idx="12">
                  <c:v>Sep 2020</c:v>
                </c:pt>
                <c:pt idx="13">
                  <c:v>Oct 2020</c:v>
                </c:pt>
                <c:pt idx="14">
                  <c:v>Nov 2020</c:v>
                </c:pt>
                <c:pt idx="15">
                  <c:v>Dec 2020</c:v>
                </c:pt>
                <c:pt idx="16">
                  <c:v>Jan 2021</c:v>
                </c:pt>
                <c:pt idx="17">
                  <c:v>Feb 2021</c:v>
                </c:pt>
                <c:pt idx="18">
                  <c:v>Mar 2021</c:v>
                </c:pt>
                <c:pt idx="19">
                  <c:v>Apr 2021</c:v>
                </c:pt>
                <c:pt idx="20">
                  <c:v>May 2021</c:v>
                </c:pt>
                <c:pt idx="21">
                  <c:v>Jun 2021</c:v>
                </c:pt>
                <c:pt idx="22">
                  <c:v>Jul 2021</c:v>
                </c:pt>
                <c:pt idx="23">
                  <c:v>Aug 2021</c:v>
                </c:pt>
                <c:pt idx="24">
                  <c:v>Sep 2021</c:v>
                </c:pt>
                <c:pt idx="25">
                  <c:v>Oct 2021</c:v>
                </c:pt>
                <c:pt idx="26">
                  <c:v>Nov 2021</c:v>
                </c:pt>
                <c:pt idx="27">
                  <c:v>Dec 2021</c:v>
                </c:pt>
                <c:pt idx="28">
                  <c:v>Jan 2022</c:v>
                </c:pt>
                <c:pt idx="29">
                  <c:v>Feb 2022</c:v>
                </c:pt>
                <c:pt idx="30">
                  <c:v>Mar 2022</c:v>
                </c:pt>
                <c:pt idx="31">
                  <c:v>Apr 2022</c:v>
                </c:pt>
                <c:pt idx="32">
                  <c:v>May 2022</c:v>
                </c:pt>
                <c:pt idx="33">
                  <c:v>Jun 2022</c:v>
                </c:pt>
                <c:pt idx="34">
                  <c:v>Jul 2022</c:v>
                </c:pt>
                <c:pt idx="35">
                  <c:v>Aug 2022</c:v>
                </c:pt>
                <c:pt idx="36">
                  <c:v>Sep 2022</c:v>
                </c:pt>
                <c:pt idx="37">
                  <c:v>Oct 2022</c:v>
                </c:pt>
                <c:pt idx="38">
                  <c:v>Nov 2022</c:v>
                </c:pt>
                <c:pt idx="39">
                  <c:v>Dec 2022</c:v>
                </c:pt>
                <c:pt idx="40">
                  <c:v>Jan 2023</c:v>
                </c:pt>
                <c:pt idx="41">
                  <c:v>Feb 2023</c:v>
                </c:pt>
                <c:pt idx="42">
                  <c:v>Mar 2023</c:v>
                </c:pt>
                <c:pt idx="43">
                  <c:v>Apr 2023</c:v>
                </c:pt>
                <c:pt idx="44">
                  <c:v>May 2023</c:v>
                </c:pt>
                <c:pt idx="45">
                  <c:v>Jun 2023</c:v>
                </c:pt>
                <c:pt idx="46">
                  <c:v>Jul 2023</c:v>
                </c:pt>
                <c:pt idx="47">
                  <c:v>Aug 2023</c:v>
                </c:pt>
                <c:pt idx="48">
                  <c:v>Sep 2023</c:v>
                </c:pt>
                <c:pt idx="49">
                  <c:v>Oct 2023</c:v>
                </c:pt>
                <c:pt idx="50">
                  <c:v>Nov 2023</c:v>
                </c:pt>
                <c:pt idx="51">
                  <c:v>Dec 2023</c:v>
                </c:pt>
                <c:pt idx="52">
                  <c:v>Jan 2024</c:v>
                </c:pt>
                <c:pt idx="53">
                  <c:v>Feb 2024</c:v>
                </c:pt>
                <c:pt idx="54">
                  <c:v>Mar 2024</c:v>
                </c:pt>
                <c:pt idx="55">
                  <c:v>Apr 2024</c:v>
                </c:pt>
                <c:pt idx="56">
                  <c:v>May 2024</c:v>
                </c:pt>
                <c:pt idx="57">
                  <c:v>Jun 2024</c:v>
                </c:pt>
                <c:pt idx="58">
                  <c:v>Jul 2024</c:v>
                </c:pt>
                <c:pt idx="59">
                  <c:v>Aug 2024</c:v>
                </c:pt>
                <c:pt idx="60">
                  <c:v>Sep 2024</c:v>
                </c:pt>
                <c:pt idx="61">
                  <c:v>Oct 2024</c:v>
                </c:pt>
                <c:pt idx="62">
                  <c:v>Nov 2024</c:v>
                </c:pt>
                <c:pt idx="63">
                  <c:v>Dec 2024</c:v>
                </c:pt>
                <c:pt idx="64">
                  <c:v>Jan 2025</c:v>
                </c:pt>
                <c:pt idx="65">
                  <c:v>Feb 2025</c:v>
                </c:pt>
                <c:pt idx="66">
                  <c:v>Mar 2025</c:v>
                </c:pt>
                <c:pt idx="67">
                  <c:v>Apr 2025</c:v>
                </c:pt>
                <c:pt idx="68">
                  <c:v>May 2025</c:v>
                </c:pt>
                <c:pt idx="69">
                  <c:v>Jun 2025</c:v>
                </c:pt>
              </c:strCache>
            </c:strRef>
          </c:cat>
          <c:val>
            <c:numRef>
              <c:f>Sheet1!$I$2:$I$71</c:f>
              <c:numCache>
                <c:ptCount val="70"/>
                <c:pt idx="0">
                  <c:v>0.0188</c:v>
                </c:pt>
                <c:pt idx="1">
                  <c:v>0.0163</c:v>
                </c:pt>
                <c:pt idx="2">
                  <c:v>0.0163</c:v>
                </c:pt>
                <c:pt idx="3">
                  <c:v>0.0163</c:v>
                </c:pt>
                <c:pt idx="4">
                  <c:v>0.0163</c:v>
                </c:pt>
                <c:pt idx="5">
                  <c:v>0.0163</c:v>
                </c:pt>
                <c:pt idx="6">
                  <c:v>0.0013</c:v>
                </c:pt>
                <c:pt idx="7">
                  <c:v>0.0013</c:v>
                </c:pt>
                <c:pt idx="8">
                  <c:v>0.0013</c:v>
                </c:pt>
                <c:pt idx="9">
                  <c:v>0.0013</c:v>
                </c:pt>
                <c:pt idx="10">
                  <c:v>0.0013</c:v>
                </c:pt>
                <c:pt idx="11">
                  <c:v>0.0013</c:v>
                </c:pt>
                <c:pt idx="12">
                  <c:v>0.0013</c:v>
                </c:pt>
                <c:pt idx="13">
                  <c:v>0.0013</c:v>
                </c:pt>
                <c:pt idx="14">
                  <c:v>0.0013</c:v>
                </c:pt>
                <c:pt idx="15">
                  <c:v>0.0013</c:v>
                </c:pt>
                <c:pt idx="16">
                  <c:v>0.0013</c:v>
                </c:pt>
                <c:pt idx="17">
                  <c:v>0.0013</c:v>
                </c:pt>
                <c:pt idx="18">
                  <c:v>0.0013</c:v>
                </c:pt>
                <c:pt idx="19">
                  <c:v>0.0013</c:v>
                </c:pt>
                <c:pt idx="20">
                  <c:v>0.0013</c:v>
                </c:pt>
                <c:pt idx="21">
                  <c:v>0.0013</c:v>
                </c:pt>
                <c:pt idx="22">
                  <c:v>0.0013</c:v>
                </c:pt>
                <c:pt idx="23">
                  <c:v>0.0013</c:v>
                </c:pt>
                <c:pt idx="24">
                  <c:v>0.0013</c:v>
                </c:pt>
                <c:pt idx="25">
                  <c:v>0.0013</c:v>
                </c:pt>
                <c:pt idx="26">
                  <c:v>0.0013</c:v>
                </c:pt>
                <c:pt idx="27">
                  <c:v>0.0013</c:v>
                </c:pt>
                <c:pt idx="28">
                  <c:v>0.0013</c:v>
                </c:pt>
                <c:pt idx="29">
                  <c:v>0.0013</c:v>
                </c:pt>
                <c:pt idx="30">
                  <c:v>0.0038</c:v>
                </c:pt>
                <c:pt idx="31">
                  <c:v>0.0038</c:v>
                </c:pt>
                <c:pt idx="32">
                  <c:v>0.0088</c:v>
                </c:pt>
                <c:pt idx="33">
                  <c:v>0.0163</c:v>
                </c:pt>
                <c:pt idx="34">
                  <c:v>0.0238</c:v>
                </c:pt>
                <c:pt idx="35">
                  <c:v>0.0238</c:v>
                </c:pt>
                <c:pt idx="36">
                  <c:v>0.0313</c:v>
                </c:pt>
                <c:pt idx="37">
                  <c:v>0.0313</c:v>
                </c:pt>
                <c:pt idx="38">
                  <c:v>0.0388</c:v>
                </c:pt>
                <c:pt idx="39">
                  <c:v>0.0438</c:v>
                </c:pt>
                <c:pt idx="40">
                  <c:v>0.0438</c:v>
                </c:pt>
                <c:pt idx="41">
                  <c:v>0.0463</c:v>
                </c:pt>
                <c:pt idx="42">
                  <c:v>0.0488</c:v>
                </c:pt>
                <c:pt idx="43">
                  <c:v>0.0488</c:v>
                </c:pt>
                <c:pt idx="44">
                  <c:v>0.0513</c:v>
                </c:pt>
                <c:pt idx="45">
                  <c:v>0.0513</c:v>
                </c:pt>
                <c:pt idx="46">
                  <c:v>0.0538</c:v>
                </c:pt>
                <c:pt idx="47">
                  <c:v>0.0538</c:v>
                </c:pt>
                <c:pt idx="48">
                  <c:v>0.0538</c:v>
                </c:pt>
                <c:pt idx="49">
                  <c:v>0.0538</c:v>
                </c:pt>
                <c:pt idx="50">
                  <c:v>0.0538</c:v>
                </c:pt>
                <c:pt idx="51">
                  <c:v>0.0538</c:v>
                </c:pt>
                <c:pt idx="52">
                  <c:v>0.0538</c:v>
                </c:pt>
                <c:pt idx="53">
                  <c:v>0.0538</c:v>
                </c:pt>
                <c:pt idx="54">
                  <c:v>0.0538</c:v>
                </c:pt>
                <c:pt idx="55">
                  <c:v>0.0538</c:v>
                </c:pt>
                <c:pt idx="56">
                  <c:v>0.0538</c:v>
                </c:pt>
                <c:pt idx="57">
                  <c:v>0.0538</c:v>
                </c:pt>
                <c:pt idx="58">
                  <c:v>0.0538</c:v>
                </c:pt>
                <c:pt idx="59">
                  <c:v>0.0538</c:v>
                </c:pt>
                <c:pt idx="60">
                  <c:v>0.0488</c:v>
                </c:pt>
                <c:pt idx="61">
                  <c:v>0.0488</c:v>
                </c:pt>
                <c:pt idx="62">
                  <c:v>0.0463</c:v>
                </c:pt>
                <c:pt idx="63">
                  <c:v>0.0438</c:v>
                </c:pt>
                <c:pt idx="64">
                  <c:v>0.0433</c:v>
                </c:pt>
                <c:pt idx="65">
                  <c:v>0.0438</c:v>
                </c:pt>
                <c:pt idx="66">
                  <c:v>0.0438</c:v>
                </c:pt>
                <c:pt idx="67">
                  <c:v>0.0438</c:v>
                </c:pt>
                <c:pt idx="68">
                  <c:v>0.0438</c:v>
                </c:pt>
                <c:pt idx="69">
                  <c:v>0.0438</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Central bank interest rate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Brazil</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Sheet1!$A$2:$A$79</c:f>
              <c:strCache>
                <c:ptCount val="78"/>
                <c:pt idx="0">
                  <c:v>Jan 2019</c:v>
                </c:pt>
                <c:pt idx="1">
                  <c:v>Feb 2019</c:v>
                </c:pt>
                <c:pt idx="2">
                  <c:v>Mar 2019</c:v>
                </c:pt>
                <c:pt idx="3">
                  <c:v>Apr 2019</c:v>
                </c:pt>
                <c:pt idx="4">
                  <c:v>May 2019</c:v>
                </c:pt>
                <c:pt idx="5">
                  <c:v>Jun 2019</c:v>
                </c:pt>
                <c:pt idx="6">
                  <c:v>Jul 2019</c:v>
                </c:pt>
                <c:pt idx="7">
                  <c:v>Aug 2019</c:v>
                </c:pt>
                <c:pt idx="8">
                  <c:v>Sep 2019</c:v>
                </c:pt>
                <c:pt idx="9">
                  <c:v>Oct 2019</c:v>
                </c:pt>
                <c:pt idx="10">
                  <c:v>Nov 2019</c:v>
                </c:pt>
                <c:pt idx="11">
                  <c:v>Dec 2019</c:v>
                </c:pt>
                <c:pt idx="12">
                  <c:v>Jan 2020</c:v>
                </c:pt>
                <c:pt idx="13">
                  <c:v>Feb 2020</c:v>
                </c:pt>
                <c:pt idx="14">
                  <c:v>Mar 2020</c:v>
                </c:pt>
                <c:pt idx="15">
                  <c:v>Apr 2020</c:v>
                </c:pt>
                <c:pt idx="16">
                  <c:v>May 2020</c:v>
                </c:pt>
                <c:pt idx="17">
                  <c:v>Jun 2020</c:v>
                </c:pt>
                <c:pt idx="18">
                  <c:v>Jul 2020</c:v>
                </c:pt>
                <c:pt idx="19">
                  <c:v>Aug 2020</c:v>
                </c:pt>
                <c:pt idx="20">
                  <c:v>Sep 2020</c:v>
                </c:pt>
                <c:pt idx="21">
                  <c:v>Oct 2020</c:v>
                </c:pt>
                <c:pt idx="22">
                  <c:v>Nov 2020</c:v>
                </c:pt>
                <c:pt idx="23">
                  <c:v>Dec 2020</c:v>
                </c:pt>
                <c:pt idx="24">
                  <c:v>Jan 2021</c:v>
                </c:pt>
                <c:pt idx="25">
                  <c:v>Feb 2021</c:v>
                </c:pt>
                <c:pt idx="26">
                  <c:v>Mar 2021</c:v>
                </c:pt>
                <c:pt idx="27">
                  <c:v>Apr 2021</c:v>
                </c:pt>
                <c:pt idx="28">
                  <c:v>May 2021</c:v>
                </c:pt>
                <c:pt idx="29">
                  <c:v>Jun 2021</c:v>
                </c:pt>
                <c:pt idx="30">
                  <c:v>Jul 2021</c:v>
                </c:pt>
                <c:pt idx="31">
                  <c:v>Aug 2021</c:v>
                </c:pt>
                <c:pt idx="32">
                  <c:v>Sep 2021</c:v>
                </c:pt>
                <c:pt idx="33">
                  <c:v>Oct 2021</c:v>
                </c:pt>
                <c:pt idx="34">
                  <c:v>Nov 2021</c:v>
                </c:pt>
                <c:pt idx="35">
                  <c:v>Dec 2021</c:v>
                </c:pt>
                <c:pt idx="36">
                  <c:v>Jan 2022</c:v>
                </c:pt>
                <c:pt idx="37">
                  <c:v>Feb 2022</c:v>
                </c:pt>
                <c:pt idx="38">
                  <c:v>Mar 2022</c:v>
                </c:pt>
                <c:pt idx="39">
                  <c:v>Apr 2022</c:v>
                </c:pt>
                <c:pt idx="40">
                  <c:v>May 2022</c:v>
                </c:pt>
                <c:pt idx="41">
                  <c:v>Jun 2022</c:v>
                </c:pt>
                <c:pt idx="42">
                  <c:v>Jul 2022</c:v>
                </c:pt>
                <c:pt idx="43">
                  <c:v>Aug 2022</c:v>
                </c:pt>
                <c:pt idx="44">
                  <c:v>Sep 2022</c:v>
                </c:pt>
                <c:pt idx="45">
                  <c:v>Oct 2022</c:v>
                </c:pt>
                <c:pt idx="46">
                  <c:v>Nov 2022</c:v>
                </c:pt>
                <c:pt idx="47">
                  <c:v>Dec 2022</c:v>
                </c:pt>
                <c:pt idx="48">
                  <c:v>Jan 2023</c:v>
                </c:pt>
                <c:pt idx="49">
                  <c:v>Feb 2023</c:v>
                </c:pt>
                <c:pt idx="50">
                  <c:v>Mar 2023</c:v>
                </c:pt>
                <c:pt idx="51">
                  <c:v>Apr 2023</c:v>
                </c:pt>
                <c:pt idx="52">
                  <c:v>May 2023</c:v>
                </c:pt>
                <c:pt idx="53">
                  <c:v>Jun 2023</c:v>
                </c:pt>
                <c:pt idx="54">
                  <c:v>Jul 2023</c:v>
                </c:pt>
                <c:pt idx="55">
                  <c:v>Aug 2023</c:v>
                </c:pt>
                <c:pt idx="56">
                  <c:v>Sep 2023</c:v>
                </c:pt>
                <c:pt idx="57">
                  <c:v>Oct 2023</c:v>
                </c:pt>
                <c:pt idx="58">
                  <c:v>Nov 2023</c:v>
                </c:pt>
                <c:pt idx="59">
                  <c:v>Dec 2023</c:v>
                </c:pt>
                <c:pt idx="60">
                  <c:v>Jan 2024</c:v>
                </c:pt>
                <c:pt idx="61">
                  <c:v>Feb 2024</c:v>
                </c:pt>
                <c:pt idx="62">
                  <c:v>Mar 2024</c:v>
                </c:pt>
                <c:pt idx="63">
                  <c:v>Apr 2024</c:v>
                </c:pt>
                <c:pt idx="64">
                  <c:v>May 2024</c:v>
                </c:pt>
                <c:pt idx="65">
                  <c:v>Jun 2024</c:v>
                </c:pt>
                <c:pt idx="66">
                  <c:v>Jul 2024</c:v>
                </c:pt>
                <c:pt idx="67">
                  <c:v>Aug 2024</c:v>
                </c:pt>
                <c:pt idx="68">
                  <c:v>Sep 2024</c:v>
                </c:pt>
                <c:pt idx="69">
                  <c:v>Oct 2024</c:v>
                </c:pt>
                <c:pt idx="70">
                  <c:v>Nov 2024</c:v>
                </c:pt>
                <c:pt idx="71">
                  <c:v>Dec 2024</c:v>
                </c:pt>
                <c:pt idx="72">
                  <c:v>Jan 2025</c:v>
                </c:pt>
                <c:pt idx="73">
                  <c:v>Feb 2025</c:v>
                </c:pt>
                <c:pt idx="74">
                  <c:v>Mar 2025</c:v>
                </c:pt>
                <c:pt idx="75">
                  <c:v>Apr 2025</c:v>
                </c:pt>
                <c:pt idx="76">
                  <c:v>May 2025</c:v>
                </c:pt>
                <c:pt idx="77">
                  <c:v>Jun 2025</c:v>
                </c:pt>
              </c:strCache>
            </c:strRef>
          </c:cat>
          <c:val>
            <c:numRef>
              <c:f>Sheet1!$B$2:$B$79</c:f>
              <c:numCache>
                <c:ptCount val="78"/>
                <c:pt idx="0">
                  <c:v>189.53</c:v>
                </c:pt>
                <c:pt idx="1">
                  <c:v>194.3</c:v>
                </c:pt>
                <c:pt idx="2">
                  <c:v>193.14</c:v>
                </c:pt>
                <c:pt idx="3">
                  <c:v>191.51</c:v>
                </c:pt>
                <c:pt idx="4">
                  <c:v>189.36</c:v>
                </c:pt>
                <c:pt idx="5">
                  <c:v>199</c:v>
                </c:pt>
                <c:pt idx="6">
                  <c:v>207.94</c:v>
                </c:pt>
                <c:pt idx="7">
                  <c:v>202.11</c:v>
                </c:pt>
                <c:pt idx="8">
                  <c:v>208</c:v>
                </c:pt>
                <c:pt idx="9">
                  <c:v>210.25</c:v>
                </c:pt>
                <c:pt idx="10">
                  <c:v>216.14</c:v>
                </c:pt>
                <c:pt idx="11">
                  <c:v>227.28</c:v>
                </c:pt>
                <c:pt idx="12">
                  <c:v>234.74</c:v>
                </c:pt>
                <c:pt idx="13">
                  <c:v>227.52</c:v>
                </c:pt>
                <c:pt idx="14">
                  <c:v>163.77</c:v>
                </c:pt>
                <c:pt idx="15">
                  <c:v>156</c:v>
                </c:pt>
                <c:pt idx="16">
                  <c:v>163.53</c:v>
                </c:pt>
                <c:pt idx="17">
                  <c:v>189.76</c:v>
                </c:pt>
                <c:pt idx="18">
                  <c:v>203.61</c:v>
                </c:pt>
                <c:pt idx="19">
                  <c:v>204.33</c:v>
                </c:pt>
                <c:pt idx="20">
                  <c:v>198.27</c:v>
                </c:pt>
                <c:pt idx="21">
                  <c:v>196.71</c:v>
                </c:pt>
                <c:pt idx="22">
                  <c:v>210.42</c:v>
                </c:pt>
                <c:pt idx="23">
                  <c:v>232.98</c:v>
                </c:pt>
                <c:pt idx="24">
                  <c:v>240.85</c:v>
                </c:pt>
                <c:pt idx="25">
                  <c:v>236.45</c:v>
                </c:pt>
                <c:pt idx="26">
                  <c:v>228.75</c:v>
                </c:pt>
                <c:pt idx="27">
                  <c:v>239.27</c:v>
                </c:pt>
                <c:pt idx="28">
                  <c:v>245.53</c:v>
                </c:pt>
                <c:pt idx="29">
                  <c:v>259.18</c:v>
                </c:pt>
                <c:pt idx="30">
                  <c:v>253.13</c:v>
                </c:pt>
                <c:pt idx="31">
                  <c:v>241.69</c:v>
                </c:pt>
                <c:pt idx="32">
                  <c:v>229.12</c:v>
                </c:pt>
                <c:pt idx="33">
                  <c:v>221.36</c:v>
                </c:pt>
                <c:pt idx="34">
                  <c:v>209.78</c:v>
                </c:pt>
                <c:pt idx="35">
                  <c:v>212.57</c:v>
                </c:pt>
                <c:pt idx="36">
                  <c:v>214.45</c:v>
                </c:pt>
                <c:pt idx="37">
                  <c:v>226.75</c:v>
                </c:pt>
                <c:pt idx="38">
                  <c:v>231.15</c:v>
                </c:pt>
                <c:pt idx="39">
                  <c:v>231.11</c:v>
                </c:pt>
                <c:pt idx="40">
                  <c:v>216.58</c:v>
                </c:pt>
                <c:pt idx="41">
                  <c:v>208.33</c:v>
                </c:pt>
                <c:pt idx="42">
                  <c:v>199.1</c:v>
                </c:pt>
                <c:pt idx="43">
                  <c:v>221.1</c:v>
                </c:pt>
                <c:pt idx="44">
                  <c:v>222.34</c:v>
                </c:pt>
                <c:pt idx="45">
                  <c:v>232.15</c:v>
                </c:pt>
                <c:pt idx="46">
                  <c:v>225.7</c:v>
                </c:pt>
                <c:pt idx="47">
                  <c:v>216.3</c:v>
                </c:pt>
                <c:pt idx="48">
                  <c:v>222.51</c:v>
                </c:pt>
                <c:pt idx="49">
                  <c:v>217.79</c:v>
                </c:pt>
                <c:pt idx="50">
                  <c:v>205.87</c:v>
                </c:pt>
                <c:pt idx="51">
                  <c:v>208.46</c:v>
                </c:pt>
                <c:pt idx="52">
                  <c:v>216.42</c:v>
                </c:pt>
                <c:pt idx="53">
                  <c:v>235.25</c:v>
                </c:pt>
                <c:pt idx="54">
                  <c:v>239.6</c:v>
                </c:pt>
                <c:pt idx="55">
                  <c:v>236.25</c:v>
                </c:pt>
                <c:pt idx="56">
                  <c:v>234.87</c:v>
                </c:pt>
                <c:pt idx="57">
                  <c:v>229.93</c:v>
                </c:pt>
                <c:pt idx="58">
                  <c:v>246.21</c:v>
                </c:pt>
                <c:pt idx="59">
                  <c:v>261.34</c:v>
                </c:pt>
                <c:pt idx="60">
                  <c:v>260.9</c:v>
                </c:pt>
                <c:pt idx="61">
                  <c:v>259.11</c:v>
                </c:pt>
                <c:pt idx="62">
                  <c:v>256.62</c:v>
                </c:pt>
                <c:pt idx="63">
                  <c:v>253.79</c:v>
                </c:pt>
                <c:pt idx="64">
                  <c:v>254.28</c:v>
                </c:pt>
                <c:pt idx="65">
                  <c:v>243.79</c:v>
                </c:pt>
                <c:pt idx="66">
                  <c:v>255.38</c:v>
                </c:pt>
                <c:pt idx="67">
                  <c:v>266.51</c:v>
                </c:pt>
                <c:pt idx="68">
                  <c:v>268.71</c:v>
                </c:pt>
                <c:pt idx="69">
                  <c:v>262.92</c:v>
                </c:pt>
                <c:pt idx="70">
                  <c:v>257.63</c:v>
                </c:pt>
                <c:pt idx="71">
                  <c:v>248.69</c:v>
                </c:pt>
                <c:pt idx="72">
                  <c:v>244.77</c:v>
                </c:pt>
                <c:pt idx="73">
                  <c:v>253.11</c:v>
                </c:pt>
                <c:pt idx="74">
                  <c:v>257.7</c:v>
                </c:pt>
                <c:pt idx="75">
                  <c:v>261.63</c:v>
                </c:pt>
                <c:pt idx="76">
                  <c:v>275.83</c:v>
                </c:pt>
                <c:pt idx="77">
                  <c:v>275.78</c:v>
                </c:pt>
              </c:numCache>
            </c:numRef>
          </c:val>
          <c:smooth val="0"/>
        </c:ser>
        <c:ser>
          <c:idx val="1"/>
          <c:order val="1"/>
          <c:tx>
            <c:strRef>
              <c:f>Sheet1!$C$1</c:f>
              <c:strCache>
                <c:ptCount val="1"/>
                <c:pt idx="0">
                  <c:v>China</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Sheet1!$A$2:$A$79</c:f>
              <c:strCache>
                <c:ptCount val="78"/>
                <c:pt idx="0">
                  <c:v>Jan 2019</c:v>
                </c:pt>
                <c:pt idx="1">
                  <c:v>Feb 2019</c:v>
                </c:pt>
                <c:pt idx="2">
                  <c:v>Mar 2019</c:v>
                </c:pt>
                <c:pt idx="3">
                  <c:v>Apr 2019</c:v>
                </c:pt>
                <c:pt idx="4">
                  <c:v>May 2019</c:v>
                </c:pt>
                <c:pt idx="5">
                  <c:v>Jun 2019</c:v>
                </c:pt>
                <c:pt idx="6">
                  <c:v>Jul 2019</c:v>
                </c:pt>
                <c:pt idx="7">
                  <c:v>Aug 2019</c:v>
                </c:pt>
                <c:pt idx="8">
                  <c:v>Sep 2019</c:v>
                </c:pt>
                <c:pt idx="9">
                  <c:v>Oct 2019</c:v>
                </c:pt>
                <c:pt idx="10">
                  <c:v>Nov 2019</c:v>
                </c:pt>
                <c:pt idx="11">
                  <c:v>Dec 2019</c:v>
                </c:pt>
                <c:pt idx="12">
                  <c:v>Jan 2020</c:v>
                </c:pt>
                <c:pt idx="13">
                  <c:v>Feb 2020</c:v>
                </c:pt>
                <c:pt idx="14">
                  <c:v>Mar 2020</c:v>
                </c:pt>
                <c:pt idx="15">
                  <c:v>Apr 2020</c:v>
                </c:pt>
                <c:pt idx="16">
                  <c:v>May 2020</c:v>
                </c:pt>
                <c:pt idx="17">
                  <c:v>Jun 2020</c:v>
                </c:pt>
                <c:pt idx="18">
                  <c:v>Jul 2020</c:v>
                </c:pt>
                <c:pt idx="19">
                  <c:v>Aug 2020</c:v>
                </c:pt>
                <c:pt idx="20">
                  <c:v>Sep 2020</c:v>
                </c:pt>
                <c:pt idx="21">
                  <c:v>Oct 2020</c:v>
                </c:pt>
                <c:pt idx="22">
                  <c:v>Nov 2020</c:v>
                </c:pt>
                <c:pt idx="23">
                  <c:v>Dec 2020</c:v>
                </c:pt>
                <c:pt idx="24">
                  <c:v>Jan 2021</c:v>
                </c:pt>
                <c:pt idx="25">
                  <c:v>Feb 2021</c:v>
                </c:pt>
                <c:pt idx="26">
                  <c:v>Mar 2021</c:v>
                </c:pt>
                <c:pt idx="27">
                  <c:v>Apr 2021</c:v>
                </c:pt>
                <c:pt idx="28">
                  <c:v>May 2021</c:v>
                </c:pt>
                <c:pt idx="29">
                  <c:v>Jun 2021</c:v>
                </c:pt>
                <c:pt idx="30">
                  <c:v>Jul 2021</c:v>
                </c:pt>
                <c:pt idx="31">
                  <c:v>Aug 2021</c:v>
                </c:pt>
                <c:pt idx="32">
                  <c:v>Sep 2021</c:v>
                </c:pt>
                <c:pt idx="33">
                  <c:v>Oct 2021</c:v>
                </c:pt>
                <c:pt idx="34">
                  <c:v>Nov 2021</c:v>
                </c:pt>
                <c:pt idx="35">
                  <c:v>Dec 2021</c:v>
                </c:pt>
                <c:pt idx="36">
                  <c:v>Jan 2022</c:v>
                </c:pt>
                <c:pt idx="37">
                  <c:v>Feb 2022</c:v>
                </c:pt>
                <c:pt idx="38">
                  <c:v>Mar 2022</c:v>
                </c:pt>
                <c:pt idx="39">
                  <c:v>Apr 2022</c:v>
                </c:pt>
                <c:pt idx="40">
                  <c:v>May 2022</c:v>
                </c:pt>
                <c:pt idx="41">
                  <c:v>Jun 2022</c:v>
                </c:pt>
                <c:pt idx="42">
                  <c:v>Jul 2022</c:v>
                </c:pt>
                <c:pt idx="43">
                  <c:v>Aug 2022</c:v>
                </c:pt>
                <c:pt idx="44">
                  <c:v>Sep 2022</c:v>
                </c:pt>
                <c:pt idx="45">
                  <c:v>Oct 2022</c:v>
                </c:pt>
                <c:pt idx="46">
                  <c:v>Nov 2022</c:v>
                </c:pt>
                <c:pt idx="47">
                  <c:v>Dec 2022</c:v>
                </c:pt>
                <c:pt idx="48">
                  <c:v>Jan 2023</c:v>
                </c:pt>
                <c:pt idx="49">
                  <c:v>Feb 2023</c:v>
                </c:pt>
                <c:pt idx="50">
                  <c:v>Mar 2023</c:v>
                </c:pt>
                <c:pt idx="51">
                  <c:v>Apr 2023</c:v>
                </c:pt>
                <c:pt idx="52">
                  <c:v>May 2023</c:v>
                </c:pt>
                <c:pt idx="53">
                  <c:v>Jun 2023</c:v>
                </c:pt>
                <c:pt idx="54">
                  <c:v>Jul 2023</c:v>
                </c:pt>
                <c:pt idx="55">
                  <c:v>Aug 2023</c:v>
                </c:pt>
                <c:pt idx="56">
                  <c:v>Sep 2023</c:v>
                </c:pt>
                <c:pt idx="57">
                  <c:v>Oct 2023</c:v>
                </c:pt>
                <c:pt idx="58">
                  <c:v>Nov 2023</c:v>
                </c:pt>
                <c:pt idx="59">
                  <c:v>Dec 2023</c:v>
                </c:pt>
                <c:pt idx="60">
                  <c:v>Jan 2024</c:v>
                </c:pt>
                <c:pt idx="61">
                  <c:v>Feb 2024</c:v>
                </c:pt>
                <c:pt idx="62">
                  <c:v>Mar 2024</c:v>
                </c:pt>
                <c:pt idx="63">
                  <c:v>Apr 2024</c:v>
                </c:pt>
                <c:pt idx="64">
                  <c:v>May 2024</c:v>
                </c:pt>
                <c:pt idx="65">
                  <c:v>Jun 2024</c:v>
                </c:pt>
                <c:pt idx="66">
                  <c:v>Jul 2024</c:v>
                </c:pt>
                <c:pt idx="67">
                  <c:v>Aug 2024</c:v>
                </c:pt>
                <c:pt idx="68">
                  <c:v>Sep 2024</c:v>
                </c:pt>
                <c:pt idx="69">
                  <c:v>Oct 2024</c:v>
                </c:pt>
                <c:pt idx="70">
                  <c:v>Nov 2024</c:v>
                </c:pt>
                <c:pt idx="71">
                  <c:v>Dec 2024</c:v>
                </c:pt>
                <c:pt idx="72">
                  <c:v>Jan 2025</c:v>
                </c:pt>
                <c:pt idx="73">
                  <c:v>Feb 2025</c:v>
                </c:pt>
                <c:pt idx="74">
                  <c:v>Mar 2025</c:v>
                </c:pt>
                <c:pt idx="75">
                  <c:v>Apr 2025</c:v>
                </c:pt>
                <c:pt idx="76">
                  <c:v>May 2025</c:v>
                </c:pt>
                <c:pt idx="77">
                  <c:v>Jun 2025</c:v>
                </c:pt>
              </c:strCache>
            </c:strRef>
          </c:cat>
          <c:val>
            <c:numRef>
              <c:f>Sheet1!$C$2:$C$79</c:f>
              <c:numCache>
                <c:ptCount val="78"/>
                <c:pt idx="0">
                  <c:v>69.14</c:v>
                </c:pt>
                <c:pt idx="1">
                  <c:v>74.11</c:v>
                </c:pt>
                <c:pt idx="2">
                  <c:v>82.47</c:v>
                </c:pt>
                <c:pt idx="3">
                  <c:v>86.51</c:v>
                </c:pt>
                <c:pt idx="4">
                  <c:v>79.06</c:v>
                </c:pt>
                <c:pt idx="5">
                  <c:v>78.97</c:v>
                </c:pt>
                <c:pt idx="6">
                  <c:v>79.76</c:v>
                </c:pt>
                <c:pt idx="7">
                  <c:v>77.03</c:v>
                </c:pt>
                <c:pt idx="8">
                  <c:v>80.65</c:v>
                </c:pt>
                <c:pt idx="9">
                  <c:v>79.65</c:v>
                </c:pt>
                <c:pt idx="10">
                  <c:v>79.11</c:v>
                </c:pt>
                <c:pt idx="11">
                  <c:v>80.14</c:v>
                </c:pt>
                <c:pt idx="12">
                  <c:v>82.54</c:v>
                </c:pt>
                <c:pt idx="13">
                  <c:v>79.21</c:v>
                </c:pt>
                <c:pt idx="14">
                  <c:v>77.16</c:v>
                </c:pt>
                <c:pt idx="15">
                  <c:v>76.08</c:v>
                </c:pt>
                <c:pt idx="16">
                  <c:v>77.54</c:v>
                </c:pt>
                <c:pt idx="17">
                  <c:v>79.66</c:v>
                </c:pt>
                <c:pt idx="18">
                  <c:v>88.98</c:v>
                </c:pt>
                <c:pt idx="19">
                  <c:v>91.29</c:v>
                </c:pt>
                <c:pt idx="20">
                  <c:v>88.98</c:v>
                </c:pt>
                <c:pt idx="21">
                  <c:v>88.71</c:v>
                </c:pt>
                <c:pt idx="22">
                  <c:v>90.51</c:v>
                </c:pt>
                <c:pt idx="23">
                  <c:v>91.98</c:v>
                </c:pt>
                <c:pt idx="24">
                  <c:v>96.37</c:v>
                </c:pt>
                <c:pt idx="25">
                  <c:v>97.31</c:v>
                </c:pt>
                <c:pt idx="26">
                  <c:v>93.15</c:v>
                </c:pt>
                <c:pt idx="27">
                  <c:v>93.48</c:v>
                </c:pt>
                <c:pt idx="28">
                  <c:v>94.7</c:v>
                </c:pt>
                <c:pt idx="29">
                  <c:v>96.76</c:v>
                </c:pt>
                <c:pt idx="30">
                  <c:v>95.07</c:v>
                </c:pt>
                <c:pt idx="31">
                  <c:v>94.55</c:v>
                </c:pt>
                <c:pt idx="32">
                  <c:v>98.1</c:v>
                </c:pt>
                <c:pt idx="33">
                  <c:v>96.66</c:v>
                </c:pt>
                <c:pt idx="34">
                  <c:v>95.74</c:v>
                </c:pt>
                <c:pt idx="35">
                  <c:v>98.13</c:v>
                </c:pt>
                <c:pt idx="36">
                  <c:v>95.53</c:v>
                </c:pt>
                <c:pt idx="37">
                  <c:v>93.12</c:v>
                </c:pt>
                <c:pt idx="38">
                  <c:v>88.86</c:v>
                </c:pt>
                <c:pt idx="39">
                  <c:v>85.2</c:v>
                </c:pt>
                <c:pt idx="40">
                  <c:v>83.45</c:v>
                </c:pt>
                <c:pt idx="41">
                  <c:v>89.04</c:v>
                </c:pt>
                <c:pt idx="42">
                  <c:v>89.42</c:v>
                </c:pt>
                <c:pt idx="43">
                  <c:v>87.76</c:v>
                </c:pt>
                <c:pt idx="44">
                  <c:v>85.42</c:v>
                </c:pt>
                <c:pt idx="45">
                  <c:v>81.45</c:v>
                </c:pt>
                <c:pt idx="46">
                  <c:v>83.32</c:v>
                </c:pt>
                <c:pt idx="47">
                  <c:v>84.83</c:v>
                </c:pt>
                <c:pt idx="48">
                  <c:v>86.75</c:v>
                </c:pt>
                <c:pt idx="49">
                  <c:v>88.47</c:v>
                </c:pt>
                <c:pt idx="50">
                  <c:v>88.44</c:v>
                </c:pt>
                <c:pt idx="51">
                  <c:v>89.83</c:v>
                </c:pt>
                <c:pt idx="52">
                  <c:v>88.92</c:v>
                </c:pt>
                <c:pt idx="53">
                  <c:v>86.98</c:v>
                </c:pt>
                <c:pt idx="54">
                  <c:v>87.04</c:v>
                </c:pt>
                <c:pt idx="55">
                  <c:v>85.95</c:v>
                </c:pt>
                <c:pt idx="56">
                  <c:v>84.56</c:v>
                </c:pt>
                <c:pt idx="57">
                  <c:v>82.55</c:v>
                </c:pt>
                <c:pt idx="58">
                  <c:v>82.41</c:v>
                </c:pt>
                <c:pt idx="59">
                  <c:v>79.95</c:v>
                </c:pt>
                <c:pt idx="60">
                  <c:v>77.84</c:v>
                </c:pt>
                <c:pt idx="61">
                  <c:v>78.11</c:v>
                </c:pt>
                <c:pt idx="62">
                  <c:v>82.38</c:v>
                </c:pt>
                <c:pt idx="63">
                  <c:v>82.75</c:v>
                </c:pt>
                <c:pt idx="64">
                  <c:v>84.63</c:v>
                </c:pt>
                <c:pt idx="65">
                  <c:v>81.68</c:v>
                </c:pt>
                <c:pt idx="66">
                  <c:v>79.74</c:v>
                </c:pt>
                <c:pt idx="67">
                  <c:v>77.51</c:v>
                </c:pt>
                <c:pt idx="68">
                  <c:v>76.15</c:v>
                </c:pt>
                <c:pt idx="69">
                  <c:v>89</c:v>
                </c:pt>
                <c:pt idx="70">
                  <c:v>90.76</c:v>
                </c:pt>
                <c:pt idx="71">
                  <c:v>91.69</c:v>
                </c:pt>
                <c:pt idx="72">
                  <c:v>87.54</c:v>
                </c:pt>
                <c:pt idx="73">
                  <c:v>90.02</c:v>
                </c:pt>
                <c:pt idx="74">
                  <c:v>91.29</c:v>
                </c:pt>
                <c:pt idx="75">
                  <c:v>88.51</c:v>
                </c:pt>
                <c:pt idx="76">
                  <c:v>90.62</c:v>
                </c:pt>
                <c:pt idx="77">
                  <c:v>91.84</c:v>
                </c:pt>
              </c:numCache>
            </c:numRef>
          </c:val>
          <c:smooth val="0"/>
        </c:ser>
        <c:ser>
          <c:idx val="2"/>
          <c:order val="2"/>
          <c:tx>
            <c:strRef>
              <c:f>Sheet1!$D$1</c:f>
              <c:strCache>
                <c:ptCount val="1"/>
                <c:pt idx="0">
                  <c:v>Euro area (19)</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Sheet1!$A$2:$A$79</c:f>
              <c:strCache>
                <c:ptCount val="78"/>
                <c:pt idx="0">
                  <c:v>Jan 2019</c:v>
                </c:pt>
                <c:pt idx="1">
                  <c:v>Feb 2019</c:v>
                </c:pt>
                <c:pt idx="2">
                  <c:v>Mar 2019</c:v>
                </c:pt>
                <c:pt idx="3">
                  <c:v>Apr 2019</c:v>
                </c:pt>
                <c:pt idx="4">
                  <c:v>May 2019</c:v>
                </c:pt>
                <c:pt idx="5">
                  <c:v>Jun 2019</c:v>
                </c:pt>
                <c:pt idx="6">
                  <c:v>Jul 2019</c:v>
                </c:pt>
                <c:pt idx="7">
                  <c:v>Aug 2019</c:v>
                </c:pt>
                <c:pt idx="8">
                  <c:v>Sep 2019</c:v>
                </c:pt>
                <c:pt idx="9">
                  <c:v>Oct 2019</c:v>
                </c:pt>
                <c:pt idx="10">
                  <c:v>Nov 2019</c:v>
                </c:pt>
                <c:pt idx="11">
                  <c:v>Dec 2019</c:v>
                </c:pt>
                <c:pt idx="12">
                  <c:v>Jan 2020</c:v>
                </c:pt>
                <c:pt idx="13">
                  <c:v>Feb 2020</c:v>
                </c:pt>
                <c:pt idx="14">
                  <c:v>Mar 2020</c:v>
                </c:pt>
                <c:pt idx="15">
                  <c:v>Apr 2020</c:v>
                </c:pt>
                <c:pt idx="16">
                  <c:v>May 2020</c:v>
                </c:pt>
                <c:pt idx="17">
                  <c:v>Jun 2020</c:v>
                </c:pt>
                <c:pt idx="18">
                  <c:v>Jul 2020</c:v>
                </c:pt>
                <c:pt idx="19">
                  <c:v>Aug 2020</c:v>
                </c:pt>
                <c:pt idx="20">
                  <c:v>Sep 2020</c:v>
                </c:pt>
                <c:pt idx="21">
                  <c:v>Oct 2020</c:v>
                </c:pt>
                <c:pt idx="22">
                  <c:v>Nov 2020</c:v>
                </c:pt>
                <c:pt idx="23">
                  <c:v>Dec 2020</c:v>
                </c:pt>
                <c:pt idx="24">
                  <c:v>Jan 2021</c:v>
                </c:pt>
                <c:pt idx="25">
                  <c:v>Feb 2021</c:v>
                </c:pt>
                <c:pt idx="26">
                  <c:v>Mar 2021</c:v>
                </c:pt>
                <c:pt idx="27">
                  <c:v>Apr 2021</c:v>
                </c:pt>
                <c:pt idx="28">
                  <c:v>May 2021</c:v>
                </c:pt>
                <c:pt idx="29">
                  <c:v>Jun 2021</c:v>
                </c:pt>
                <c:pt idx="30">
                  <c:v>Jul 2021</c:v>
                </c:pt>
                <c:pt idx="31">
                  <c:v>Aug 2021</c:v>
                </c:pt>
                <c:pt idx="32">
                  <c:v>Sep 2021</c:v>
                </c:pt>
                <c:pt idx="33">
                  <c:v>Oct 2021</c:v>
                </c:pt>
                <c:pt idx="34">
                  <c:v>Nov 2021</c:v>
                </c:pt>
                <c:pt idx="35">
                  <c:v>Dec 2021</c:v>
                </c:pt>
                <c:pt idx="36">
                  <c:v>Jan 2022</c:v>
                </c:pt>
                <c:pt idx="37">
                  <c:v>Feb 2022</c:v>
                </c:pt>
                <c:pt idx="38">
                  <c:v>Mar 2022</c:v>
                </c:pt>
                <c:pt idx="39">
                  <c:v>Apr 2022</c:v>
                </c:pt>
                <c:pt idx="40">
                  <c:v>May 2022</c:v>
                </c:pt>
                <c:pt idx="41">
                  <c:v>Jun 2022</c:v>
                </c:pt>
                <c:pt idx="42">
                  <c:v>Jul 2022</c:v>
                </c:pt>
                <c:pt idx="43">
                  <c:v>Aug 2022</c:v>
                </c:pt>
                <c:pt idx="44">
                  <c:v>Sep 2022</c:v>
                </c:pt>
                <c:pt idx="45">
                  <c:v>Oct 2022</c:v>
                </c:pt>
                <c:pt idx="46">
                  <c:v>Nov 2022</c:v>
                </c:pt>
                <c:pt idx="47">
                  <c:v>Dec 2022</c:v>
                </c:pt>
                <c:pt idx="48">
                  <c:v>Jan 2023</c:v>
                </c:pt>
                <c:pt idx="49">
                  <c:v>Feb 2023</c:v>
                </c:pt>
                <c:pt idx="50">
                  <c:v>Mar 2023</c:v>
                </c:pt>
                <c:pt idx="51">
                  <c:v>Apr 2023</c:v>
                </c:pt>
                <c:pt idx="52">
                  <c:v>May 2023</c:v>
                </c:pt>
                <c:pt idx="53">
                  <c:v>Jun 2023</c:v>
                </c:pt>
                <c:pt idx="54">
                  <c:v>Jul 2023</c:v>
                </c:pt>
                <c:pt idx="55">
                  <c:v>Aug 2023</c:v>
                </c:pt>
                <c:pt idx="56">
                  <c:v>Sep 2023</c:v>
                </c:pt>
                <c:pt idx="57">
                  <c:v>Oct 2023</c:v>
                </c:pt>
                <c:pt idx="58">
                  <c:v>Nov 2023</c:v>
                </c:pt>
                <c:pt idx="59">
                  <c:v>Dec 2023</c:v>
                </c:pt>
                <c:pt idx="60">
                  <c:v>Jan 2024</c:v>
                </c:pt>
                <c:pt idx="61">
                  <c:v>Feb 2024</c:v>
                </c:pt>
                <c:pt idx="62">
                  <c:v>Mar 2024</c:v>
                </c:pt>
                <c:pt idx="63">
                  <c:v>Apr 2024</c:v>
                </c:pt>
                <c:pt idx="64">
                  <c:v>May 2024</c:v>
                </c:pt>
                <c:pt idx="65">
                  <c:v>Jun 2024</c:v>
                </c:pt>
                <c:pt idx="66">
                  <c:v>Jul 2024</c:v>
                </c:pt>
                <c:pt idx="67">
                  <c:v>Aug 2024</c:v>
                </c:pt>
                <c:pt idx="68">
                  <c:v>Sep 2024</c:v>
                </c:pt>
                <c:pt idx="69">
                  <c:v>Oct 2024</c:v>
                </c:pt>
                <c:pt idx="70">
                  <c:v>Nov 2024</c:v>
                </c:pt>
                <c:pt idx="71">
                  <c:v>Dec 2024</c:v>
                </c:pt>
                <c:pt idx="72">
                  <c:v>Jan 2025</c:v>
                </c:pt>
                <c:pt idx="73">
                  <c:v>Feb 2025</c:v>
                </c:pt>
                <c:pt idx="74">
                  <c:v>Mar 2025</c:v>
                </c:pt>
                <c:pt idx="75">
                  <c:v>Apr 2025</c:v>
                </c:pt>
                <c:pt idx="76">
                  <c:v>May 2025</c:v>
                </c:pt>
                <c:pt idx="77">
                  <c:v>Jun 2025</c:v>
                </c:pt>
              </c:strCache>
            </c:strRef>
          </c:cat>
          <c:val>
            <c:numRef>
              <c:f>Sheet1!$D$2:$D$79</c:f>
              <c:numCache>
                <c:ptCount val="78"/>
                <c:pt idx="0">
                  <c:v>95.43</c:v>
                </c:pt>
                <c:pt idx="1">
                  <c:v>99.66</c:v>
                </c:pt>
                <c:pt idx="2">
                  <c:v>102.66</c:v>
                </c:pt>
                <c:pt idx="3">
                  <c:v>106.49</c:v>
                </c:pt>
                <c:pt idx="4">
                  <c:v>103.69</c:v>
                </c:pt>
                <c:pt idx="5">
                  <c:v>103.78</c:v>
                </c:pt>
                <c:pt idx="6">
                  <c:v>106.67</c:v>
                </c:pt>
                <c:pt idx="7">
                  <c:v>102.06</c:v>
                </c:pt>
                <c:pt idx="8">
                  <c:v>106.58</c:v>
                </c:pt>
                <c:pt idx="9">
                  <c:v>107.46</c:v>
                </c:pt>
                <c:pt idx="10">
                  <c:v>111.83</c:v>
                </c:pt>
                <c:pt idx="11">
                  <c:v>112.71</c:v>
                </c:pt>
                <c:pt idx="12">
                  <c:v>114.2</c:v>
                </c:pt>
                <c:pt idx="13">
                  <c:v>114.28</c:v>
                </c:pt>
                <c:pt idx="14">
                  <c:v>86.6</c:v>
                </c:pt>
                <c:pt idx="15">
                  <c:v>87.25</c:v>
                </c:pt>
                <c:pt idx="16">
                  <c:v>90.41</c:v>
                </c:pt>
                <c:pt idx="17">
                  <c:v>99.34</c:v>
                </c:pt>
                <c:pt idx="18">
                  <c:v>101.62</c:v>
                </c:pt>
                <c:pt idx="19">
                  <c:v>101.57</c:v>
                </c:pt>
                <c:pt idx="20">
                  <c:v>100.83</c:v>
                </c:pt>
                <c:pt idx="21">
                  <c:v>99.67</c:v>
                </c:pt>
                <c:pt idx="22">
                  <c:v>106.04</c:v>
                </c:pt>
                <c:pt idx="23">
                  <c:v>110.64</c:v>
                </c:pt>
                <c:pt idx="24">
                  <c:v>113.09</c:v>
                </c:pt>
                <c:pt idx="25">
                  <c:v>115.1</c:v>
                </c:pt>
                <c:pt idx="26">
                  <c:v>118.56</c:v>
                </c:pt>
                <c:pt idx="27">
                  <c:v>123.41</c:v>
                </c:pt>
                <c:pt idx="28">
                  <c:v>124.59</c:v>
                </c:pt>
                <c:pt idx="29">
                  <c:v>127.81</c:v>
                </c:pt>
                <c:pt idx="30">
                  <c:v>127.39</c:v>
                </c:pt>
                <c:pt idx="31">
                  <c:v>131.53</c:v>
                </c:pt>
                <c:pt idx="32">
                  <c:v>130.68</c:v>
                </c:pt>
                <c:pt idx="33">
                  <c:v>129.52</c:v>
                </c:pt>
                <c:pt idx="34">
                  <c:v>134.39</c:v>
                </c:pt>
                <c:pt idx="35">
                  <c:v>131.68</c:v>
                </c:pt>
                <c:pt idx="36">
                  <c:v>132.23</c:v>
                </c:pt>
                <c:pt idx="37">
                  <c:v>127.08</c:v>
                </c:pt>
                <c:pt idx="38">
                  <c:v>118.48</c:v>
                </c:pt>
                <c:pt idx="39">
                  <c:v>120.44</c:v>
                </c:pt>
                <c:pt idx="40">
                  <c:v>116.08</c:v>
                </c:pt>
                <c:pt idx="41">
                  <c:v>112.17</c:v>
                </c:pt>
                <c:pt idx="42">
                  <c:v>109.58</c:v>
                </c:pt>
                <c:pt idx="43">
                  <c:v>114.68</c:v>
                </c:pt>
                <c:pt idx="44">
                  <c:v>107.34</c:v>
                </c:pt>
                <c:pt idx="45">
                  <c:v>106.25</c:v>
                </c:pt>
                <c:pt idx="46">
                  <c:v>116.28</c:v>
                </c:pt>
                <c:pt idx="47">
                  <c:v>117.35</c:v>
                </c:pt>
                <c:pt idx="48">
                  <c:v>123.47</c:v>
                </c:pt>
                <c:pt idx="49">
                  <c:v>127.95</c:v>
                </c:pt>
                <c:pt idx="50">
                  <c:v>125.91</c:v>
                </c:pt>
                <c:pt idx="51">
                  <c:v>129.24</c:v>
                </c:pt>
                <c:pt idx="52">
                  <c:v>128.13</c:v>
                </c:pt>
                <c:pt idx="53">
                  <c:v>127.85</c:v>
                </c:pt>
                <c:pt idx="54">
                  <c:v>129.16</c:v>
                </c:pt>
                <c:pt idx="55">
                  <c:v>127.43</c:v>
                </c:pt>
                <c:pt idx="56">
                  <c:v>125.56</c:v>
                </c:pt>
                <c:pt idx="57">
                  <c:v>120.93</c:v>
                </c:pt>
                <c:pt idx="58">
                  <c:v>125.76</c:v>
                </c:pt>
                <c:pt idx="59">
                  <c:v>132.56</c:v>
                </c:pt>
                <c:pt idx="60">
                  <c:v>132.48</c:v>
                </c:pt>
                <c:pt idx="61">
                  <c:v>137.39</c:v>
                </c:pt>
                <c:pt idx="62">
                  <c:v>143.25</c:v>
                </c:pt>
                <c:pt idx="63">
                  <c:v>143.62</c:v>
                </c:pt>
                <c:pt idx="64">
                  <c:v>145.84</c:v>
                </c:pt>
                <c:pt idx="65">
                  <c:v>143.17</c:v>
                </c:pt>
                <c:pt idx="66">
                  <c:v>142.12</c:v>
                </c:pt>
                <c:pt idx="67">
                  <c:v>138.69</c:v>
                </c:pt>
                <c:pt idx="68">
                  <c:v>141.75</c:v>
                </c:pt>
                <c:pt idx="69">
                  <c:v>143.49</c:v>
                </c:pt>
                <c:pt idx="70">
                  <c:v>139.67</c:v>
                </c:pt>
                <c:pt idx="71">
                  <c:v>142.29</c:v>
                </c:pt>
                <c:pt idx="72">
                  <c:v>146.62</c:v>
                </c:pt>
                <c:pt idx="73">
                  <c:v>155.44</c:v>
                </c:pt>
                <c:pt idx="74">
                  <c:v>156.94</c:v>
                </c:pt>
                <c:pt idx="75">
                  <c:v>146.07</c:v>
                </c:pt>
                <c:pt idx="76">
                  <c:v>157.92</c:v>
                </c:pt>
                <c:pt idx="77">
                  <c:v>157.7</c:v>
                </c:pt>
              </c:numCache>
            </c:numRef>
          </c:val>
          <c:smooth val="0"/>
        </c:ser>
        <c:ser>
          <c:idx val="3"/>
          <c:order val="3"/>
          <c:tx>
            <c:strRef>
              <c:f>Sheet1!$E$1</c:f>
              <c:strCache>
                <c:ptCount val="1"/>
                <c:pt idx="0">
                  <c:v>France</c:v>
                </c:pt>
              </c:strCache>
            </c:strRef>
          </c:tx>
          <c:spPr>
            <a:ln>
              <a:solidFill>
                <a:srgbClr val="A60B0B"/>
              </a:solidFill>
            </a:ln>
          </c:spPr>
          <c:marker>
            <c:symbol val="circle"/>
            <c:spPr>
              <a:solidFill>
                <a:srgbClr val="A60B0B"/>
              </a:solidFill>
              <a:ln>
                <a:solidFill>
                  <a:srgbClr val="A60B0B"/>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Sheet1!$A$2:$A$79</c:f>
              <c:strCache>
                <c:ptCount val="78"/>
                <c:pt idx="0">
                  <c:v>Jan 2019</c:v>
                </c:pt>
                <c:pt idx="1">
                  <c:v>Feb 2019</c:v>
                </c:pt>
                <c:pt idx="2">
                  <c:v>Mar 2019</c:v>
                </c:pt>
                <c:pt idx="3">
                  <c:v>Apr 2019</c:v>
                </c:pt>
                <c:pt idx="4">
                  <c:v>May 2019</c:v>
                </c:pt>
                <c:pt idx="5">
                  <c:v>Jun 2019</c:v>
                </c:pt>
                <c:pt idx="6">
                  <c:v>Jul 2019</c:v>
                </c:pt>
                <c:pt idx="7">
                  <c:v>Aug 2019</c:v>
                </c:pt>
                <c:pt idx="8">
                  <c:v>Sep 2019</c:v>
                </c:pt>
                <c:pt idx="9">
                  <c:v>Oct 2019</c:v>
                </c:pt>
                <c:pt idx="10">
                  <c:v>Nov 2019</c:v>
                </c:pt>
                <c:pt idx="11">
                  <c:v>Dec 2019</c:v>
                </c:pt>
                <c:pt idx="12">
                  <c:v>Jan 2020</c:v>
                </c:pt>
                <c:pt idx="13">
                  <c:v>Feb 2020</c:v>
                </c:pt>
                <c:pt idx="14">
                  <c:v>Mar 2020</c:v>
                </c:pt>
                <c:pt idx="15">
                  <c:v>Apr 2020</c:v>
                </c:pt>
                <c:pt idx="16">
                  <c:v>May 2020</c:v>
                </c:pt>
                <c:pt idx="17">
                  <c:v>Jun 2020</c:v>
                </c:pt>
                <c:pt idx="18">
                  <c:v>Jul 2020</c:v>
                </c:pt>
                <c:pt idx="19">
                  <c:v>Aug 2020</c:v>
                </c:pt>
                <c:pt idx="20">
                  <c:v>Sep 2020</c:v>
                </c:pt>
                <c:pt idx="21">
                  <c:v>Oct 2020</c:v>
                </c:pt>
                <c:pt idx="22">
                  <c:v>Nov 2020</c:v>
                </c:pt>
                <c:pt idx="23">
                  <c:v>Dec 2020</c:v>
                </c:pt>
                <c:pt idx="24">
                  <c:v>Jan 2021</c:v>
                </c:pt>
                <c:pt idx="25">
                  <c:v>Feb 2021</c:v>
                </c:pt>
                <c:pt idx="26">
                  <c:v>Mar 2021</c:v>
                </c:pt>
                <c:pt idx="27">
                  <c:v>Apr 2021</c:v>
                </c:pt>
                <c:pt idx="28">
                  <c:v>May 2021</c:v>
                </c:pt>
                <c:pt idx="29">
                  <c:v>Jun 2021</c:v>
                </c:pt>
                <c:pt idx="30">
                  <c:v>Jul 2021</c:v>
                </c:pt>
                <c:pt idx="31">
                  <c:v>Aug 2021</c:v>
                </c:pt>
                <c:pt idx="32">
                  <c:v>Sep 2021</c:v>
                </c:pt>
                <c:pt idx="33">
                  <c:v>Oct 2021</c:v>
                </c:pt>
                <c:pt idx="34">
                  <c:v>Nov 2021</c:v>
                </c:pt>
                <c:pt idx="35">
                  <c:v>Dec 2021</c:v>
                </c:pt>
                <c:pt idx="36">
                  <c:v>Jan 2022</c:v>
                </c:pt>
                <c:pt idx="37">
                  <c:v>Feb 2022</c:v>
                </c:pt>
                <c:pt idx="38">
                  <c:v>Mar 2022</c:v>
                </c:pt>
                <c:pt idx="39">
                  <c:v>Apr 2022</c:v>
                </c:pt>
                <c:pt idx="40">
                  <c:v>May 2022</c:v>
                </c:pt>
                <c:pt idx="41">
                  <c:v>Jun 2022</c:v>
                </c:pt>
                <c:pt idx="42">
                  <c:v>Jul 2022</c:v>
                </c:pt>
                <c:pt idx="43">
                  <c:v>Aug 2022</c:v>
                </c:pt>
                <c:pt idx="44">
                  <c:v>Sep 2022</c:v>
                </c:pt>
                <c:pt idx="45">
                  <c:v>Oct 2022</c:v>
                </c:pt>
                <c:pt idx="46">
                  <c:v>Nov 2022</c:v>
                </c:pt>
                <c:pt idx="47">
                  <c:v>Dec 2022</c:v>
                </c:pt>
                <c:pt idx="48">
                  <c:v>Jan 2023</c:v>
                </c:pt>
                <c:pt idx="49">
                  <c:v>Feb 2023</c:v>
                </c:pt>
                <c:pt idx="50">
                  <c:v>Mar 2023</c:v>
                </c:pt>
                <c:pt idx="51">
                  <c:v>Apr 2023</c:v>
                </c:pt>
                <c:pt idx="52">
                  <c:v>May 2023</c:v>
                </c:pt>
                <c:pt idx="53">
                  <c:v>Jun 2023</c:v>
                </c:pt>
                <c:pt idx="54">
                  <c:v>Jul 2023</c:v>
                </c:pt>
                <c:pt idx="55">
                  <c:v>Aug 2023</c:v>
                </c:pt>
                <c:pt idx="56">
                  <c:v>Sep 2023</c:v>
                </c:pt>
                <c:pt idx="57">
                  <c:v>Oct 2023</c:v>
                </c:pt>
                <c:pt idx="58">
                  <c:v>Nov 2023</c:v>
                </c:pt>
                <c:pt idx="59">
                  <c:v>Dec 2023</c:v>
                </c:pt>
                <c:pt idx="60">
                  <c:v>Jan 2024</c:v>
                </c:pt>
                <c:pt idx="61">
                  <c:v>Feb 2024</c:v>
                </c:pt>
                <c:pt idx="62">
                  <c:v>Mar 2024</c:v>
                </c:pt>
                <c:pt idx="63">
                  <c:v>Apr 2024</c:v>
                </c:pt>
                <c:pt idx="64">
                  <c:v>May 2024</c:v>
                </c:pt>
                <c:pt idx="65">
                  <c:v>Jun 2024</c:v>
                </c:pt>
                <c:pt idx="66">
                  <c:v>Jul 2024</c:v>
                </c:pt>
                <c:pt idx="67">
                  <c:v>Aug 2024</c:v>
                </c:pt>
                <c:pt idx="68">
                  <c:v>Sep 2024</c:v>
                </c:pt>
                <c:pt idx="69">
                  <c:v>Oct 2024</c:v>
                </c:pt>
                <c:pt idx="70">
                  <c:v>Nov 2024</c:v>
                </c:pt>
                <c:pt idx="71">
                  <c:v>Dec 2024</c:v>
                </c:pt>
                <c:pt idx="72">
                  <c:v>Jan 2025</c:v>
                </c:pt>
                <c:pt idx="73">
                  <c:v>Feb 2025</c:v>
                </c:pt>
                <c:pt idx="74">
                  <c:v>Mar 2025</c:v>
                </c:pt>
                <c:pt idx="75">
                  <c:v>Apr 2025</c:v>
                </c:pt>
                <c:pt idx="76">
                  <c:v>May 2025</c:v>
                </c:pt>
                <c:pt idx="77">
                  <c:v>Jun 2025</c:v>
                </c:pt>
              </c:strCache>
            </c:strRef>
          </c:cat>
          <c:val>
            <c:numRef>
              <c:f>Sheet1!$E$2:$E$79</c:f>
              <c:numCache>
                <c:ptCount val="78"/>
                <c:pt idx="0">
                  <c:v>101.22</c:v>
                </c:pt>
                <c:pt idx="1">
                  <c:v>107.07</c:v>
                </c:pt>
                <c:pt idx="2">
                  <c:v>110.95</c:v>
                </c:pt>
                <c:pt idx="3">
                  <c:v>115.11</c:v>
                </c:pt>
                <c:pt idx="4">
                  <c:v>111.91</c:v>
                </c:pt>
                <c:pt idx="5">
                  <c:v>112.67</c:v>
                </c:pt>
                <c:pt idx="6">
                  <c:v>115.9</c:v>
                </c:pt>
                <c:pt idx="7">
                  <c:v>111.44</c:v>
                </c:pt>
                <c:pt idx="8">
                  <c:v>116.43</c:v>
                </c:pt>
                <c:pt idx="9">
                  <c:v>116.72</c:v>
                </c:pt>
                <c:pt idx="10">
                  <c:v>122.08</c:v>
                </c:pt>
                <c:pt idx="11">
                  <c:v>122.76</c:v>
                </c:pt>
                <c:pt idx="12">
                  <c:v>124.39</c:v>
                </c:pt>
                <c:pt idx="13">
                  <c:v>123.33</c:v>
                </c:pt>
                <c:pt idx="14">
                  <c:v>93.04</c:v>
                </c:pt>
                <c:pt idx="15">
                  <c:v>91.89</c:v>
                </c:pt>
                <c:pt idx="16">
                  <c:v>93.74</c:v>
                </c:pt>
                <c:pt idx="17">
                  <c:v>102.9</c:v>
                </c:pt>
                <c:pt idx="18">
                  <c:v>103.75</c:v>
                </c:pt>
                <c:pt idx="19">
                  <c:v>103.43</c:v>
                </c:pt>
                <c:pt idx="20">
                  <c:v>102.94</c:v>
                </c:pt>
                <c:pt idx="21">
                  <c:v>101.29</c:v>
                </c:pt>
                <c:pt idx="22">
                  <c:v>111.16</c:v>
                </c:pt>
                <c:pt idx="23">
                  <c:v>115.74</c:v>
                </c:pt>
                <c:pt idx="24">
                  <c:v>116.96</c:v>
                </c:pt>
                <c:pt idx="25">
                  <c:v>119.21</c:v>
                </c:pt>
                <c:pt idx="26">
                  <c:v>124.09</c:v>
                </c:pt>
                <c:pt idx="27">
                  <c:v>129.03</c:v>
                </c:pt>
                <c:pt idx="28">
                  <c:v>131.6</c:v>
                </c:pt>
                <c:pt idx="29">
                  <c:v>135.75</c:v>
                </c:pt>
                <c:pt idx="30">
                  <c:v>134.61</c:v>
                </c:pt>
                <c:pt idx="31">
                  <c:v>139.05</c:v>
                </c:pt>
                <c:pt idx="32">
                  <c:v>137.25</c:v>
                </c:pt>
                <c:pt idx="33">
                  <c:v>137.39</c:v>
                </c:pt>
                <c:pt idx="34">
                  <c:v>144.11</c:v>
                </c:pt>
                <c:pt idx="35">
                  <c:v>143.1</c:v>
                </c:pt>
                <c:pt idx="36">
                  <c:v>145.46</c:v>
                </c:pt>
                <c:pt idx="37">
                  <c:v>141.08</c:v>
                </c:pt>
                <c:pt idx="38">
                  <c:v>131.84</c:v>
                </c:pt>
                <c:pt idx="39">
                  <c:v>134.18</c:v>
                </c:pt>
                <c:pt idx="40">
                  <c:v>129.98</c:v>
                </c:pt>
                <c:pt idx="41">
                  <c:v>125.58</c:v>
                </c:pt>
                <c:pt idx="42">
                  <c:v>124.43</c:v>
                </c:pt>
                <c:pt idx="43">
                  <c:v>131.21</c:v>
                </c:pt>
                <c:pt idx="44">
                  <c:v>122.36</c:v>
                </c:pt>
                <c:pt idx="45">
                  <c:v>122.06</c:v>
                </c:pt>
                <c:pt idx="46">
                  <c:v>132.57</c:v>
                </c:pt>
                <c:pt idx="47">
                  <c:v>133.3</c:v>
                </c:pt>
                <c:pt idx="48">
                  <c:v>140.34</c:v>
                </c:pt>
                <c:pt idx="49">
                  <c:v>145.9</c:v>
                </c:pt>
                <c:pt idx="50">
                  <c:v>144.28</c:v>
                </c:pt>
                <c:pt idx="51">
                  <c:v>149.35</c:v>
                </c:pt>
                <c:pt idx="52">
                  <c:v>147.77</c:v>
                </c:pt>
                <c:pt idx="53">
                  <c:v>145.67</c:v>
                </c:pt>
                <c:pt idx="54">
                  <c:v>147.22</c:v>
                </c:pt>
                <c:pt idx="55">
                  <c:v>146.2</c:v>
                </c:pt>
                <c:pt idx="56">
                  <c:v>144.73</c:v>
                </c:pt>
                <c:pt idx="57">
                  <c:v>139.05</c:v>
                </c:pt>
                <c:pt idx="58">
                  <c:v>142.87</c:v>
                </c:pt>
                <c:pt idx="59">
                  <c:v>150.01</c:v>
                </c:pt>
                <c:pt idx="60">
                  <c:v>149.16</c:v>
                </c:pt>
                <c:pt idx="61">
                  <c:v>154.38</c:v>
                </c:pt>
                <c:pt idx="62">
                  <c:v>160.85</c:v>
                </c:pt>
                <c:pt idx="63">
                  <c:v>160.26</c:v>
                </c:pt>
                <c:pt idx="64">
                  <c:v>161.41</c:v>
                </c:pt>
                <c:pt idx="65">
                  <c:v>154.2</c:v>
                </c:pt>
                <c:pt idx="66">
                  <c:v>150.83</c:v>
                </c:pt>
                <c:pt idx="67">
                  <c:v>147.7</c:v>
                </c:pt>
                <c:pt idx="68">
                  <c:v>149.95</c:v>
                </c:pt>
                <c:pt idx="69">
                  <c:v>150.05</c:v>
                </c:pt>
                <c:pt idx="70">
                  <c:v>145.3</c:v>
                </c:pt>
                <c:pt idx="71">
                  <c:v>146.2</c:v>
                </c:pt>
                <c:pt idx="72">
                  <c:v>151.81</c:v>
                </c:pt>
                <c:pt idx="73">
                  <c:v>160.01</c:v>
                </c:pt>
                <c:pt idx="74">
                  <c:v>160.13</c:v>
                </c:pt>
                <c:pt idx="75">
                  <c:v>146.95</c:v>
                </c:pt>
                <c:pt idx="76">
                  <c:v>155.68</c:v>
                </c:pt>
                <c:pt idx="77">
                  <c:v>153.84</c:v>
                </c:pt>
              </c:numCache>
            </c:numRef>
          </c:val>
          <c:smooth val="0"/>
        </c:ser>
        <c:ser>
          <c:idx val="4"/>
          <c:order val="4"/>
          <c:tx>
            <c:strRef>
              <c:f>Sheet1!$F$1</c:f>
              <c:strCache>
                <c:ptCount val="1"/>
                <c:pt idx="0">
                  <c:v>Germany</c:v>
                </c:pt>
              </c:strCache>
            </c:strRef>
          </c:tx>
          <c:spPr>
            <a:ln>
              <a:solidFill>
                <a:srgbClr val="87BC24"/>
              </a:solidFill>
            </a:ln>
          </c:spPr>
          <c:marker>
            <c:symbol val="circle"/>
            <c:spPr>
              <a:solidFill>
                <a:srgbClr val="87BC24"/>
              </a:solidFill>
              <a:ln>
                <a:solidFill>
                  <a:srgbClr val="87BC24"/>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Sheet1!$A$2:$A$79</c:f>
              <c:strCache>
                <c:ptCount val="78"/>
                <c:pt idx="0">
                  <c:v>Jan 2019</c:v>
                </c:pt>
                <c:pt idx="1">
                  <c:v>Feb 2019</c:v>
                </c:pt>
                <c:pt idx="2">
                  <c:v>Mar 2019</c:v>
                </c:pt>
                <c:pt idx="3">
                  <c:v>Apr 2019</c:v>
                </c:pt>
                <c:pt idx="4">
                  <c:v>May 2019</c:v>
                </c:pt>
                <c:pt idx="5">
                  <c:v>Jun 2019</c:v>
                </c:pt>
                <c:pt idx="6">
                  <c:v>Jul 2019</c:v>
                </c:pt>
                <c:pt idx="7">
                  <c:v>Aug 2019</c:v>
                </c:pt>
                <c:pt idx="8">
                  <c:v>Sep 2019</c:v>
                </c:pt>
                <c:pt idx="9">
                  <c:v>Oct 2019</c:v>
                </c:pt>
                <c:pt idx="10">
                  <c:v>Nov 2019</c:v>
                </c:pt>
                <c:pt idx="11">
                  <c:v>Dec 2019</c:v>
                </c:pt>
                <c:pt idx="12">
                  <c:v>Jan 2020</c:v>
                </c:pt>
                <c:pt idx="13">
                  <c:v>Feb 2020</c:v>
                </c:pt>
                <c:pt idx="14">
                  <c:v>Mar 2020</c:v>
                </c:pt>
                <c:pt idx="15">
                  <c:v>Apr 2020</c:v>
                </c:pt>
                <c:pt idx="16">
                  <c:v>May 2020</c:v>
                </c:pt>
                <c:pt idx="17">
                  <c:v>Jun 2020</c:v>
                </c:pt>
                <c:pt idx="18">
                  <c:v>Jul 2020</c:v>
                </c:pt>
                <c:pt idx="19">
                  <c:v>Aug 2020</c:v>
                </c:pt>
                <c:pt idx="20">
                  <c:v>Sep 2020</c:v>
                </c:pt>
                <c:pt idx="21">
                  <c:v>Oct 2020</c:v>
                </c:pt>
                <c:pt idx="22">
                  <c:v>Nov 2020</c:v>
                </c:pt>
                <c:pt idx="23">
                  <c:v>Dec 2020</c:v>
                </c:pt>
                <c:pt idx="24">
                  <c:v>Jan 2021</c:v>
                </c:pt>
                <c:pt idx="25">
                  <c:v>Feb 2021</c:v>
                </c:pt>
                <c:pt idx="26">
                  <c:v>Mar 2021</c:v>
                </c:pt>
                <c:pt idx="27">
                  <c:v>Apr 2021</c:v>
                </c:pt>
                <c:pt idx="28">
                  <c:v>May 2021</c:v>
                </c:pt>
                <c:pt idx="29">
                  <c:v>Jun 2021</c:v>
                </c:pt>
                <c:pt idx="30">
                  <c:v>Jul 2021</c:v>
                </c:pt>
                <c:pt idx="31">
                  <c:v>Aug 2021</c:v>
                </c:pt>
                <c:pt idx="32">
                  <c:v>Sep 2021</c:v>
                </c:pt>
                <c:pt idx="33">
                  <c:v>Oct 2021</c:v>
                </c:pt>
                <c:pt idx="34">
                  <c:v>Nov 2021</c:v>
                </c:pt>
                <c:pt idx="35">
                  <c:v>Dec 2021</c:v>
                </c:pt>
                <c:pt idx="36">
                  <c:v>Jan 2022</c:v>
                </c:pt>
                <c:pt idx="37">
                  <c:v>Feb 2022</c:v>
                </c:pt>
                <c:pt idx="38">
                  <c:v>Mar 2022</c:v>
                </c:pt>
                <c:pt idx="39">
                  <c:v>Apr 2022</c:v>
                </c:pt>
                <c:pt idx="40">
                  <c:v>May 2022</c:v>
                </c:pt>
                <c:pt idx="41">
                  <c:v>Jun 2022</c:v>
                </c:pt>
                <c:pt idx="42">
                  <c:v>Jul 2022</c:v>
                </c:pt>
                <c:pt idx="43">
                  <c:v>Aug 2022</c:v>
                </c:pt>
                <c:pt idx="44">
                  <c:v>Sep 2022</c:v>
                </c:pt>
                <c:pt idx="45">
                  <c:v>Oct 2022</c:v>
                </c:pt>
                <c:pt idx="46">
                  <c:v>Nov 2022</c:v>
                </c:pt>
                <c:pt idx="47">
                  <c:v>Dec 2022</c:v>
                </c:pt>
                <c:pt idx="48">
                  <c:v>Jan 2023</c:v>
                </c:pt>
                <c:pt idx="49">
                  <c:v>Feb 2023</c:v>
                </c:pt>
                <c:pt idx="50">
                  <c:v>Mar 2023</c:v>
                </c:pt>
                <c:pt idx="51">
                  <c:v>Apr 2023</c:v>
                </c:pt>
                <c:pt idx="52">
                  <c:v>May 2023</c:v>
                </c:pt>
                <c:pt idx="53">
                  <c:v>Jun 2023</c:v>
                </c:pt>
                <c:pt idx="54">
                  <c:v>Jul 2023</c:v>
                </c:pt>
                <c:pt idx="55">
                  <c:v>Aug 2023</c:v>
                </c:pt>
                <c:pt idx="56">
                  <c:v>Sep 2023</c:v>
                </c:pt>
                <c:pt idx="57">
                  <c:v>Oct 2023</c:v>
                </c:pt>
                <c:pt idx="58">
                  <c:v>Nov 2023</c:v>
                </c:pt>
                <c:pt idx="59">
                  <c:v>Dec 2023</c:v>
                </c:pt>
                <c:pt idx="60">
                  <c:v>Jan 2024</c:v>
                </c:pt>
                <c:pt idx="61">
                  <c:v>Feb 2024</c:v>
                </c:pt>
                <c:pt idx="62">
                  <c:v>Mar 2024</c:v>
                </c:pt>
                <c:pt idx="63">
                  <c:v>Apr 2024</c:v>
                </c:pt>
                <c:pt idx="64">
                  <c:v>May 2024</c:v>
                </c:pt>
                <c:pt idx="65">
                  <c:v>Jun 2024</c:v>
                </c:pt>
                <c:pt idx="66">
                  <c:v>Jul 2024</c:v>
                </c:pt>
                <c:pt idx="67">
                  <c:v>Aug 2024</c:v>
                </c:pt>
                <c:pt idx="68">
                  <c:v>Sep 2024</c:v>
                </c:pt>
                <c:pt idx="69">
                  <c:v>Oct 2024</c:v>
                </c:pt>
                <c:pt idx="70">
                  <c:v>Nov 2024</c:v>
                </c:pt>
                <c:pt idx="71">
                  <c:v>Dec 2024</c:v>
                </c:pt>
                <c:pt idx="72">
                  <c:v>Jan 2025</c:v>
                </c:pt>
                <c:pt idx="73">
                  <c:v>Feb 2025</c:v>
                </c:pt>
                <c:pt idx="74">
                  <c:v>Mar 2025</c:v>
                </c:pt>
                <c:pt idx="75">
                  <c:v>Apr 2025</c:v>
                </c:pt>
                <c:pt idx="76">
                  <c:v>May 2025</c:v>
                </c:pt>
                <c:pt idx="77">
                  <c:v>Jun 2025</c:v>
                </c:pt>
              </c:strCache>
            </c:strRef>
          </c:cat>
          <c:val>
            <c:numRef>
              <c:f>Sheet1!$F$2:$F$79</c:f>
              <c:numCache>
                <c:ptCount val="78"/>
                <c:pt idx="0">
                  <c:v>95.58</c:v>
                </c:pt>
                <c:pt idx="1">
                  <c:v>98.13</c:v>
                </c:pt>
                <c:pt idx="2">
                  <c:v>100.21</c:v>
                </c:pt>
                <c:pt idx="3">
                  <c:v>104.39</c:v>
                </c:pt>
                <c:pt idx="4">
                  <c:v>102.59</c:v>
                </c:pt>
                <c:pt idx="5">
                  <c:v>101.21</c:v>
                </c:pt>
                <c:pt idx="6">
                  <c:v>103.2</c:v>
                </c:pt>
                <c:pt idx="7">
                  <c:v>97.98</c:v>
                </c:pt>
                <c:pt idx="8">
                  <c:v>102.52</c:v>
                </c:pt>
                <c:pt idx="9">
                  <c:v>104.28</c:v>
                </c:pt>
                <c:pt idx="10">
                  <c:v>109.75</c:v>
                </c:pt>
                <c:pt idx="11">
                  <c:v>110.47</c:v>
                </c:pt>
                <c:pt idx="12">
                  <c:v>112.01</c:v>
                </c:pt>
                <c:pt idx="13">
                  <c:v>111.17</c:v>
                </c:pt>
                <c:pt idx="14">
                  <c:v>83.89</c:v>
                </c:pt>
                <c:pt idx="15">
                  <c:v>86.98</c:v>
                </c:pt>
                <c:pt idx="16">
                  <c:v>92.13</c:v>
                </c:pt>
                <c:pt idx="17">
                  <c:v>101.46</c:v>
                </c:pt>
                <c:pt idx="18">
                  <c:v>104.37</c:v>
                </c:pt>
                <c:pt idx="19">
                  <c:v>105.5</c:v>
                </c:pt>
                <c:pt idx="20">
                  <c:v>105.94</c:v>
                </c:pt>
                <c:pt idx="21">
                  <c:v>103.77</c:v>
                </c:pt>
                <c:pt idx="22">
                  <c:v>105.5</c:v>
                </c:pt>
                <c:pt idx="23">
                  <c:v>110.64</c:v>
                </c:pt>
                <c:pt idx="24">
                  <c:v>114.46</c:v>
                </c:pt>
                <c:pt idx="25">
                  <c:v>116.17</c:v>
                </c:pt>
                <c:pt idx="26">
                  <c:v>119.03</c:v>
                </c:pt>
                <c:pt idx="27">
                  <c:v>124.11</c:v>
                </c:pt>
                <c:pt idx="28">
                  <c:v>122.9</c:v>
                </c:pt>
                <c:pt idx="29">
                  <c:v>125.78</c:v>
                </c:pt>
                <c:pt idx="30">
                  <c:v>125.7</c:v>
                </c:pt>
                <c:pt idx="31">
                  <c:v>127.72</c:v>
                </c:pt>
                <c:pt idx="32">
                  <c:v>125.9</c:v>
                </c:pt>
                <c:pt idx="33">
                  <c:v>123.87</c:v>
                </c:pt>
                <c:pt idx="34">
                  <c:v>127.65</c:v>
                </c:pt>
                <c:pt idx="35">
                  <c:v>124.27</c:v>
                </c:pt>
                <c:pt idx="36">
                  <c:v>125.13</c:v>
                </c:pt>
                <c:pt idx="37">
                  <c:v>119.83</c:v>
                </c:pt>
                <c:pt idx="38">
                  <c:v>110.29</c:v>
                </c:pt>
                <c:pt idx="39">
                  <c:v>110.35</c:v>
                </c:pt>
                <c:pt idx="40">
                  <c:v>105.58</c:v>
                </c:pt>
                <c:pt idx="41">
                  <c:v>101.99</c:v>
                </c:pt>
                <c:pt idx="42">
                  <c:v>96.62</c:v>
                </c:pt>
                <c:pt idx="43">
                  <c:v>99.82</c:v>
                </c:pt>
                <c:pt idx="44">
                  <c:v>93.47</c:v>
                </c:pt>
                <c:pt idx="45">
                  <c:v>92.25</c:v>
                </c:pt>
                <c:pt idx="46">
                  <c:v>102.11</c:v>
                </c:pt>
                <c:pt idx="47">
                  <c:v>103.04</c:v>
                </c:pt>
                <c:pt idx="48">
                  <c:v>109.91</c:v>
                </c:pt>
                <c:pt idx="49">
                  <c:v>113.69</c:v>
                </c:pt>
                <c:pt idx="50">
                  <c:v>111.53</c:v>
                </c:pt>
                <c:pt idx="51">
                  <c:v>114.4</c:v>
                </c:pt>
                <c:pt idx="52">
                  <c:v>113.45</c:v>
                </c:pt>
                <c:pt idx="53">
                  <c:v>113.04</c:v>
                </c:pt>
                <c:pt idx="54">
                  <c:v>113.24</c:v>
                </c:pt>
                <c:pt idx="55">
                  <c:v>111.56</c:v>
                </c:pt>
                <c:pt idx="56">
                  <c:v>109.9</c:v>
                </c:pt>
                <c:pt idx="57">
                  <c:v>105.3</c:v>
                </c:pt>
                <c:pt idx="58">
                  <c:v>109.2</c:v>
                </c:pt>
                <c:pt idx="59">
                  <c:v>116.11</c:v>
                </c:pt>
                <c:pt idx="60">
                  <c:v>115.7</c:v>
                </c:pt>
                <c:pt idx="61">
                  <c:v>118.33</c:v>
                </c:pt>
                <c:pt idx="62">
                  <c:v>123.43</c:v>
                </c:pt>
                <c:pt idx="63">
                  <c:v>123.6</c:v>
                </c:pt>
                <c:pt idx="64">
                  <c:v>125.06</c:v>
                </c:pt>
                <c:pt idx="65">
                  <c:v>122.82</c:v>
                </c:pt>
                <c:pt idx="66">
                  <c:v>123.56</c:v>
                </c:pt>
                <c:pt idx="67">
                  <c:v>121.21</c:v>
                </c:pt>
                <c:pt idx="68">
                  <c:v>125.55</c:v>
                </c:pt>
                <c:pt idx="69">
                  <c:v>129.54</c:v>
                </c:pt>
                <c:pt idx="70">
                  <c:v>128.21</c:v>
                </c:pt>
                <c:pt idx="71">
                  <c:v>133.05</c:v>
                </c:pt>
                <c:pt idx="72">
                  <c:v>136.81</c:v>
                </c:pt>
                <c:pt idx="73">
                  <c:v>146.57</c:v>
                </c:pt>
                <c:pt idx="74">
                  <c:v>150.66</c:v>
                </c:pt>
                <c:pt idx="75">
                  <c:v>141.2</c:v>
                </c:pt>
                <c:pt idx="76">
                  <c:v>154.11</c:v>
                </c:pt>
                <c:pt idx="77">
                  <c:v>153.51</c:v>
                </c:pt>
              </c:numCache>
            </c:numRef>
          </c:val>
          <c:smooth val="0"/>
        </c:ser>
        <c:ser>
          <c:idx val="5"/>
          <c:order val="5"/>
          <c:tx>
            <c:strRef>
              <c:f>Sheet1!$G$1</c:f>
              <c:strCache>
                <c:ptCount val="1"/>
                <c:pt idx="0">
                  <c:v>India</c:v>
                </c:pt>
              </c:strCache>
            </c:strRef>
          </c:tx>
          <c:spPr>
            <a:ln>
              <a:solidFill>
                <a:srgbClr val="EBB523"/>
              </a:solidFill>
            </a:ln>
          </c:spPr>
          <c:marker>
            <c:symbol val="circle"/>
            <c:spPr>
              <a:solidFill>
                <a:srgbClr val="EBB523"/>
              </a:solidFill>
              <a:ln>
                <a:solidFill>
                  <a:srgbClr val="EBB523"/>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Sheet1!$A$2:$A$79</c:f>
              <c:strCache>
                <c:ptCount val="78"/>
                <c:pt idx="0">
                  <c:v>Jan 2019</c:v>
                </c:pt>
                <c:pt idx="1">
                  <c:v>Feb 2019</c:v>
                </c:pt>
                <c:pt idx="2">
                  <c:v>Mar 2019</c:v>
                </c:pt>
                <c:pt idx="3">
                  <c:v>Apr 2019</c:v>
                </c:pt>
                <c:pt idx="4">
                  <c:v>May 2019</c:v>
                </c:pt>
                <c:pt idx="5">
                  <c:v>Jun 2019</c:v>
                </c:pt>
                <c:pt idx="6">
                  <c:v>Jul 2019</c:v>
                </c:pt>
                <c:pt idx="7">
                  <c:v>Aug 2019</c:v>
                </c:pt>
                <c:pt idx="8">
                  <c:v>Sep 2019</c:v>
                </c:pt>
                <c:pt idx="9">
                  <c:v>Oct 2019</c:v>
                </c:pt>
                <c:pt idx="10">
                  <c:v>Nov 2019</c:v>
                </c:pt>
                <c:pt idx="11">
                  <c:v>Dec 2019</c:v>
                </c:pt>
                <c:pt idx="12">
                  <c:v>Jan 2020</c:v>
                </c:pt>
                <c:pt idx="13">
                  <c:v>Feb 2020</c:v>
                </c:pt>
                <c:pt idx="14">
                  <c:v>Mar 2020</c:v>
                </c:pt>
                <c:pt idx="15">
                  <c:v>Apr 2020</c:v>
                </c:pt>
                <c:pt idx="16">
                  <c:v>May 2020</c:v>
                </c:pt>
                <c:pt idx="17">
                  <c:v>Jun 2020</c:v>
                </c:pt>
                <c:pt idx="18">
                  <c:v>Jul 2020</c:v>
                </c:pt>
                <c:pt idx="19">
                  <c:v>Aug 2020</c:v>
                </c:pt>
                <c:pt idx="20">
                  <c:v>Sep 2020</c:v>
                </c:pt>
                <c:pt idx="21">
                  <c:v>Oct 2020</c:v>
                </c:pt>
                <c:pt idx="22">
                  <c:v>Nov 2020</c:v>
                </c:pt>
                <c:pt idx="23">
                  <c:v>Dec 2020</c:v>
                </c:pt>
                <c:pt idx="24">
                  <c:v>Jan 2021</c:v>
                </c:pt>
                <c:pt idx="25">
                  <c:v>Feb 2021</c:v>
                </c:pt>
                <c:pt idx="26">
                  <c:v>Mar 2021</c:v>
                </c:pt>
                <c:pt idx="27">
                  <c:v>Apr 2021</c:v>
                </c:pt>
                <c:pt idx="28">
                  <c:v>May 2021</c:v>
                </c:pt>
                <c:pt idx="29">
                  <c:v>Jun 2021</c:v>
                </c:pt>
                <c:pt idx="30">
                  <c:v>Jul 2021</c:v>
                </c:pt>
                <c:pt idx="31">
                  <c:v>Aug 2021</c:v>
                </c:pt>
                <c:pt idx="32">
                  <c:v>Sep 2021</c:v>
                </c:pt>
                <c:pt idx="33">
                  <c:v>Oct 2021</c:v>
                </c:pt>
                <c:pt idx="34">
                  <c:v>Nov 2021</c:v>
                </c:pt>
                <c:pt idx="35">
                  <c:v>Dec 2021</c:v>
                </c:pt>
                <c:pt idx="36">
                  <c:v>Jan 2022</c:v>
                </c:pt>
                <c:pt idx="37">
                  <c:v>Feb 2022</c:v>
                </c:pt>
                <c:pt idx="38">
                  <c:v>Mar 2022</c:v>
                </c:pt>
                <c:pt idx="39">
                  <c:v>Apr 2022</c:v>
                </c:pt>
                <c:pt idx="40">
                  <c:v>May 2022</c:v>
                </c:pt>
                <c:pt idx="41">
                  <c:v>Jun 2022</c:v>
                </c:pt>
                <c:pt idx="42">
                  <c:v>Jul 2022</c:v>
                </c:pt>
                <c:pt idx="43">
                  <c:v>Aug 2022</c:v>
                </c:pt>
                <c:pt idx="44">
                  <c:v>Sep 2022</c:v>
                </c:pt>
                <c:pt idx="45">
                  <c:v>Oct 2022</c:v>
                </c:pt>
                <c:pt idx="46">
                  <c:v>Nov 2022</c:v>
                </c:pt>
                <c:pt idx="47">
                  <c:v>Dec 2022</c:v>
                </c:pt>
                <c:pt idx="48">
                  <c:v>Jan 2023</c:v>
                </c:pt>
                <c:pt idx="49">
                  <c:v>Feb 2023</c:v>
                </c:pt>
                <c:pt idx="50">
                  <c:v>Mar 2023</c:v>
                </c:pt>
                <c:pt idx="51">
                  <c:v>Apr 2023</c:v>
                </c:pt>
                <c:pt idx="52">
                  <c:v>May 2023</c:v>
                </c:pt>
                <c:pt idx="53">
                  <c:v>Jun 2023</c:v>
                </c:pt>
                <c:pt idx="54">
                  <c:v>Jul 2023</c:v>
                </c:pt>
                <c:pt idx="55">
                  <c:v>Aug 2023</c:v>
                </c:pt>
                <c:pt idx="56">
                  <c:v>Sep 2023</c:v>
                </c:pt>
                <c:pt idx="57">
                  <c:v>Oct 2023</c:v>
                </c:pt>
                <c:pt idx="58">
                  <c:v>Nov 2023</c:v>
                </c:pt>
                <c:pt idx="59">
                  <c:v>Dec 2023</c:v>
                </c:pt>
                <c:pt idx="60">
                  <c:v>Jan 2024</c:v>
                </c:pt>
                <c:pt idx="61">
                  <c:v>Feb 2024</c:v>
                </c:pt>
                <c:pt idx="62">
                  <c:v>Mar 2024</c:v>
                </c:pt>
                <c:pt idx="63">
                  <c:v>Apr 2024</c:v>
                </c:pt>
                <c:pt idx="64">
                  <c:v>May 2024</c:v>
                </c:pt>
                <c:pt idx="65">
                  <c:v>Jun 2024</c:v>
                </c:pt>
                <c:pt idx="66">
                  <c:v>Jul 2024</c:v>
                </c:pt>
                <c:pt idx="67">
                  <c:v>Aug 2024</c:v>
                </c:pt>
                <c:pt idx="68">
                  <c:v>Sep 2024</c:v>
                </c:pt>
                <c:pt idx="69">
                  <c:v>Oct 2024</c:v>
                </c:pt>
                <c:pt idx="70">
                  <c:v>Nov 2024</c:v>
                </c:pt>
                <c:pt idx="71">
                  <c:v>Dec 2024</c:v>
                </c:pt>
                <c:pt idx="72">
                  <c:v>Jan 2025</c:v>
                </c:pt>
                <c:pt idx="73">
                  <c:v>Feb 2025</c:v>
                </c:pt>
                <c:pt idx="74">
                  <c:v>Mar 2025</c:v>
                </c:pt>
                <c:pt idx="75">
                  <c:v>Apr 2025</c:v>
                </c:pt>
                <c:pt idx="76">
                  <c:v>May 2025</c:v>
                </c:pt>
                <c:pt idx="77">
                  <c:v>Jun 2025</c:v>
                </c:pt>
              </c:strCache>
            </c:strRef>
          </c:cat>
          <c:val>
            <c:numRef>
              <c:f>Sheet1!$G$2:$G$79</c:f>
              <c:numCache>
                <c:ptCount val="78"/>
                <c:pt idx="0">
                  <c:v>131.79</c:v>
                </c:pt>
                <c:pt idx="1">
                  <c:v>132.1</c:v>
                </c:pt>
                <c:pt idx="2">
                  <c:v>137.43</c:v>
                </c:pt>
                <c:pt idx="3">
                  <c:v>142.2</c:v>
                </c:pt>
                <c:pt idx="4">
                  <c:v>141.08</c:v>
                </c:pt>
                <c:pt idx="5">
                  <c:v>144.63</c:v>
                </c:pt>
                <c:pt idx="6">
                  <c:v>141.28</c:v>
                </c:pt>
                <c:pt idx="7">
                  <c:v>135.89</c:v>
                </c:pt>
                <c:pt idx="8">
                  <c:v>137.14</c:v>
                </c:pt>
                <c:pt idx="9">
                  <c:v>141.41</c:v>
                </c:pt>
                <c:pt idx="10">
                  <c:v>148.06</c:v>
                </c:pt>
                <c:pt idx="11">
                  <c:v>150.14</c:v>
                </c:pt>
                <c:pt idx="12">
                  <c:v>151.19</c:v>
                </c:pt>
                <c:pt idx="13">
                  <c:v>148.94</c:v>
                </c:pt>
                <c:pt idx="14">
                  <c:v>118.46</c:v>
                </c:pt>
                <c:pt idx="15">
                  <c:v>112.17</c:v>
                </c:pt>
                <c:pt idx="16">
                  <c:v>114.71</c:v>
                </c:pt>
                <c:pt idx="17">
                  <c:v>125.24</c:v>
                </c:pt>
                <c:pt idx="18">
                  <c:v>135.36</c:v>
                </c:pt>
                <c:pt idx="19">
                  <c:v>140.17</c:v>
                </c:pt>
                <c:pt idx="20">
                  <c:v>140.29</c:v>
                </c:pt>
                <c:pt idx="21">
                  <c:v>146.4</c:v>
                </c:pt>
                <c:pt idx="22">
                  <c:v>157.39</c:v>
                </c:pt>
                <c:pt idx="23">
                  <c:v>169.04</c:v>
                </c:pt>
                <c:pt idx="24">
                  <c:v>177.54</c:v>
                </c:pt>
                <c:pt idx="25">
                  <c:v>185.63</c:v>
                </c:pt>
                <c:pt idx="26">
                  <c:v>183.15</c:v>
                </c:pt>
                <c:pt idx="27">
                  <c:v>178.61</c:v>
                </c:pt>
                <c:pt idx="28">
                  <c:v>181.92</c:v>
                </c:pt>
                <c:pt idx="29">
                  <c:v>191.54</c:v>
                </c:pt>
                <c:pt idx="30">
                  <c:v>192.54</c:v>
                </c:pt>
                <c:pt idx="31">
                  <c:v>201.98</c:v>
                </c:pt>
                <c:pt idx="32">
                  <c:v>214.79</c:v>
                </c:pt>
                <c:pt idx="33">
                  <c:v>221.02</c:v>
                </c:pt>
                <c:pt idx="34">
                  <c:v>217.33</c:v>
                </c:pt>
                <c:pt idx="35">
                  <c:v>210.78</c:v>
                </c:pt>
                <c:pt idx="36">
                  <c:v>217.51</c:v>
                </c:pt>
                <c:pt idx="37">
                  <c:v>210.91</c:v>
                </c:pt>
                <c:pt idx="38">
                  <c:v>206.39</c:v>
                </c:pt>
                <c:pt idx="39">
                  <c:v>212.68</c:v>
                </c:pt>
                <c:pt idx="40">
                  <c:v>199.41</c:v>
                </c:pt>
                <c:pt idx="41">
                  <c:v>195.49</c:v>
                </c:pt>
                <c:pt idx="42">
                  <c:v>199.89</c:v>
                </c:pt>
                <c:pt idx="43">
                  <c:v>215.77</c:v>
                </c:pt>
                <c:pt idx="44">
                  <c:v>215.1</c:v>
                </c:pt>
                <c:pt idx="45">
                  <c:v>214.38</c:v>
                </c:pt>
                <c:pt idx="46">
                  <c:v>225.21</c:v>
                </c:pt>
                <c:pt idx="47">
                  <c:v>225.78</c:v>
                </c:pt>
                <c:pt idx="48">
                  <c:v>220.74</c:v>
                </c:pt>
                <c:pt idx="49">
                  <c:v>220.59</c:v>
                </c:pt>
                <c:pt idx="50">
                  <c:v>214.04</c:v>
                </c:pt>
                <c:pt idx="51">
                  <c:v>219.24</c:v>
                </c:pt>
                <c:pt idx="52">
                  <c:v>226.22</c:v>
                </c:pt>
                <c:pt idx="53">
                  <c:v>230.91</c:v>
                </c:pt>
                <c:pt idx="54">
                  <c:v>241.66</c:v>
                </c:pt>
                <c:pt idx="55">
                  <c:v>239.1</c:v>
                </c:pt>
                <c:pt idx="56">
                  <c:v>243.06</c:v>
                </c:pt>
                <c:pt idx="57">
                  <c:v>238.69</c:v>
                </c:pt>
                <c:pt idx="58">
                  <c:v>239.2</c:v>
                </c:pt>
                <c:pt idx="59">
                  <c:v>257.63</c:v>
                </c:pt>
                <c:pt idx="60">
                  <c:v>261.96</c:v>
                </c:pt>
                <c:pt idx="61">
                  <c:v>264.08</c:v>
                </c:pt>
                <c:pt idx="62">
                  <c:v>267.58</c:v>
                </c:pt>
                <c:pt idx="63">
                  <c:v>270.39</c:v>
                </c:pt>
                <c:pt idx="64">
                  <c:v>270.37</c:v>
                </c:pt>
                <c:pt idx="65">
                  <c:v>280.87</c:v>
                </c:pt>
                <c:pt idx="66">
                  <c:v>294.12</c:v>
                </c:pt>
                <c:pt idx="67">
                  <c:v>294.01</c:v>
                </c:pt>
                <c:pt idx="68">
                  <c:v>304.47</c:v>
                </c:pt>
                <c:pt idx="69">
                  <c:v>296.88</c:v>
                </c:pt>
                <c:pt idx="70">
                  <c:v>288.32</c:v>
                </c:pt>
                <c:pt idx="71">
                  <c:v>292.83</c:v>
                </c:pt>
                <c:pt idx="72">
                  <c:v>281.99</c:v>
                </c:pt>
                <c:pt idx="73">
                  <c:v>278.22</c:v>
                </c:pt>
                <c:pt idx="74">
                  <c:v>275.42</c:v>
                </c:pt>
                <c:pt idx="75">
                  <c:v>282.37</c:v>
                </c:pt>
                <c:pt idx="76">
                  <c:v>297.1</c:v>
                </c:pt>
                <c:pt idx="77">
                  <c:v>300.02</c:v>
                </c:pt>
              </c:numCache>
            </c:numRef>
          </c:val>
          <c:smooth val="0"/>
        </c:ser>
        <c:ser>
          <c:idx val="6"/>
          <c:order val="6"/>
          <c:tx>
            <c:strRef>
              <c:f>Sheet1!$H$1</c:f>
              <c:strCache>
                <c:ptCount val="1"/>
                <c:pt idx="0">
                  <c:v>Japan</c:v>
                </c:pt>
              </c:strCache>
            </c:strRef>
          </c:tx>
          <c:spPr>
            <a:ln>
              <a:solidFill>
                <a:srgbClr val="5D2B76"/>
              </a:solidFill>
            </a:ln>
          </c:spPr>
          <c:marker>
            <c:symbol val="circle"/>
            <c:spPr>
              <a:solidFill>
                <a:srgbClr val="5D2B76"/>
              </a:solidFill>
              <a:ln>
                <a:solidFill>
                  <a:srgbClr val="5D2B76"/>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Sheet1!$A$2:$A$79</c:f>
              <c:strCache>
                <c:ptCount val="78"/>
                <c:pt idx="0">
                  <c:v>Jan 2019</c:v>
                </c:pt>
                <c:pt idx="1">
                  <c:v>Feb 2019</c:v>
                </c:pt>
                <c:pt idx="2">
                  <c:v>Mar 2019</c:v>
                </c:pt>
                <c:pt idx="3">
                  <c:v>Apr 2019</c:v>
                </c:pt>
                <c:pt idx="4">
                  <c:v>May 2019</c:v>
                </c:pt>
                <c:pt idx="5">
                  <c:v>Jun 2019</c:v>
                </c:pt>
                <c:pt idx="6">
                  <c:v>Jul 2019</c:v>
                </c:pt>
                <c:pt idx="7">
                  <c:v>Aug 2019</c:v>
                </c:pt>
                <c:pt idx="8">
                  <c:v>Sep 2019</c:v>
                </c:pt>
                <c:pt idx="9">
                  <c:v>Oct 2019</c:v>
                </c:pt>
                <c:pt idx="10">
                  <c:v>Nov 2019</c:v>
                </c:pt>
                <c:pt idx="11">
                  <c:v>Dec 2019</c:v>
                </c:pt>
                <c:pt idx="12">
                  <c:v>Jan 2020</c:v>
                </c:pt>
                <c:pt idx="13">
                  <c:v>Feb 2020</c:v>
                </c:pt>
                <c:pt idx="14">
                  <c:v>Mar 2020</c:v>
                </c:pt>
                <c:pt idx="15">
                  <c:v>Apr 2020</c:v>
                </c:pt>
                <c:pt idx="16">
                  <c:v>May 2020</c:v>
                </c:pt>
                <c:pt idx="17">
                  <c:v>Jun 2020</c:v>
                </c:pt>
                <c:pt idx="18">
                  <c:v>Jul 2020</c:v>
                </c:pt>
                <c:pt idx="19">
                  <c:v>Aug 2020</c:v>
                </c:pt>
                <c:pt idx="20">
                  <c:v>Sep 2020</c:v>
                </c:pt>
                <c:pt idx="21">
                  <c:v>Oct 2020</c:v>
                </c:pt>
                <c:pt idx="22">
                  <c:v>Nov 2020</c:v>
                </c:pt>
                <c:pt idx="23">
                  <c:v>Dec 2020</c:v>
                </c:pt>
                <c:pt idx="24">
                  <c:v>Jan 2021</c:v>
                </c:pt>
                <c:pt idx="25">
                  <c:v>Feb 2021</c:v>
                </c:pt>
                <c:pt idx="26">
                  <c:v>Mar 2021</c:v>
                </c:pt>
                <c:pt idx="27">
                  <c:v>Apr 2021</c:v>
                </c:pt>
                <c:pt idx="28">
                  <c:v>May 2021</c:v>
                </c:pt>
                <c:pt idx="29">
                  <c:v>Jun 2021</c:v>
                </c:pt>
                <c:pt idx="30">
                  <c:v>Jul 2021</c:v>
                </c:pt>
                <c:pt idx="31">
                  <c:v>Aug 2021</c:v>
                </c:pt>
                <c:pt idx="32">
                  <c:v>Sep 2021</c:v>
                </c:pt>
                <c:pt idx="33">
                  <c:v>Oct 2021</c:v>
                </c:pt>
                <c:pt idx="34">
                  <c:v>Nov 2021</c:v>
                </c:pt>
                <c:pt idx="35">
                  <c:v>Dec 2021</c:v>
                </c:pt>
                <c:pt idx="36">
                  <c:v>Jan 2022</c:v>
                </c:pt>
                <c:pt idx="37">
                  <c:v>Feb 2022</c:v>
                </c:pt>
                <c:pt idx="38">
                  <c:v>Mar 2022</c:v>
                </c:pt>
                <c:pt idx="39">
                  <c:v>Apr 2022</c:v>
                </c:pt>
                <c:pt idx="40">
                  <c:v>May 2022</c:v>
                </c:pt>
                <c:pt idx="41">
                  <c:v>Jun 2022</c:v>
                </c:pt>
                <c:pt idx="42">
                  <c:v>Jul 2022</c:v>
                </c:pt>
                <c:pt idx="43">
                  <c:v>Aug 2022</c:v>
                </c:pt>
                <c:pt idx="44">
                  <c:v>Sep 2022</c:v>
                </c:pt>
                <c:pt idx="45">
                  <c:v>Oct 2022</c:v>
                </c:pt>
                <c:pt idx="46">
                  <c:v>Nov 2022</c:v>
                </c:pt>
                <c:pt idx="47">
                  <c:v>Dec 2022</c:v>
                </c:pt>
                <c:pt idx="48">
                  <c:v>Jan 2023</c:v>
                </c:pt>
                <c:pt idx="49">
                  <c:v>Feb 2023</c:v>
                </c:pt>
                <c:pt idx="50">
                  <c:v>Mar 2023</c:v>
                </c:pt>
                <c:pt idx="51">
                  <c:v>Apr 2023</c:v>
                </c:pt>
                <c:pt idx="52">
                  <c:v>May 2023</c:v>
                </c:pt>
                <c:pt idx="53">
                  <c:v>Jun 2023</c:v>
                </c:pt>
                <c:pt idx="54">
                  <c:v>Jul 2023</c:v>
                </c:pt>
                <c:pt idx="55">
                  <c:v>Aug 2023</c:v>
                </c:pt>
                <c:pt idx="56">
                  <c:v>Sep 2023</c:v>
                </c:pt>
                <c:pt idx="57">
                  <c:v>Oct 2023</c:v>
                </c:pt>
                <c:pt idx="58">
                  <c:v>Nov 2023</c:v>
                </c:pt>
                <c:pt idx="59">
                  <c:v>Dec 2023</c:v>
                </c:pt>
                <c:pt idx="60">
                  <c:v>Jan 2024</c:v>
                </c:pt>
                <c:pt idx="61">
                  <c:v>Feb 2024</c:v>
                </c:pt>
                <c:pt idx="62">
                  <c:v>Mar 2024</c:v>
                </c:pt>
                <c:pt idx="63">
                  <c:v>Apr 2024</c:v>
                </c:pt>
                <c:pt idx="64">
                  <c:v>May 2024</c:v>
                </c:pt>
                <c:pt idx="65">
                  <c:v>Jun 2024</c:v>
                </c:pt>
                <c:pt idx="66">
                  <c:v>Jul 2024</c:v>
                </c:pt>
                <c:pt idx="67">
                  <c:v>Aug 2024</c:v>
                </c:pt>
                <c:pt idx="68">
                  <c:v>Sep 2024</c:v>
                </c:pt>
                <c:pt idx="69">
                  <c:v>Oct 2024</c:v>
                </c:pt>
                <c:pt idx="70">
                  <c:v>Nov 2024</c:v>
                </c:pt>
                <c:pt idx="71">
                  <c:v>Dec 2024</c:v>
                </c:pt>
                <c:pt idx="72">
                  <c:v>Jan 2025</c:v>
                </c:pt>
                <c:pt idx="73">
                  <c:v>Feb 2025</c:v>
                </c:pt>
                <c:pt idx="74">
                  <c:v>Mar 2025</c:v>
                </c:pt>
                <c:pt idx="75">
                  <c:v>Apr 2025</c:v>
                </c:pt>
                <c:pt idx="76">
                  <c:v>May 2025</c:v>
                </c:pt>
                <c:pt idx="77">
                  <c:v>Jun 2025</c:v>
                </c:pt>
              </c:strCache>
            </c:strRef>
          </c:cat>
          <c:val>
            <c:numRef>
              <c:f>Sheet1!$H$2:$H$79</c:f>
              <c:numCache>
                <c:ptCount val="78"/>
                <c:pt idx="0">
                  <c:v>98.94</c:v>
                </c:pt>
                <c:pt idx="1">
                  <c:v>102.49</c:v>
                </c:pt>
                <c:pt idx="2">
                  <c:v>103.36</c:v>
                </c:pt>
                <c:pt idx="3">
                  <c:v>104.31</c:v>
                </c:pt>
                <c:pt idx="4">
                  <c:v>100.53</c:v>
                </c:pt>
                <c:pt idx="5">
                  <c:v>99.28</c:v>
                </c:pt>
                <c:pt idx="6">
                  <c:v>101.42</c:v>
                </c:pt>
                <c:pt idx="7">
                  <c:v>96.77</c:v>
                </c:pt>
                <c:pt idx="8">
                  <c:v>102</c:v>
                </c:pt>
                <c:pt idx="9">
                  <c:v>104.21</c:v>
                </c:pt>
                <c:pt idx="10">
                  <c:v>109.32</c:v>
                </c:pt>
                <c:pt idx="11">
                  <c:v>111.16</c:v>
                </c:pt>
                <c:pt idx="12">
                  <c:v>110.88</c:v>
                </c:pt>
                <c:pt idx="13">
                  <c:v>107.82</c:v>
                </c:pt>
                <c:pt idx="14">
                  <c:v>89.02</c:v>
                </c:pt>
                <c:pt idx="15">
                  <c:v>91.15</c:v>
                </c:pt>
                <c:pt idx="16">
                  <c:v>95.4</c:v>
                </c:pt>
                <c:pt idx="17">
                  <c:v>102.22</c:v>
                </c:pt>
                <c:pt idx="18">
                  <c:v>100.68</c:v>
                </c:pt>
                <c:pt idx="19">
                  <c:v>102.67</c:v>
                </c:pt>
                <c:pt idx="20">
                  <c:v>105.33</c:v>
                </c:pt>
                <c:pt idx="21">
                  <c:v>105.01</c:v>
                </c:pt>
                <c:pt idx="22">
                  <c:v>110.23</c:v>
                </c:pt>
                <c:pt idx="23">
                  <c:v>114.86</c:v>
                </c:pt>
                <c:pt idx="24">
                  <c:v>118.67</c:v>
                </c:pt>
                <c:pt idx="25">
                  <c:v>123.35</c:v>
                </c:pt>
                <c:pt idx="26">
                  <c:v>125.56</c:v>
                </c:pt>
                <c:pt idx="27">
                  <c:v>125.05</c:v>
                </c:pt>
                <c:pt idx="28">
                  <c:v>122.91</c:v>
                </c:pt>
                <c:pt idx="29">
                  <c:v>125.92</c:v>
                </c:pt>
                <c:pt idx="30">
                  <c:v>124.37</c:v>
                </c:pt>
                <c:pt idx="31">
                  <c:v>124.48</c:v>
                </c:pt>
                <c:pt idx="32">
                  <c:v>133.04</c:v>
                </c:pt>
                <c:pt idx="33">
                  <c:v>128.37</c:v>
                </c:pt>
                <c:pt idx="34">
                  <c:v>130.48</c:v>
                </c:pt>
                <c:pt idx="35">
                  <c:v>127.48</c:v>
                </c:pt>
                <c:pt idx="36">
                  <c:v>126.23</c:v>
                </c:pt>
                <c:pt idx="37">
                  <c:v>123.64</c:v>
                </c:pt>
                <c:pt idx="38">
                  <c:v>121.61</c:v>
                </c:pt>
                <c:pt idx="39">
                  <c:v>122.62</c:v>
                </c:pt>
                <c:pt idx="40">
                  <c:v>121.29</c:v>
                </c:pt>
                <c:pt idx="41">
                  <c:v>122.22</c:v>
                </c:pt>
                <c:pt idx="42">
                  <c:v>122.97</c:v>
                </c:pt>
                <c:pt idx="43">
                  <c:v>126.53</c:v>
                </c:pt>
                <c:pt idx="44">
                  <c:v>123.94</c:v>
                </c:pt>
                <c:pt idx="45">
                  <c:v>122.19</c:v>
                </c:pt>
                <c:pt idx="46">
                  <c:v>126.84</c:v>
                </c:pt>
                <c:pt idx="47">
                  <c:v>124.72</c:v>
                </c:pt>
                <c:pt idx="48">
                  <c:v>123.8</c:v>
                </c:pt>
                <c:pt idx="49">
                  <c:v>127.96</c:v>
                </c:pt>
                <c:pt idx="50">
                  <c:v>128.08</c:v>
                </c:pt>
                <c:pt idx="51">
                  <c:v>129.99</c:v>
                </c:pt>
                <c:pt idx="52">
                  <c:v>136.61</c:v>
                </c:pt>
                <c:pt idx="53">
                  <c:v>145.42</c:v>
                </c:pt>
                <c:pt idx="54">
                  <c:v>146.42</c:v>
                </c:pt>
                <c:pt idx="55">
                  <c:v>147.3</c:v>
                </c:pt>
                <c:pt idx="56">
                  <c:v>153.54</c:v>
                </c:pt>
                <c:pt idx="57">
                  <c:v>146.36</c:v>
                </c:pt>
                <c:pt idx="58">
                  <c:v>151.86</c:v>
                </c:pt>
                <c:pt idx="59">
                  <c:v>151.37</c:v>
                </c:pt>
                <c:pt idx="60">
                  <c:v>159.42</c:v>
                </c:pt>
                <c:pt idx="61">
                  <c:v>168.01</c:v>
                </c:pt>
                <c:pt idx="62">
                  <c:v>175.97</c:v>
                </c:pt>
                <c:pt idx="63">
                  <c:v>174.47</c:v>
                </c:pt>
                <c:pt idx="64">
                  <c:v>176.61</c:v>
                </c:pt>
                <c:pt idx="65">
                  <c:v>177.81</c:v>
                </c:pt>
                <c:pt idx="66">
                  <c:v>183.43</c:v>
                </c:pt>
                <c:pt idx="67">
                  <c:v>167.04</c:v>
                </c:pt>
                <c:pt idx="68">
                  <c:v>169.32</c:v>
                </c:pt>
                <c:pt idx="69">
                  <c:v>173.05</c:v>
                </c:pt>
                <c:pt idx="70">
                  <c:v>173.97</c:v>
                </c:pt>
                <c:pt idx="71">
                  <c:v>176.84</c:v>
                </c:pt>
                <c:pt idx="72">
                  <c:v>176.85</c:v>
                </c:pt>
                <c:pt idx="73">
                  <c:v>176.61</c:v>
                </c:pt>
                <c:pt idx="74">
                  <c:v>176.99</c:v>
                </c:pt>
                <c:pt idx="75">
                  <c:v>163.68</c:v>
                </c:pt>
                <c:pt idx="76">
                  <c:v>176.38</c:v>
                </c:pt>
                <c:pt idx="77">
                  <c:v>179.63</c:v>
                </c:pt>
              </c:numCache>
            </c:numRef>
          </c:val>
          <c:smooth val="0"/>
        </c:ser>
        <c:ser>
          <c:idx val="7"/>
          <c:order val="7"/>
          <c:tx>
            <c:strRef>
              <c:f>Sheet1!$I$1</c:f>
              <c:strCache>
                <c:ptCount val="1"/>
                <c:pt idx="0">
                  <c:v>Russia</c:v>
                </c:pt>
              </c:strCache>
            </c:strRef>
          </c:tx>
          <c:spPr>
            <a:ln>
              <a:solidFill>
                <a:srgbClr val="C271DA"/>
              </a:solidFill>
            </a:ln>
          </c:spPr>
          <c:marker>
            <c:symbol val="circle"/>
            <c:spPr>
              <a:solidFill>
                <a:srgbClr val="C271DA"/>
              </a:solidFill>
              <a:ln>
                <a:solidFill>
                  <a:srgbClr val="C271D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Sheet1!$A$2:$A$79</c:f>
              <c:strCache>
                <c:ptCount val="78"/>
                <c:pt idx="0">
                  <c:v>Jan 2019</c:v>
                </c:pt>
                <c:pt idx="1">
                  <c:v>Feb 2019</c:v>
                </c:pt>
                <c:pt idx="2">
                  <c:v>Mar 2019</c:v>
                </c:pt>
                <c:pt idx="3">
                  <c:v>Apr 2019</c:v>
                </c:pt>
                <c:pt idx="4">
                  <c:v>May 2019</c:v>
                </c:pt>
                <c:pt idx="5">
                  <c:v>Jun 2019</c:v>
                </c:pt>
                <c:pt idx="6">
                  <c:v>Jul 2019</c:v>
                </c:pt>
                <c:pt idx="7">
                  <c:v>Aug 2019</c:v>
                </c:pt>
                <c:pt idx="8">
                  <c:v>Sep 2019</c:v>
                </c:pt>
                <c:pt idx="9">
                  <c:v>Oct 2019</c:v>
                </c:pt>
                <c:pt idx="10">
                  <c:v>Nov 2019</c:v>
                </c:pt>
                <c:pt idx="11">
                  <c:v>Dec 2019</c:v>
                </c:pt>
                <c:pt idx="12">
                  <c:v>Jan 2020</c:v>
                </c:pt>
                <c:pt idx="13">
                  <c:v>Feb 2020</c:v>
                </c:pt>
                <c:pt idx="14">
                  <c:v>Mar 2020</c:v>
                </c:pt>
                <c:pt idx="15">
                  <c:v>Apr 2020</c:v>
                </c:pt>
                <c:pt idx="16">
                  <c:v>May 2020</c:v>
                </c:pt>
                <c:pt idx="17">
                  <c:v>Jun 2020</c:v>
                </c:pt>
                <c:pt idx="18">
                  <c:v>Jul 2020</c:v>
                </c:pt>
                <c:pt idx="19">
                  <c:v>Aug 2020</c:v>
                </c:pt>
                <c:pt idx="20">
                  <c:v>Sep 2020</c:v>
                </c:pt>
                <c:pt idx="21">
                  <c:v>Oct 2020</c:v>
                </c:pt>
                <c:pt idx="22">
                  <c:v>Nov 2020</c:v>
                </c:pt>
                <c:pt idx="23">
                  <c:v>Dec 2020</c:v>
                </c:pt>
                <c:pt idx="24">
                  <c:v>Jan 2021</c:v>
                </c:pt>
                <c:pt idx="25">
                  <c:v>Feb 2021</c:v>
                </c:pt>
                <c:pt idx="26">
                  <c:v>Mar 2021</c:v>
                </c:pt>
                <c:pt idx="27">
                  <c:v>Apr 2021</c:v>
                </c:pt>
                <c:pt idx="28">
                  <c:v>May 2021</c:v>
                </c:pt>
                <c:pt idx="29">
                  <c:v>Jun 2021</c:v>
                </c:pt>
                <c:pt idx="30">
                  <c:v>Jul 2021</c:v>
                </c:pt>
                <c:pt idx="31">
                  <c:v>Aug 2021</c:v>
                </c:pt>
                <c:pt idx="32">
                  <c:v>Sep 2021</c:v>
                </c:pt>
                <c:pt idx="33">
                  <c:v>Oct 2021</c:v>
                </c:pt>
                <c:pt idx="34">
                  <c:v>Nov 2021</c:v>
                </c:pt>
                <c:pt idx="35">
                  <c:v>Dec 2021</c:v>
                </c:pt>
                <c:pt idx="36">
                  <c:v>Jan 2022</c:v>
                </c:pt>
                <c:pt idx="37">
                  <c:v>Feb 2022</c:v>
                </c:pt>
                <c:pt idx="38">
                  <c:v>Mar 2022</c:v>
                </c:pt>
                <c:pt idx="39">
                  <c:v>Apr 2022</c:v>
                </c:pt>
                <c:pt idx="40">
                  <c:v>May 2022</c:v>
                </c:pt>
                <c:pt idx="41">
                  <c:v>Jun 2022</c:v>
                </c:pt>
                <c:pt idx="42">
                  <c:v>Jul 2022</c:v>
                </c:pt>
                <c:pt idx="43">
                  <c:v>Aug 2022</c:v>
                </c:pt>
                <c:pt idx="44">
                  <c:v>Sep 2022</c:v>
                </c:pt>
                <c:pt idx="45">
                  <c:v>Oct 2022</c:v>
                </c:pt>
                <c:pt idx="46">
                  <c:v>Nov 2022</c:v>
                </c:pt>
                <c:pt idx="47">
                  <c:v>Dec 2022</c:v>
                </c:pt>
                <c:pt idx="48">
                  <c:v>Jan 2023</c:v>
                </c:pt>
                <c:pt idx="49">
                  <c:v>Feb 2023</c:v>
                </c:pt>
                <c:pt idx="50">
                  <c:v>Mar 2023</c:v>
                </c:pt>
                <c:pt idx="51">
                  <c:v>Apr 2023</c:v>
                </c:pt>
                <c:pt idx="52">
                  <c:v>May 2023</c:v>
                </c:pt>
                <c:pt idx="53">
                  <c:v>Jun 2023</c:v>
                </c:pt>
                <c:pt idx="54">
                  <c:v>Jul 2023</c:v>
                </c:pt>
                <c:pt idx="55">
                  <c:v>Aug 2023</c:v>
                </c:pt>
                <c:pt idx="56">
                  <c:v>Sep 2023</c:v>
                </c:pt>
                <c:pt idx="57">
                  <c:v>Oct 2023</c:v>
                </c:pt>
                <c:pt idx="58">
                  <c:v>Nov 2023</c:v>
                </c:pt>
                <c:pt idx="59">
                  <c:v>Dec 2023</c:v>
                </c:pt>
                <c:pt idx="60">
                  <c:v>Jan 2024</c:v>
                </c:pt>
                <c:pt idx="61">
                  <c:v>Feb 2024</c:v>
                </c:pt>
                <c:pt idx="62">
                  <c:v>Mar 2024</c:v>
                </c:pt>
                <c:pt idx="63">
                  <c:v>Apr 2024</c:v>
                </c:pt>
                <c:pt idx="64">
                  <c:v>May 2024</c:v>
                </c:pt>
                <c:pt idx="65">
                  <c:v>Jun 2024</c:v>
                </c:pt>
                <c:pt idx="66">
                  <c:v>Jul 2024</c:v>
                </c:pt>
                <c:pt idx="67">
                  <c:v>Aug 2024</c:v>
                </c:pt>
                <c:pt idx="68">
                  <c:v>Sep 2024</c:v>
                </c:pt>
                <c:pt idx="69">
                  <c:v>Oct 2024</c:v>
                </c:pt>
                <c:pt idx="70">
                  <c:v>Nov 2024</c:v>
                </c:pt>
                <c:pt idx="71">
                  <c:v>Dec 2024</c:v>
                </c:pt>
                <c:pt idx="72">
                  <c:v>Jan 2025</c:v>
                </c:pt>
                <c:pt idx="73">
                  <c:v>Feb 2025</c:v>
                </c:pt>
                <c:pt idx="74">
                  <c:v>Mar 2025</c:v>
                </c:pt>
                <c:pt idx="75">
                  <c:v>Apr 2025</c:v>
                </c:pt>
                <c:pt idx="76">
                  <c:v>May 2025</c:v>
                </c:pt>
                <c:pt idx="77">
                  <c:v>Jun 2025</c:v>
                </c:pt>
              </c:strCache>
            </c:strRef>
          </c:cat>
          <c:val>
            <c:numRef>
              <c:f>Sheet1!$I$2:$I$79</c:f>
              <c:numCache>
                <c:ptCount val="78"/>
                <c:pt idx="0">
                  <c:v>145.18</c:v>
                </c:pt>
                <c:pt idx="1">
                  <c:v>148.33</c:v>
                </c:pt>
                <c:pt idx="2">
                  <c:v>147.51</c:v>
                </c:pt>
                <c:pt idx="3">
                  <c:v>151.89</c:v>
                </c:pt>
                <c:pt idx="4">
                  <c:v>153.65</c:v>
                </c:pt>
                <c:pt idx="5">
                  <c:v>163.19</c:v>
                </c:pt>
                <c:pt idx="6">
                  <c:v>163.83</c:v>
                </c:pt>
                <c:pt idx="7">
                  <c:v>158.73</c:v>
                </c:pt>
                <c:pt idx="8">
                  <c:v>165.6</c:v>
                </c:pt>
                <c:pt idx="9">
                  <c:v>164.67</c:v>
                </c:pt>
                <c:pt idx="10">
                  <c:v>174.86</c:v>
                </c:pt>
                <c:pt idx="11">
                  <c:v>177.26</c:v>
                </c:pt>
                <c:pt idx="12">
                  <c:v>185.47</c:v>
                </c:pt>
                <c:pt idx="13">
                  <c:v>182.01</c:v>
                </c:pt>
                <c:pt idx="14">
                  <c:v>146.9</c:v>
                </c:pt>
                <c:pt idx="15">
                  <c:v>153.7</c:v>
                </c:pt>
                <c:pt idx="16">
                  <c:v>159.12</c:v>
                </c:pt>
                <c:pt idx="17">
                  <c:v>164.28</c:v>
                </c:pt>
                <c:pt idx="18">
                  <c:v>167.42</c:v>
                </c:pt>
                <c:pt idx="19">
                  <c:v>178.7</c:v>
                </c:pt>
                <c:pt idx="20">
                  <c:v>173.57</c:v>
                </c:pt>
                <c:pt idx="21">
                  <c:v>166.87</c:v>
                </c:pt>
                <c:pt idx="22">
                  <c:v>178.39</c:v>
                </c:pt>
                <c:pt idx="23">
                  <c:v>192.07</c:v>
                </c:pt>
                <c:pt idx="24">
                  <c:v>202.15</c:v>
                </c:pt>
                <c:pt idx="25">
                  <c:v>202.33</c:v>
                </c:pt>
                <c:pt idx="26">
                  <c:v>206.66</c:v>
                </c:pt>
                <c:pt idx="27">
                  <c:v>210.99</c:v>
                </c:pt>
                <c:pt idx="28">
                  <c:v>217.39</c:v>
                </c:pt>
                <c:pt idx="29">
                  <c:v>226.85</c:v>
                </c:pt>
                <c:pt idx="30">
                  <c:v>225.91</c:v>
                </c:pt>
                <c:pt idx="31">
                  <c:v>229.56</c:v>
                </c:pt>
                <c:pt idx="32">
                  <c:v>239.18</c:v>
                </c:pt>
                <c:pt idx="33">
                  <c:v>250.66</c:v>
                </c:pt>
                <c:pt idx="34">
                  <c:v>242.05</c:v>
                </c:pt>
                <c:pt idx="35">
                  <c:v>223.38</c:v>
                </c:pt>
                <c:pt idx="36">
                  <c:v>212.89</c:v>
                </c:pt>
                <c:pt idx="37">
                  <c:v>195.14</c:v>
                </c:pt>
                <c:pt idx="38">
                  <c:v>147.44</c:v>
                </c:pt>
                <c:pt idx="39">
                  <c:v>146.33</c:v>
                </c:pt>
                <c:pt idx="40">
                  <c:v>141.4</c:v>
                </c:pt>
                <c:pt idx="41">
                  <c:v>138.86</c:v>
                </c:pt>
                <c:pt idx="42">
                  <c:v>127.69</c:v>
                </c:pt>
                <c:pt idx="43">
                  <c:v>130.3</c:v>
                </c:pt>
                <c:pt idx="44">
                  <c:v>135.15</c:v>
                </c:pt>
                <c:pt idx="45">
                  <c:v>120.77</c:v>
                </c:pt>
                <c:pt idx="46">
                  <c:v>130.35</c:v>
                </c:pt>
                <c:pt idx="47">
                  <c:v>128.02</c:v>
                </c:pt>
                <c:pt idx="48">
                  <c:v>129.45</c:v>
                </c:pt>
                <c:pt idx="49">
                  <c:v>132.24</c:v>
                </c:pt>
                <c:pt idx="50">
                  <c:v>139.11</c:v>
                </c:pt>
                <c:pt idx="51">
                  <c:v>152.71</c:v>
                </c:pt>
                <c:pt idx="52">
                  <c:v>155.2</c:v>
                </c:pt>
                <c:pt idx="53">
                  <c:v>163.86</c:v>
                </c:pt>
                <c:pt idx="54">
                  <c:v>172.66</c:v>
                </c:pt>
                <c:pt idx="55">
                  <c:v>186.06</c:v>
                </c:pt>
                <c:pt idx="56">
                  <c:v>186.07</c:v>
                </c:pt>
                <c:pt idx="57">
                  <c:v>190.33</c:v>
                </c:pt>
                <c:pt idx="58">
                  <c:v>190.84</c:v>
                </c:pt>
                <c:pt idx="59">
                  <c:v>182.82</c:v>
                </c:pt>
                <c:pt idx="60">
                  <c:v>187.82</c:v>
                </c:pt>
                <c:pt idx="61">
                  <c:v>191.44</c:v>
                </c:pt>
                <c:pt idx="62">
                  <c:v>195.88</c:v>
                </c:pt>
                <c:pt idx="63">
                  <c:v>204.03</c:v>
                </c:pt>
                <c:pt idx="64">
                  <c:v>202.67</c:v>
                </c:pt>
                <c:pt idx="65">
                  <c:v>190.1</c:v>
                </c:pt>
                <c:pt idx="66">
                  <c:v>190.94</c:v>
                </c:pt>
                <c:pt idx="67">
                  <c:v>190.94</c:v>
                </c:pt>
                <c:pt idx="68">
                  <c:v>190.94</c:v>
                </c:pt>
                <c:pt idx="69">
                  <c:v>190.94</c:v>
                </c:pt>
                <c:pt idx="70">
                  <c:v>190.94</c:v>
                </c:pt>
                <c:pt idx="71">
                  <c:v>190.94</c:v>
                </c:pt>
                <c:pt idx="72">
                  <c:v>190.94</c:v>
                </c:pt>
                <c:pt idx="73">
                  <c:v>190.94</c:v>
                </c:pt>
                <c:pt idx="74">
                  <c:v>190.94</c:v>
                </c:pt>
                <c:pt idx="75">
                  <c:v>190.94</c:v>
                </c:pt>
                <c:pt idx="76">
                  <c:v>190.94</c:v>
                </c:pt>
                <c:pt idx="77">
                  <c:v>190.94</c:v>
                </c:pt>
              </c:numCache>
            </c:numRef>
          </c:val>
          <c:smooth val="0"/>
        </c:ser>
        <c:ser>
          <c:idx val="8"/>
          <c:order val="8"/>
          <c:tx>
            <c:strRef>
              <c:f>Sheet1!$J$1</c:f>
              <c:strCache>
                <c:ptCount val="1"/>
                <c:pt idx="0">
                  <c:v>United Kingdom</c:v>
                </c:pt>
              </c:strCache>
            </c:strRef>
          </c:tx>
          <c:spPr>
            <a:ln>
              <a:solidFill>
                <a:srgbClr val="76A5E3"/>
              </a:solidFill>
            </a:ln>
          </c:spPr>
          <c:marker>
            <c:symbol val="circle"/>
            <c:spPr>
              <a:solidFill>
                <a:srgbClr val="76A5E3"/>
              </a:solidFill>
              <a:ln>
                <a:solidFill>
                  <a:srgbClr val="76A5E3"/>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Sheet1!$A$2:$A$79</c:f>
              <c:strCache>
                <c:ptCount val="78"/>
                <c:pt idx="0">
                  <c:v>Jan 2019</c:v>
                </c:pt>
                <c:pt idx="1">
                  <c:v>Feb 2019</c:v>
                </c:pt>
                <c:pt idx="2">
                  <c:v>Mar 2019</c:v>
                </c:pt>
                <c:pt idx="3">
                  <c:v>Apr 2019</c:v>
                </c:pt>
                <c:pt idx="4">
                  <c:v>May 2019</c:v>
                </c:pt>
                <c:pt idx="5">
                  <c:v>Jun 2019</c:v>
                </c:pt>
                <c:pt idx="6">
                  <c:v>Jul 2019</c:v>
                </c:pt>
                <c:pt idx="7">
                  <c:v>Aug 2019</c:v>
                </c:pt>
                <c:pt idx="8">
                  <c:v>Sep 2019</c:v>
                </c:pt>
                <c:pt idx="9">
                  <c:v>Oct 2019</c:v>
                </c:pt>
                <c:pt idx="10">
                  <c:v>Nov 2019</c:v>
                </c:pt>
                <c:pt idx="11">
                  <c:v>Dec 2019</c:v>
                </c:pt>
                <c:pt idx="12">
                  <c:v>Jan 2020</c:v>
                </c:pt>
                <c:pt idx="13">
                  <c:v>Feb 2020</c:v>
                </c:pt>
                <c:pt idx="14">
                  <c:v>Mar 2020</c:v>
                </c:pt>
                <c:pt idx="15">
                  <c:v>Apr 2020</c:v>
                </c:pt>
                <c:pt idx="16">
                  <c:v>May 2020</c:v>
                </c:pt>
                <c:pt idx="17">
                  <c:v>Jun 2020</c:v>
                </c:pt>
                <c:pt idx="18">
                  <c:v>Jul 2020</c:v>
                </c:pt>
                <c:pt idx="19">
                  <c:v>Aug 2020</c:v>
                </c:pt>
                <c:pt idx="20">
                  <c:v>Sep 2020</c:v>
                </c:pt>
                <c:pt idx="21">
                  <c:v>Oct 2020</c:v>
                </c:pt>
                <c:pt idx="22">
                  <c:v>Nov 2020</c:v>
                </c:pt>
                <c:pt idx="23">
                  <c:v>Dec 2020</c:v>
                </c:pt>
                <c:pt idx="24">
                  <c:v>Jan 2021</c:v>
                </c:pt>
                <c:pt idx="25">
                  <c:v>Feb 2021</c:v>
                </c:pt>
                <c:pt idx="26">
                  <c:v>Mar 2021</c:v>
                </c:pt>
                <c:pt idx="27">
                  <c:v>Apr 2021</c:v>
                </c:pt>
                <c:pt idx="28">
                  <c:v>May 2021</c:v>
                </c:pt>
                <c:pt idx="29">
                  <c:v>Jun 2021</c:v>
                </c:pt>
                <c:pt idx="30">
                  <c:v>Jul 2021</c:v>
                </c:pt>
                <c:pt idx="31">
                  <c:v>Aug 2021</c:v>
                </c:pt>
                <c:pt idx="32">
                  <c:v>Sep 2021</c:v>
                </c:pt>
                <c:pt idx="33">
                  <c:v>Oct 2021</c:v>
                </c:pt>
                <c:pt idx="34">
                  <c:v>Nov 2021</c:v>
                </c:pt>
                <c:pt idx="35">
                  <c:v>Dec 2021</c:v>
                </c:pt>
                <c:pt idx="36">
                  <c:v>Jan 2022</c:v>
                </c:pt>
                <c:pt idx="37">
                  <c:v>Feb 2022</c:v>
                </c:pt>
                <c:pt idx="38">
                  <c:v>Mar 2022</c:v>
                </c:pt>
                <c:pt idx="39">
                  <c:v>Apr 2022</c:v>
                </c:pt>
                <c:pt idx="40">
                  <c:v>May 2022</c:v>
                </c:pt>
                <c:pt idx="41">
                  <c:v>Jun 2022</c:v>
                </c:pt>
                <c:pt idx="42">
                  <c:v>Jul 2022</c:v>
                </c:pt>
                <c:pt idx="43">
                  <c:v>Aug 2022</c:v>
                </c:pt>
                <c:pt idx="44">
                  <c:v>Sep 2022</c:v>
                </c:pt>
                <c:pt idx="45">
                  <c:v>Oct 2022</c:v>
                </c:pt>
                <c:pt idx="46">
                  <c:v>Nov 2022</c:v>
                </c:pt>
                <c:pt idx="47">
                  <c:v>Dec 2022</c:v>
                </c:pt>
                <c:pt idx="48">
                  <c:v>Jan 2023</c:v>
                </c:pt>
                <c:pt idx="49">
                  <c:v>Feb 2023</c:v>
                </c:pt>
                <c:pt idx="50">
                  <c:v>Mar 2023</c:v>
                </c:pt>
                <c:pt idx="51">
                  <c:v>Apr 2023</c:v>
                </c:pt>
                <c:pt idx="52">
                  <c:v>May 2023</c:v>
                </c:pt>
                <c:pt idx="53">
                  <c:v>Jun 2023</c:v>
                </c:pt>
                <c:pt idx="54">
                  <c:v>Jul 2023</c:v>
                </c:pt>
                <c:pt idx="55">
                  <c:v>Aug 2023</c:v>
                </c:pt>
                <c:pt idx="56">
                  <c:v>Sep 2023</c:v>
                </c:pt>
                <c:pt idx="57">
                  <c:v>Oct 2023</c:v>
                </c:pt>
                <c:pt idx="58">
                  <c:v>Nov 2023</c:v>
                </c:pt>
                <c:pt idx="59">
                  <c:v>Dec 2023</c:v>
                </c:pt>
                <c:pt idx="60">
                  <c:v>Jan 2024</c:v>
                </c:pt>
                <c:pt idx="61">
                  <c:v>Feb 2024</c:v>
                </c:pt>
                <c:pt idx="62">
                  <c:v>Mar 2024</c:v>
                </c:pt>
                <c:pt idx="63">
                  <c:v>Apr 2024</c:v>
                </c:pt>
                <c:pt idx="64">
                  <c:v>May 2024</c:v>
                </c:pt>
                <c:pt idx="65">
                  <c:v>Jun 2024</c:v>
                </c:pt>
                <c:pt idx="66">
                  <c:v>Jul 2024</c:v>
                </c:pt>
                <c:pt idx="67">
                  <c:v>Aug 2024</c:v>
                </c:pt>
                <c:pt idx="68">
                  <c:v>Sep 2024</c:v>
                </c:pt>
                <c:pt idx="69">
                  <c:v>Oct 2024</c:v>
                </c:pt>
                <c:pt idx="70">
                  <c:v>Nov 2024</c:v>
                </c:pt>
                <c:pt idx="71">
                  <c:v>Dec 2024</c:v>
                </c:pt>
                <c:pt idx="72">
                  <c:v>Jan 2025</c:v>
                </c:pt>
                <c:pt idx="73">
                  <c:v>Feb 2025</c:v>
                </c:pt>
                <c:pt idx="74">
                  <c:v>Mar 2025</c:v>
                </c:pt>
                <c:pt idx="75">
                  <c:v>Apr 2025</c:v>
                </c:pt>
                <c:pt idx="76">
                  <c:v>May 2025</c:v>
                </c:pt>
                <c:pt idx="77">
                  <c:v>Jun 2025</c:v>
                </c:pt>
              </c:strCache>
            </c:strRef>
          </c:cat>
          <c:val>
            <c:numRef>
              <c:f>Sheet1!$J$2:$J$79</c:f>
              <c:numCache>
                <c:ptCount val="78"/>
                <c:pt idx="0">
                  <c:v>103.96</c:v>
                </c:pt>
                <c:pt idx="1">
                  <c:v>108.38</c:v>
                </c:pt>
                <c:pt idx="2">
                  <c:v>109.25</c:v>
                </c:pt>
                <c:pt idx="3">
                  <c:v>112.76</c:v>
                </c:pt>
                <c:pt idx="4">
                  <c:v>110.39</c:v>
                </c:pt>
                <c:pt idx="5">
                  <c:v>111.59</c:v>
                </c:pt>
                <c:pt idx="6">
                  <c:v>114.47</c:v>
                </c:pt>
                <c:pt idx="7">
                  <c:v>109.16</c:v>
                </c:pt>
                <c:pt idx="8">
                  <c:v>111</c:v>
                </c:pt>
                <c:pt idx="9">
                  <c:v>109.5</c:v>
                </c:pt>
                <c:pt idx="10">
                  <c:v>111.43</c:v>
                </c:pt>
                <c:pt idx="11">
                  <c:v>112.58</c:v>
                </c:pt>
                <c:pt idx="12">
                  <c:v>114.6</c:v>
                </c:pt>
                <c:pt idx="13">
                  <c:v>110.9</c:v>
                </c:pt>
                <c:pt idx="14">
                  <c:v>87.07</c:v>
                </c:pt>
                <c:pt idx="15">
                  <c:v>87.03</c:v>
                </c:pt>
                <c:pt idx="16">
                  <c:v>90.33</c:v>
                </c:pt>
                <c:pt idx="17">
                  <c:v>94.69</c:v>
                </c:pt>
                <c:pt idx="18">
                  <c:v>93.52</c:v>
                </c:pt>
                <c:pt idx="19">
                  <c:v>92.02</c:v>
                </c:pt>
                <c:pt idx="20">
                  <c:v>89.97</c:v>
                </c:pt>
                <c:pt idx="21">
                  <c:v>88.73</c:v>
                </c:pt>
                <c:pt idx="22">
                  <c:v>94.36</c:v>
                </c:pt>
                <c:pt idx="23">
                  <c:v>98.83</c:v>
                </c:pt>
                <c:pt idx="24">
                  <c:v>101.4</c:v>
                </c:pt>
                <c:pt idx="25">
                  <c:v>99.83</c:v>
                </c:pt>
                <c:pt idx="26">
                  <c:v>101.8</c:v>
                </c:pt>
                <c:pt idx="27">
                  <c:v>104.72</c:v>
                </c:pt>
                <c:pt idx="28">
                  <c:v>106.47</c:v>
                </c:pt>
                <c:pt idx="29">
                  <c:v>107.62</c:v>
                </c:pt>
                <c:pt idx="30">
                  <c:v>106.87</c:v>
                </c:pt>
                <c:pt idx="31">
                  <c:v>108.25</c:v>
                </c:pt>
                <c:pt idx="32">
                  <c:v>107.13</c:v>
                </c:pt>
                <c:pt idx="33">
                  <c:v>108.62</c:v>
                </c:pt>
                <c:pt idx="34">
                  <c:v>110.16</c:v>
                </c:pt>
                <c:pt idx="35">
                  <c:v>110.51</c:v>
                </c:pt>
                <c:pt idx="36">
                  <c:v>113.66</c:v>
                </c:pt>
                <c:pt idx="37">
                  <c:v>114.26</c:v>
                </c:pt>
                <c:pt idx="38">
                  <c:v>110.92</c:v>
                </c:pt>
                <c:pt idx="39">
                  <c:v>114.64</c:v>
                </c:pt>
                <c:pt idx="40">
                  <c:v>113</c:v>
                </c:pt>
                <c:pt idx="41">
                  <c:v>110.68</c:v>
                </c:pt>
                <c:pt idx="42">
                  <c:v>109.57</c:v>
                </c:pt>
                <c:pt idx="43">
                  <c:v>113.22</c:v>
                </c:pt>
                <c:pt idx="44">
                  <c:v>109.01</c:v>
                </c:pt>
                <c:pt idx="45">
                  <c:v>105.72</c:v>
                </c:pt>
                <c:pt idx="46">
                  <c:v>111.72</c:v>
                </c:pt>
                <c:pt idx="47">
                  <c:v>113.33</c:v>
                </c:pt>
                <c:pt idx="48">
                  <c:v>117.27</c:v>
                </c:pt>
                <c:pt idx="49">
                  <c:v>120.02</c:v>
                </c:pt>
                <c:pt idx="50">
                  <c:v>115.82</c:v>
                </c:pt>
                <c:pt idx="51">
                  <c:v>118.57</c:v>
                </c:pt>
                <c:pt idx="52">
                  <c:v>116.95</c:v>
                </c:pt>
                <c:pt idx="53">
                  <c:v>114.59</c:v>
                </c:pt>
                <c:pt idx="54">
                  <c:v>113.92</c:v>
                </c:pt>
                <c:pt idx="55">
                  <c:v>112.87</c:v>
                </c:pt>
                <c:pt idx="56">
                  <c:v>114.88</c:v>
                </c:pt>
                <c:pt idx="57">
                  <c:v>113.45</c:v>
                </c:pt>
                <c:pt idx="58">
                  <c:v>112.85</c:v>
                </c:pt>
                <c:pt idx="59">
                  <c:v>115.47</c:v>
                </c:pt>
                <c:pt idx="60">
                  <c:v>115.31</c:v>
                </c:pt>
                <c:pt idx="61">
                  <c:v>115.83</c:v>
                </c:pt>
                <c:pt idx="62">
                  <c:v>117.96</c:v>
                </c:pt>
                <c:pt idx="63">
                  <c:v>120.96</c:v>
                </c:pt>
                <c:pt idx="64">
                  <c:v>126.24</c:v>
                </c:pt>
                <c:pt idx="65">
                  <c:v>124.58</c:v>
                </c:pt>
                <c:pt idx="66">
                  <c:v>124.43</c:v>
                </c:pt>
                <c:pt idx="67">
                  <c:v>125.21</c:v>
                </c:pt>
                <c:pt idx="68">
                  <c:v>125.35</c:v>
                </c:pt>
                <c:pt idx="69">
                  <c:v>125.36</c:v>
                </c:pt>
                <c:pt idx="70">
                  <c:v>123.71</c:v>
                </c:pt>
                <c:pt idx="71">
                  <c:v>124.77</c:v>
                </c:pt>
                <c:pt idx="72">
                  <c:v>127.37</c:v>
                </c:pt>
                <c:pt idx="73">
                  <c:v>132.11</c:v>
                </c:pt>
                <c:pt idx="74">
                  <c:v>131.35</c:v>
                </c:pt>
                <c:pt idx="75">
                  <c:v>125</c:v>
                </c:pt>
                <c:pt idx="76">
                  <c:v>131.29</c:v>
                </c:pt>
                <c:pt idx="77">
                  <c:v>133.54</c:v>
                </c:pt>
              </c:numCache>
            </c:numRef>
          </c:val>
          <c:smooth val="0"/>
        </c:ser>
        <c:ser>
          <c:idx val="9"/>
          <c:order val="9"/>
          <c:tx>
            <c:strRef>
              <c:f>Sheet1!$K$1</c:f>
              <c:strCache>
                <c:ptCount val="1"/>
                <c:pt idx="0">
                  <c:v>United States</c:v>
                </c:pt>
              </c:strCache>
            </c:strRef>
          </c:tx>
          <c:spPr>
            <a:ln>
              <a:solidFill>
                <a:srgbClr val="099676"/>
              </a:solidFill>
            </a:ln>
          </c:spPr>
          <c:marker>
            <c:symbol val="circle"/>
            <c:spPr>
              <a:solidFill>
                <a:srgbClr val="099676"/>
              </a:solidFill>
              <a:ln>
                <a:solidFill>
                  <a:srgbClr val="099676"/>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Sheet1!$A$2:$A$79</c:f>
              <c:strCache>
                <c:ptCount val="78"/>
                <c:pt idx="0">
                  <c:v>Jan 2019</c:v>
                </c:pt>
                <c:pt idx="1">
                  <c:v>Feb 2019</c:v>
                </c:pt>
                <c:pt idx="2">
                  <c:v>Mar 2019</c:v>
                </c:pt>
                <c:pt idx="3">
                  <c:v>Apr 2019</c:v>
                </c:pt>
                <c:pt idx="4">
                  <c:v>May 2019</c:v>
                </c:pt>
                <c:pt idx="5">
                  <c:v>Jun 2019</c:v>
                </c:pt>
                <c:pt idx="6">
                  <c:v>Jul 2019</c:v>
                </c:pt>
                <c:pt idx="7">
                  <c:v>Aug 2019</c:v>
                </c:pt>
                <c:pt idx="8">
                  <c:v>Sep 2019</c:v>
                </c:pt>
                <c:pt idx="9">
                  <c:v>Oct 2019</c:v>
                </c:pt>
                <c:pt idx="10">
                  <c:v>Nov 2019</c:v>
                </c:pt>
                <c:pt idx="11">
                  <c:v>Dec 2019</c:v>
                </c:pt>
                <c:pt idx="12">
                  <c:v>Jan 2020</c:v>
                </c:pt>
                <c:pt idx="13">
                  <c:v>Feb 2020</c:v>
                </c:pt>
                <c:pt idx="14">
                  <c:v>Mar 2020</c:v>
                </c:pt>
                <c:pt idx="15">
                  <c:v>Apr 2020</c:v>
                </c:pt>
                <c:pt idx="16">
                  <c:v>May 2020</c:v>
                </c:pt>
                <c:pt idx="17">
                  <c:v>Jun 2020</c:v>
                </c:pt>
                <c:pt idx="18">
                  <c:v>Jul 2020</c:v>
                </c:pt>
                <c:pt idx="19">
                  <c:v>Aug 2020</c:v>
                </c:pt>
                <c:pt idx="20">
                  <c:v>Sep 2020</c:v>
                </c:pt>
                <c:pt idx="21">
                  <c:v>Oct 2020</c:v>
                </c:pt>
                <c:pt idx="22">
                  <c:v>Nov 2020</c:v>
                </c:pt>
                <c:pt idx="23">
                  <c:v>Dec 2020</c:v>
                </c:pt>
                <c:pt idx="24">
                  <c:v>Jan 2021</c:v>
                </c:pt>
                <c:pt idx="25">
                  <c:v>Feb 2021</c:v>
                </c:pt>
                <c:pt idx="26">
                  <c:v>Mar 2021</c:v>
                </c:pt>
                <c:pt idx="27">
                  <c:v>Apr 2021</c:v>
                </c:pt>
                <c:pt idx="28">
                  <c:v>May 2021</c:v>
                </c:pt>
                <c:pt idx="29">
                  <c:v>Jun 2021</c:v>
                </c:pt>
                <c:pt idx="30">
                  <c:v>Jul 2021</c:v>
                </c:pt>
                <c:pt idx="31">
                  <c:v>Aug 2021</c:v>
                </c:pt>
                <c:pt idx="32">
                  <c:v>Sep 2021</c:v>
                </c:pt>
                <c:pt idx="33">
                  <c:v>Oct 2021</c:v>
                </c:pt>
                <c:pt idx="34">
                  <c:v>Nov 2021</c:v>
                </c:pt>
                <c:pt idx="35">
                  <c:v>Dec 2021</c:v>
                </c:pt>
                <c:pt idx="36">
                  <c:v>Jan 2022</c:v>
                </c:pt>
                <c:pt idx="37">
                  <c:v>Feb 2022</c:v>
                </c:pt>
                <c:pt idx="38">
                  <c:v>Mar 2022</c:v>
                </c:pt>
                <c:pt idx="39">
                  <c:v>Apr 2022</c:v>
                </c:pt>
                <c:pt idx="40">
                  <c:v>May 2022</c:v>
                </c:pt>
                <c:pt idx="41">
                  <c:v>Jun 2022</c:v>
                </c:pt>
                <c:pt idx="42">
                  <c:v>Jul 2022</c:v>
                </c:pt>
                <c:pt idx="43">
                  <c:v>Aug 2022</c:v>
                </c:pt>
                <c:pt idx="44">
                  <c:v>Sep 2022</c:v>
                </c:pt>
                <c:pt idx="45">
                  <c:v>Oct 2022</c:v>
                </c:pt>
                <c:pt idx="46">
                  <c:v>Nov 2022</c:v>
                </c:pt>
                <c:pt idx="47">
                  <c:v>Dec 2022</c:v>
                </c:pt>
                <c:pt idx="48">
                  <c:v>Jan 2023</c:v>
                </c:pt>
                <c:pt idx="49">
                  <c:v>Feb 2023</c:v>
                </c:pt>
                <c:pt idx="50">
                  <c:v>Mar 2023</c:v>
                </c:pt>
                <c:pt idx="51">
                  <c:v>Apr 2023</c:v>
                </c:pt>
                <c:pt idx="52">
                  <c:v>May 2023</c:v>
                </c:pt>
                <c:pt idx="53">
                  <c:v>Jun 2023</c:v>
                </c:pt>
                <c:pt idx="54">
                  <c:v>Jul 2023</c:v>
                </c:pt>
                <c:pt idx="55">
                  <c:v>Aug 2023</c:v>
                </c:pt>
                <c:pt idx="56">
                  <c:v>Sep 2023</c:v>
                </c:pt>
                <c:pt idx="57">
                  <c:v>Oct 2023</c:v>
                </c:pt>
                <c:pt idx="58">
                  <c:v>Nov 2023</c:v>
                </c:pt>
                <c:pt idx="59">
                  <c:v>Dec 2023</c:v>
                </c:pt>
                <c:pt idx="60">
                  <c:v>Jan 2024</c:v>
                </c:pt>
                <c:pt idx="61">
                  <c:v>Feb 2024</c:v>
                </c:pt>
                <c:pt idx="62">
                  <c:v>Mar 2024</c:v>
                </c:pt>
                <c:pt idx="63">
                  <c:v>Apr 2024</c:v>
                </c:pt>
                <c:pt idx="64">
                  <c:v>May 2024</c:v>
                </c:pt>
                <c:pt idx="65">
                  <c:v>Jun 2024</c:v>
                </c:pt>
                <c:pt idx="66">
                  <c:v>Jul 2024</c:v>
                </c:pt>
                <c:pt idx="67">
                  <c:v>Aug 2024</c:v>
                </c:pt>
                <c:pt idx="68">
                  <c:v>Sep 2024</c:v>
                </c:pt>
                <c:pt idx="69">
                  <c:v>Oct 2024</c:v>
                </c:pt>
                <c:pt idx="70">
                  <c:v>Nov 2024</c:v>
                </c:pt>
                <c:pt idx="71">
                  <c:v>Dec 2024</c:v>
                </c:pt>
                <c:pt idx="72">
                  <c:v>Jan 2025</c:v>
                </c:pt>
                <c:pt idx="73">
                  <c:v>Feb 2025</c:v>
                </c:pt>
                <c:pt idx="74">
                  <c:v>Mar 2025</c:v>
                </c:pt>
                <c:pt idx="75">
                  <c:v>Apr 2025</c:v>
                </c:pt>
                <c:pt idx="76">
                  <c:v>May 2025</c:v>
                </c:pt>
                <c:pt idx="77">
                  <c:v>Jun 2025</c:v>
                </c:pt>
              </c:strCache>
            </c:strRef>
          </c:cat>
          <c:val>
            <c:numRef>
              <c:f>Sheet1!$K$2:$K$79</c:f>
              <c:numCache>
                <c:ptCount val="78"/>
                <c:pt idx="0">
                  <c:v>111.17</c:v>
                </c:pt>
                <c:pt idx="1">
                  <c:v>117.22</c:v>
                </c:pt>
                <c:pt idx="2">
                  <c:v>118.28</c:v>
                </c:pt>
                <c:pt idx="3">
                  <c:v>121.04</c:v>
                </c:pt>
                <c:pt idx="4">
                  <c:v>118.64</c:v>
                </c:pt>
                <c:pt idx="5">
                  <c:v>120.17</c:v>
                </c:pt>
                <c:pt idx="6">
                  <c:v>123.43</c:v>
                </c:pt>
                <c:pt idx="7">
                  <c:v>118.28</c:v>
                </c:pt>
                <c:pt idx="8">
                  <c:v>121.76</c:v>
                </c:pt>
                <c:pt idx="9">
                  <c:v>121.35</c:v>
                </c:pt>
                <c:pt idx="10">
                  <c:v>125.89</c:v>
                </c:pt>
                <c:pt idx="11">
                  <c:v>128.52</c:v>
                </c:pt>
                <c:pt idx="12">
                  <c:v>130.91</c:v>
                </c:pt>
                <c:pt idx="13">
                  <c:v>128.69</c:v>
                </c:pt>
                <c:pt idx="14">
                  <c:v>100.46</c:v>
                </c:pt>
                <c:pt idx="15">
                  <c:v>101.8</c:v>
                </c:pt>
                <c:pt idx="16">
                  <c:v>105.66</c:v>
                </c:pt>
                <c:pt idx="17">
                  <c:v>113.17</c:v>
                </c:pt>
                <c:pt idx="18">
                  <c:v>115.09</c:v>
                </c:pt>
                <c:pt idx="19">
                  <c:v>120.64</c:v>
                </c:pt>
                <c:pt idx="20">
                  <c:v>119.75</c:v>
                </c:pt>
                <c:pt idx="21">
                  <c:v>121.47</c:v>
                </c:pt>
                <c:pt idx="22">
                  <c:v>128.25</c:v>
                </c:pt>
                <c:pt idx="23">
                  <c:v>134.59</c:v>
                </c:pt>
                <c:pt idx="24">
                  <c:v>138.84</c:v>
                </c:pt>
                <c:pt idx="25">
                  <c:v>142.34</c:v>
                </c:pt>
                <c:pt idx="26">
                  <c:v>144.96</c:v>
                </c:pt>
                <c:pt idx="27">
                  <c:v>150.29</c:v>
                </c:pt>
                <c:pt idx="28">
                  <c:v>153.51</c:v>
                </c:pt>
                <c:pt idx="29">
                  <c:v>155.22</c:v>
                </c:pt>
                <c:pt idx="30">
                  <c:v>154.78</c:v>
                </c:pt>
                <c:pt idx="31">
                  <c:v>156.61</c:v>
                </c:pt>
                <c:pt idx="32">
                  <c:v>155.12</c:v>
                </c:pt>
                <c:pt idx="33">
                  <c:v>156.85</c:v>
                </c:pt>
                <c:pt idx="34">
                  <c:v>159.94</c:v>
                </c:pt>
                <c:pt idx="35">
                  <c:v>157.34</c:v>
                </c:pt>
                <c:pt idx="36">
                  <c:v>158.1</c:v>
                </c:pt>
                <c:pt idx="37">
                  <c:v>155.27</c:v>
                </c:pt>
                <c:pt idx="38">
                  <c:v>152.96</c:v>
                </c:pt>
                <c:pt idx="39">
                  <c:v>153.59</c:v>
                </c:pt>
                <c:pt idx="40">
                  <c:v>144.42</c:v>
                </c:pt>
                <c:pt idx="41">
                  <c:v>139.73</c:v>
                </c:pt>
                <c:pt idx="42">
                  <c:v>137.49</c:v>
                </c:pt>
                <c:pt idx="43">
                  <c:v>144.22</c:v>
                </c:pt>
                <c:pt idx="44">
                  <c:v>135.13</c:v>
                </c:pt>
                <c:pt idx="45">
                  <c:v>131.98</c:v>
                </c:pt>
                <c:pt idx="46">
                  <c:v>142.09</c:v>
                </c:pt>
                <c:pt idx="47">
                  <c:v>143.19</c:v>
                </c:pt>
                <c:pt idx="48">
                  <c:v>147.02</c:v>
                </c:pt>
                <c:pt idx="49">
                  <c:v>148.24</c:v>
                </c:pt>
                <c:pt idx="50">
                  <c:v>141.13</c:v>
                </c:pt>
                <c:pt idx="51">
                  <c:v>145.18</c:v>
                </c:pt>
                <c:pt idx="52">
                  <c:v>142.47</c:v>
                </c:pt>
                <c:pt idx="53">
                  <c:v>145.83</c:v>
                </c:pt>
                <c:pt idx="54">
                  <c:v>150.75</c:v>
                </c:pt>
                <c:pt idx="55">
                  <c:v>149.67</c:v>
                </c:pt>
                <c:pt idx="56">
                  <c:v>147.98</c:v>
                </c:pt>
                <c:pt idx="57">
                  <c:v>141.89</c:v>
                </c:pt>
                <c:pt idx="58">
                  <c:v>146.66</c:v>
                </c:pt>
                <c:pt idx="59">
                  <c:v>154.88</c:v>
                </c:pt>
                <c:pt idx="60">
                  <c:v>157.38</c:v>
                </c:pt>
                <c:pt idx="61">
                  <c:v>162.45</c:v>
                </c:pt>
                <c:pt idx="62">
                  <c:v>168.44</c:v>
                </c:pt>
                <c:pt idx="63">
                  <c:v>166.73</c:v>
                </c:pt>
                <c:pt idx="64">
                  <c:v>169.26</c:v>
                </c:pt>
                <c:pt idx="65">
                  <c:v>168.49</c:v>
                </c:pt>
                <c:pt idx="66">
                  <c:v>172.06</c:v>
                </c:pt>
                <c:pt idx="67">
                  <c:v>174.3</c:v>
                </c:pt>
                <c:pt idx="68">
                  <c:v>179.66</c:v>
                </c:pt>
                <c:pt idx="69">
                  <c:v>183.33</c:v>
                </c:pt>
                <c:pt idx="70">
                  <c:v>186.02</c:v>
                </c:pt>
                <c:pt idx="71">
                  <c:v>183.49</c:v>
                </c:pt>
                <c:pt idx="72">
                  <c:v>183.05</c:v>
                </c:pt>
                <c:pt idx="73">
                  <c:v>187.78</c:v>
                </c:pt>
                <c:pt idx="74">
                  <c:v>182.06</c:v>
                </c:pt>
                <c:pt idx="75">
                  <c:v>173</c:v>
                </c:pt>
                <c:pt idx="76">
                  <c:v>183.4</c:v>
                </c:pt>
                <c:pt idx="77">
                  <c:v>187.77</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price index value (100 = 2015)</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S&amp;P 500</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Sheet1!$A$2:$A$16</c:f>
              <c:numCache>
                <c:formatCode>General</c:formatCode>
                <c:ptCount val="1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numCache>
            </c:numRef>
          </c:cat>
          <c:val>
            <c:numRef>
              <c:f>Sheet1!$B$2:$B$16</c:f>
              <c:numCache>
                <c:ptCount val="15"/>
                <c:pt idx="0">
                  <c:v>0.1362</c:v>
                </c:pt>
                <c:pt idx="1">
                  <c:v>0.0353</c:v>
                </c:pt>
                <c:pt idx="2">
                  <c:v>-0.3849</c:v>
                </c:pt>
                <c:pt idx="3">
                  <c:v>0.2345</c:v>
                </c:pt>
                <c:pt idx="4">
                  <c:v>0.1278</c:v>
                </c:pt>
                <c:pt idx="5">
                  <c:v>0</c:v>
                </c:pt>
                <c:pt idx="6">
                  <c:v>0.1341</c:v>
                </c:pt>
                <c:pt idx="7">
                  <c:v>0.296</c:v>
                </c:pt>
                <c:pt idx="8">
                  <c:v>0.1139</c:v>
                </c:pt>
                <c:pt idx="9">
                  <c:v>-0.0073</c:v>
                </c:pt>
                <c:pt idx="10">
                  <c:v>0.0954</c:v>
                </c:pt>
                <c:pt idx="11">
                  <c:v>0.1942</c:v>
                </c:pt>
                <c:pt idx="12">
                  <c:v>-0.0624</c:v>
                </c:pt>
                <c:pt idx="13">
                  <c:v>0.2888</c:v>
                </c:pt>
                <c:pt idx="14">
                  <c:v>0.1626</c:v>
                </c:pt>
              </c:numCache>
            </c:numRef>
          </c:val>
          <c:smooth val="0"/>
        </c:ser>
        <c:ser>
          <c:idx val="1"/>
          <c:order val="1"/>
          <c:tx>
            <c:strRef>
              <c:f>Sheet1!$C$1</c:f>
              <c:strCache>
                <c:ptCount val="1"/>
                <c:pt idx="0">
                  <c:v>MSCI World ex USA*</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Sheet1!$A$2:$A$16</c:f>
              <c:numCache>
                <c:formatCode>General</c:formatCode>
                <c:ptCount val="1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numCache>
            </c:numRef>
          </c:cat>
          <c:val>
            <c:numRef>
              <c:f>Sheet1!$C$2:$C$16</c:f>
              <c:numCache>
                <c:ptCount val="15"/>
                <c:pt idx="0">
                  <c:v>0.2623</c:v>
                </c:pt>
                <c:pt idx="1">
                  <c:v>0.1292</c:v>
                </c:pt>
                <c:pt idx="2">
                  <c:v>-0.4323</c:v>
                </c:pt>
                <c:pt idx="3">
                  <c:v>0.3439</c:v>
                </c:pt>
                <c:pt idx="4">
                  <c:v>0.0943</c:v>
                </c:pt>
                <c:pt idx="5">
                  <c:v>-0.1178</c:v>
                </c:pt>
                <c:pt idx="6">
                  <c:v>0.1702</c:v>
                </c:pt>
                <c:pt idx="7">
                  <c:v>0.2157</c:v>
                </c:pt>
                <c:pt idx="8">
                  <c:v>-0.0388</c:v>
                </c:pt>
                <c:pt idx="9">
                  <c:v>-0.026</c:v>
                </c:pt>
                <c:pt idx="10">
                  <c:v>0.0329</c:v>
                </c:pt>
                <c:pt idx="11">
                  <c:v>0.2481</c:v>
                </c:pt>
                <c:pt idx="12">
                  <c:v>-0.1364</c:v>
                </c:pt>
                <c:pt idx="13">
                  <c:v>0.2316</c:v>
                </c:pt>
                <c:pt idx="14">
                  <c:v>0.0809</c:v>
                </c:pt>
              </c:numCache>
            </c:numRef>
          </c:val>
          <c:smooth val="0"/>
        </c:ser>
        <c:ser>
          <c:idx val="2"/>
          <c:order val="2"/>
          <c:tx>
            <c:strRef>
              <c:f>Sheet1!$D$1</c:f>
              <c:strCache>
                <c:ptCount val="1"/>
                <c:pt idx="0">
                  <c:v>MSCI World*</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Sheet1!$A$2:$A$16</c:f>
              <c:numCache>
                <c:formatCode>General</c:formatCode>
                <c:ptCount val="1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numCache>
            </c:numRef>
          </c:cat>
          <c:val>
            <c:numRef>
              <c:f>Sheet1!$D$2:$D$16</c:f>
              <c:numCache>
                <c:ptCount val="15"/>
                <c:pt idx="0">
                  <c:v>0.2007</c:v>
                </c:pt>
                <c:pt idx="1">
                  <c:v>0.0904</c:v>
                </c:pt>
                <c:pt idx="2">
                  <c:v>-0.4071</c:v>
                </c:pt>
                <c:pt idx="3">
                  <c:v>0.2999</c:v>
                </c:pt>
                <c:pt idx="4">
                  <c:v>0.1176</c:v>
                </c:pt>
                <c:pt idx="5">
                  <c:v>-0.0554</c:v>
                </c:pt>
                <c:pt idx="6">
                  <c:v>0.1583</c:v>
                </c:pt>
                <c:pt idx="7">
                  <c:v>0.2668</c:v>
                </c:pt>
                <c:pt idx="8">
                  <c:v>0.0494</c:v>
                </c:pt>
                <c:pt idx="9">
                  <c:v>-0.0087</c:v>
                </c:pt>
                <c:pt idx="10">
                  <c:v>0.0751</c:v>
                </c:pt>
                <c:pt idx="11">
                  <c:v>0.224</c:v>
                </c:pt>
                <c:pt idx="12">
                  <c:v>-0.0871</c:v>
                </c:pt>
                <c:pt idx="13">
                  <c:v>0.2767</c:v>
                </c:pt>
                <c:pt idx="14">
                  <c:v>0.159</c:v>
                </c:pt>
              </c:numCache>
            </c:numRef>
          </c:val>
          <c:smooth val="0"/>
        </c:ser>
        <c:ser>
          <c:idx val="3"/>
          <c:order val="3"/>
          <c:tx>
            <c:strRef>
              <c:f>Sheet1!$E$1</c:f>
              <c:strCache>
                <c:ptCount val="1"/>
                <c:pt idx="0">
                  <c:v>MSCI Emerging Markets</c:v>
                </c:pt>
              </c:strCache>
            </c:strRef>
          </c:tx>
          <c:spPr>
            <a:ln>
              <a:solidFill>
                <a:srgbClr val="A60B0B"/>
              </a:solidFill>
            </a:ln>
          </c:spPr>
          <c:marker>
            <c:symbol val="circle"/>
            <c:spPr>
              <a:solidFill>
                <a:srgbClr val="A60B0B"/>
              </a:solidFill>
              <a:ln>
                <a:solidFill>
                  <a:srgbClr val="A60B0B"/>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Sheet1!$A$2:$A$16</c:f>
              <c:numCache>
                <c:formatCode>General</c:formatCode>
                <c:ptCount val="1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numCache>
            </c:numRef>
          </c:cat>
          <c:val>
            <c:numRef>
              <c:f>Sheet1!$E$2:$E$16</c:f>
              <c:numCache>
                <c:ptCount val="15"/>
                <c:pt idx="0">
                  <c:v>0.3214</c:v>
                </c:pt>
                <c:pt idx="1">
                  <c:v>0.3942</c:v>
                </c:pt>
                <c:pt idx="2">
                  <c:v>-0.5333</c:v>
                </c:pt>
                <c:pt idx="3">
                  <c:v>0.7851</c:v>
                </c:pt>
                <c:pt idx="4">
                  <c:v>0.1888</c:v>
                </c:pt>
                <c:pt idx="5">
                  <c:v>-0.1842</c:v>
                </c:pt>
                <c:pt idx="6">
                  <c:v>0.1822</c:v>
                </c:pt>
                <c:pt idx="7">
                  <c:v>-0.026</c:v>
                </c:pt>
                <c:pt idx="8">
                  <c:v>-0.0219</c:v>
                </c:pt>
                <c:pt idx="9">
                  <c:v>-0.1492</c:v>
                </c:pt>
                <c:pt idx="10">
                  <c:v>0.1119</c:v>
                </c:pt>
                <c:pt idx="11">
                  <c:v>0.3728</c:v>
                </c:pt>
                <c:pt idx="12">
                  <c:v>-0.1457</c:v>
                </c:pt>
                <c:pt idx="13">
                  <c:v>0.1842</c:v>
                </c:pt>
                <c:pt idx="14">
                  <c:v>0.1831</c:v>
                </c:pt>
              </c:numCache>
            </c:numRef>
          </c:val>
          <c:smooth val="0"/>
        </c:ser>
        <c:ser>
          <c:idx val="4"/>
          <c:order val="4"/>
          <c:tx>
            <c:strRef>
              <c:f>Sheet1!$F$1</c:f>
              <c:strCache>
                <c:ptCount val="1"/>
                <c:pt idx="0">
                  <c:v>MSCI Europe</c:v>
                </c:pt>
              </c:strCache>
            </c:strRef>
          </c:tx>
          <c:spPr>
            <a:ln>
              <a:solidFill>
                <a:srgbClr val="87BC24"/>
              </a:solidFill>
            </a:ln>
          </c:spPr>
          <c:marker>
            <c:symbol val="circle"/>
            <c:spPr>
              <a:solidFill>
                <a:srgbClr val="87BC24"/>
              </a:solidFill>
              <a:ln>
                <a:solidFill>
                  <a:srgbClr val="87BC24"/>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Sheet1!$A$2:$A$16</c:f>
              <c:numCache>
                <c:formatCode>General</c:formatCode>
                <c:ptCount val="1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numCache>
            </c:numRef>
          </c:cat>
          <c:val>
            <c:numRef>
              <c:f>Sheet1!$F$2:$F$16</c:f>
              <c:numCache>
                <c:ptCount val="15"/>
                <c:pt idx="0">
                  <c:v>0.3436</c:v>
                </c:pt>
                <c:pt idx="1">
                  <c:v>0.1439</c:v>
                </c:pt>
                <c:pt idx="2">
                  <c:v>-0.4608</c:v>
                </c:pt>
                <c:pt idx="3">
                  <c:v>0.3681</c:v>
                </c:pt>
                <c:pt idx="4">
                  <c:v>0.0449</c:v>
                </c:pt>
                <c:pt idx="5">
                  <c:v>-0.105</c:v>
                </c:pt>
                <c:pt idx="6">
                  <c:v>0.1993</c:v>
                </c:pt>
                <c:pt idx="7">
                  <c:v>0.2596</c:v>
                </c:pt>
                <c:pt idx="8">
                  <c:v>-0.0568</c:v>
                </c:pt>
                <c:pt idx="9">
                  <c:v>-0.0234</c:v>
                </c:pt>
                <c:pt idx="10">
                  <c:v>0.0022</c:v>
                </c:pt>
                <c:pt idx="11">
                  <c:v>0.2624</c:v>
                </c:pt>
                <c:pt idx="12">
                  <c:v>-0.1432</c:v>
                </c:pt>
                <c:pt idx="13">
                  <c:v>0.2459</c:v>
                </c:pt>
                <c:pt idx="14">
                  <c:v>0.0593</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Annual return of stock market index</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Emerging markets</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Sheet1!$A$2:$A$21</c:f>
              <c:numCache>
                <c:formatCode>General</c:formatCod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numCache>
            </c:numRef>
          </c:cat>
          <c:val>
            <c:numRef>
              <c:f>Sheet1!$B$2:$B$21</c:f>
              <c:numCache>
                <c:ptCount val="20"/>
                <c:pt idx="0">
                  <c:v>11.06</c:v>
                </c:pt>
                <c:pt idx="1">
                  <c:v>12.97</c:v>
                </c:pt>
                <c:pt idx="2">
                  <c:v>16.1</c:v>
                </c:pt>
                <c:pt idx="3">
                  <c:v>18.8</c:v>
                </c:pt>
                <c:pt idx="4">
                  <c:v>21.07</c:v>
                </c:pt>
                <c:pt idx="5">
                  <c:v>25.5</c:v>
                </c:pt>
                <c:pt idx="6">
                  <c:v>29.82</c:v>
                </c:pt>
                <c:pt idx="7">
                  <c:v>33.57</c:v>
                </c:pt>
                <c:pt idx="8">
                  <c:v>38.16</c:v>
                </c:pt>
                <c:pt idx="9">
                  <c:v>41.99</c:v>
                </c:pt>
                <c:pt idx="10">
                  <c:v>43.46</c:v>
                </c:pt>
                <c:pt idx="11">
                  <c:v>46.67</c:v>
                </c:pt>
                <c:pt idx="12">
                  <c:v>51.8</c:v>
                </c:pt>
                <c:pt idx="13">
                  <c:v>55.52</c:v>
                </c:pt>
                <c:pt idx="14">
                  <c:v>58.3</c:v>
                </c:pt>
                <c:pt idx="15">
                  <c:v>63.28</c:v>
                </c:pt>
                <c:pt idx="16">
                  <c:v>75.07</c:v>
                </c:pt>
                <c:pt idx="17">
                  <c:v>76.74</c:v>
                </c:pt>
                <c:pt idx="18">
                  <c:v>81.96</c:v>
                </c:pt>
                <c:pt idx="19">
                  <c:v>84.75</c:v>
                </c:pt>
              </c:numCache>
            </c:numRef>
          </c:val>
        </c:ser>
        <c:ser>
          <c:idx val="1"/>
          <c:order val="1"/>
          <c:tx>
            <c:strRef>
              <c:f>Sheet1!$C$1</c:f>
              <c:strCache>
                <c:ptCount val="1"/>
                <c:pt idx="0">
                  <c:v>Advanced economies</c:v>
                </c:pt>
              </c:strCache>
            </c:strRef>
          </c:tx>
          <c:spPr>
            <a:solidFill>
              <a:srgbClr val="0F283E"/>
            </a:solidFill>
            <a:ln>
              <a:solidFill>
                <a:srgbClr val="0F283E"/>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5"/>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0"/>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5"/>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Lbl>
              <c:idx val="1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0"/>
              <c:showCatName val="0"/>
              <c:showSerName val="0"/>
              <c:showPercent val="0"/>
              <c:showBubbleSize val="0"/>
              <c:extLst/>
            </c:dLbl>
            <c:delete val="1"/>
            <c:extLst/>
          </c:dLbls>
          <c:cat>
            <c:numRef>
              <c:f>Sheet1!$A$2:$A$21</c:f>
              <c:numCache>
                <c:formatCode>General</c:formatCode>
                <c:ptCount val="20"/>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numCache>
            </c:numRef>
          </c:cat>
          <c:val>
            <c:numRef>
              <c:f>Sheet1!$C$2:$C$21</c:f>
              <c:numCache>
                <c:ptCount val="20"/>
                <c:pt idx="0">
                  <c:v>76.71</c:v>
                </c:pt>
                <c:pt idx="1">
                  <c:v>81.69</c:v>
                </c:pt>
                <c:pt idx="2">
                  <c:v>90.51</c:v>
                </c:pt>
                <c:pt idx="3">
                  <c:v>100.43</c:v>
                </c:pt>
                <c:pt idx="4">
                  <c:v>102.91</c:v>
                </c:pt>
                <c:pt idx="5">
                  <c:v>106.57</c:v>
                </c:pt>
                <c:pt idx="6">
                  <c:v>114.52</c:v>
                </c:pt>
                <c:pt idx="7">
                  <c:v>117.49</c:v>
                </c:pt>
                <c:pt idx="8">
                  <c:v>116.59</c:v>
                </c:pt>
                <c:pt idx="9">
                  <c:v>117.96</c:v>
                </c:pt>
                <c:pt idx="10">
                  <c:v>112.6</c:v>
                </c:pt>
                <c:pt idx="11">
                  <c:v>118.48</c:v>
                </c:pt>
                <c:pt idx="12">
                  <c:v>122.12</c:v>
                </c:pt>
                <c:pt idx="13">
                  <c:v>126.93</c:v>
                </c:pt>
                <c:pt idx="14">
                  <c:v>130.77</c:v>
                </c:pt>
                <c:pt idx="15">
                  <c:v>144.2</c:v>
                </c:pt>
                <c:pt idx="16">
                  <c:v>153.18</c:v>
                </c:pt>
                <c:pt idx="17">
                  <c:v>145.84</c:v>
                </c:pt>
                <c:pt idx="18">
                  <c:v>152.88</c:v>
                </c:pt>
                <c:pt idx="19">
                  <c:v>151.55</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Total credit in trillion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France</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Sheet1!$A$2:$A$25</c:f>
              <c:numCache>
                <c:formatCode>General</c:formatCod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Sheet1!$B$2:$B$25</c:f>
              <c:numCache>
                <c:ptCount val="24"/>
                <c:pt idx="0">
                  <c:v>0.583</c:v>
                </c:pt>
                <c:pt idx="1">
                  <c:v>0.603</c:v>
                </c:pt>
                <c:pt idx="2">
                  <c:v>0.644</c:v>
                </c:pt>
                <c:pt idx="3">
                  <c:v>0.659</c:v>
                </c:pt>
                <c:pt idx="4">
                  <c:v>0.674</c:v>
                </c:pt>
                <c:pt idx="5">
                  <c:v>0.646</c:v>
                </c:pt>
                <c:pt idx="6">
                  <c:v>0.645</c:v>
                </c:pt>
                <c:pt idx="7">
                  <c:v>0.688</c:v>
                </c:pt>
                <c:pt idx="8">
                  <c:v>0.83</c:v>
                </c:pt>
                <c:pt idx="9">
                  <c:v>0.853</c:v>
                </c:pt>
                <c:pt idx="10">
                  <c:v>0.878</c:v>
                </c:pt>
                <c:pt idx="11">
                  <c:v>0.906</c:v>
                </c:pt>
                <c:pt idx="12">
                  <c:v>0.934</c:v>
                </c:pt>
                <c:pt idx="13">
                  <c:v>0.949</c:v>
                </c:pt>
                <c:pt idx="14">
                  <c:v>0.956</c:v>
                </c:pt>
                <c:pt idx="15">
                  <c:v>0.98</c:v>
                </c:pt>
                <c:pt idx="16">
                  <c:v>0.981</c:v>
                </c:pt>
                <c:pt idx="17">
                  <c:v>0.978</c:v>
                </c:pt>
                <c:pt idx="18">
                  <c:v>0.974</c:v>
                </c:pt>
                <c:pt idx="19">
                  <c:v>1.147</c:v>
                </c:pt>
                <c:pt idx="20">
                  <c:v>1.13</c:v>
                </c:pt>
                <c:pt idx="21">
                  <c:v>1.118</c:v>
                </c:pt>
                <c:pt idx="22">
                  <c:v>1.106</c:v>
                </c:pt>
                <c:pt idx="23">
                  <c:v>1.116</c:v>
                </c:pt>
              </c:numCache>
            </c:numRef>
          </c:val>
          <c:smooth val="0"/>
        </c:ser>
        <c:ser>
          <c:idx val="1"/>
          <c:order val="1"/>
          <c:tx>
            <c:strRef>
              <c:f>Sheet1!$C$1</c:f>
              <c:strCache>
                <c:ptCount val="1"/>
                <c:pt idx="0">
                  <c:v>Germany</c:v>
                </c:pt>
              </c:strCache>
            </c:strRef>
          </c:tx>
          <c:spPr>
            <a:ln>
              <a:solidFill>
                <a:srgbClr val="0F283E"/>
              </a:solidFill>
            </a:ln>
          </c:spPr>
          <c:marker>
            <c:symbol val="circle"/>
            <c:spPr>
              <a:solidFill>
                <a:srgbClr val="0F283E"/>
              </a:solidFill>
              <a:ln>
                <a:solidFill>
                  <a:srgbClr val="0F283E"/>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Sheet1!$A$2:$A$25</c:f>
              <c:numCache>
                <c:formatCode>General</c:formatCod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Sheet1!$C$2:$C$25</c:f>
              <c:numCache>
                <c:ptCount val="24"/>
                <c:pt idx="0">
                  <c:v>0.582</c:v>
                </c:pt>
                <c:pt idx="1">
                  <c:v>0.599</c:v>
                </c:pt>
                <c:pt idx="2">
                  <c:v>0.635</c:v>
                </c:pt>
                <c:pt idx="3">
                  <c:v>0.652</c:v>
                </c:pt>
                <c:pt idx="4">
                  <c:v>0.675</c:v>
                </c:pt>
                <c:pt idx="5">
                  <c:v>0.669</c:v>
                </c:pt>
                <c:pt idx="6">
                  <c:v>0.642</c:v>
                </c:pt>
                <c:pt idx="7">
                  <c:v>0.657</c:v>
                </c:pt>
                <c:pt idx="8">
                  <c:v>0.732</c:v>
                </c:pt>
                <c:pt idx="9">
                  <c:v>0.82</c:v>
                </c:pt>
                <c:pt idx="10">
                  <c:v>0.794</c:v>
                </c:pt>
                <c:pt idx="11">
                  <c:v>0.807</c:v>
                </c:pt>
                <c:pt idx="12">
                  <c:v>0.783</c:v>
                </c:pt>
                <c:pt idx="13">
                  <c:v>0.753</c:v>
                </c:pt>
                <c:pt idx="14">
                  <c:v>0.719</c:v>
                </c:pt>
                <c:pt idx="15">
                  <c:v>0.69</c:v>
                </c:pt>
                <c:pt idx="16">
                  <c:v>0.652</c:v>
                </c:pt>
                <c:pt idx="17">
                  <c:v>0.619</c:v>
                </c:pt>
                <c:pt idx="18">
                  <c:v>0.596</c:v>
                </c:pt>
                <c:pt idx="19">
                  <c:v>0.688</c:v>
                </c:pt>
                <c:pt idx="20">
                  <c:v>0.69</c:v>
                </c:pt>
                <c:pt idx="21">
                  <c:v>0.661</c:v>
                </c:pt>
                <c:pt idx="22">
                  <c:v>0.643</c:v>
                </c:pt>
                <c:pt idx="23">
                  <c:v>0.637</c:v>
                </c:pt>
              </c:numCache>
            </c:numRef>
          </c:val>
          <c:smooth val="0"/>
        </c:ser>
        <c:ser>
          <c:idx val="2"/>
          <c:order val="2"/>
          <c:tx>
            <c:strRef>
              <c:f>Sheet1!$D$1</c:f>
              <c:strCache>
                <c:ptCount val="1"/>
                <c:pt idx="0">
                  <c:v>Japan</c:v>
                </c:pt>
              </c:strCache>
            </c:strRef>
          </c:tx>
          <c:spPr>
            <a:ln>
              <a:solidFill>
                <a:srgbClr val="BABABA"/>
              </a:solidFill>
            </a:ln>
          </c:spPr>
          <c:marker>
            <c:symbol val="circle"/>
            <c:spPr>
              <a:solidFill>
                <a:srgbClr val="BABABA"/>
              </a:solidFill>
              <a:ln>
                <a:solidFill>
                  <a:srgbClr val="BABABA"/>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Sheet1!$A$2:$A$25</c:f>
              <c:numCache>
                <c:formatCode>General</c:formatCod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Sheet1!$D$2:$D$25</c:f>
              <c:numCache>
                <c:ptCount val="24"/>
                <c:pt idx="0">
                  <c:v>1.451</c:v>
                </c:pt>
                <c:pt idx="1">
                  <c:v>1.541</c:v>
                </c:pt>
                <c:pt idx="2">
                  <c:v>1.6</c:v>
                </c:pt>
                <c:pt idx="3">
                  <c:v>1.695</c:v>
                </c:pt>
                <c:pt idx="4">
                  <c:v>1.746</c:v>
                </c:pt>
                <c:pt idx="5">
                  <c:v>1.741</c:v>
                </c:pt>
                <c:pt idx="6">
                  <c:v>1.73</c:v>
                </c:pt>
                <c:pt idx="7">
                  <c:v>1.809</c:v>
                </c:pt>
                <c:pt idx="8">
                  <c:v>1.988</c:v>
                </c:pt>
                <c:pt idx="9">
                  <c:v>2.059</c:v>
                </c:pt>
                <c:pt idx="10">
                  <c:v>2.192</c:v>
                </c:pt>
                <c:pt idx="11">
                  <c:v>2.261</c:v>
                </c:pt>
                <c:pt idx="12">
                  <c:v>2.295</c:v>
                </c:pt>
                <c:pt idx="13">
                  <c:v>2.333</c:v>
                </c:pt>
                <c:pt idx="14">
                  <c:v>2.283</c:v>
                </c:pt>
                <c:pt idx="15">
                  <c:v>2.324</c:v>
                </c:pt>
                <c:pt idx="16">
                  <c:v>2.313</c:v>
                </c:pt>
                <c:pt idx="17">
                  <c:v>2.324</c:v>
                </c:pt>
                <c:pt idx="18">
                  <c:v>2.364</c:v>
                </c:pt>
                <c:pt idx="19">
                  <c:v>2.583</c:v>
                </c:pt>
                <c:pt idx="20">
                  <c:v>2.539</c:v>
                </c:pt>
                <c:pt idx="21">
                  <c:v>2.572</c:v>
                </c:pt>
                <c:pt idx="22">
                  <c:v>2.524</c:v>
                </c:pt>
                <c:pt idx="23">
                  <c:v>2.546</c:v>
                </c:pt>
              </c:numCache>
            </c:numRef>
          </c:val>
          <c:smooth val="0"/>
        </c:ser>
        <c:ser>
          <c:idx val="3"/>
          <c:order val="3"/>
          <c:tx>
            <c:strRef>
              <c:f>Sheet1!$E$1</c:f>
              <c:strCache>
                <c:ptCount val="1"/>
                <c:pt idx="0">
                  <c:v>United Kingdom</c:v>
                </c:pt>
              </c:strCache>
            </c:strRef>
          </c:tx>
          <c:spPr>
            <a:ln>
              <a:solidFill>
                <a:srgbClr val="A60B0B"/>
              </a:solidFill>
            </a:ln>
          </c:spPr>
          <c:marker>
            <c:symbol val="circle"/>
            <c:spPr>
              <a:solidFill>
                <a:srgbClr val="A60B0B"/>
              </a:solidFill>
              <a:ln>
                <a:solidFill>
                  <a:srgbClr val="A60B0B"/>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Sheet1!$A$2:$A$25</c:f>
              <c:numCache>
                <c:formatCode>General</c:formatCod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Sheet1!$E$2:$E$25</c:f>
              <c:numCache>
                <c:ptCount val="24"/>
                <c:pt idx="0">
                  <c:v>0.35</c:v>
                </c:pt>
                <c:pt idx="1">
                  <c:v>0.354</c:v>
                </c:pt>
                <c:pt idx="2">
                  <c:v>0.368</c:v>
                </c:pt>
                <c:pt idx="3">
                  <c:v>0.398</c:v>
                </c:pt>
                <c:pt idx="4">
                  <c:v>0.41</c:v>
                </c:pt>
                <c:pt idx="5">
                  <c:v>0.421</c:v>
                </c:pt>
                <c:pt idx="6">
                  <c:v>0.432</c:v>
                </c:pt>
                <c:pt idx="7">
                  <c:v>0.508</c:v>
                </c:pt>
                <c:pt idx="8">
                  <c:v>0.649</c:v>
                </c:pt>
                <c:pt idx="9">
                  <c:v>0.759</c:v>
                </c:pt>
                <c:pt idx="10">
                  <c:v>0.814</c:v>
                </c:pt>
                <c:pt idx="11">
                  <c:v>0.845</c:v>
                </c:pt>
                <c:pt idx="12">
                  <c:v>0.853</c:v>
                </c:pt>
                <c:pt idx="13">
                  <c:v>0.871</c:v>
                </c:pt>
                <c:pt idx="14">
                  <c:v>0.879</c:v>
                </c:pt>
                <c:pt idx="15">
                  <c:v>0.878</c:v>
                </c:pt>
                <c:pt idx="16">
                  <c:v>0.867</c:v>
                </c:pt>
                <c:pt idx="17">
                  <c:v>0.863</c:v>
                </c:pt>
                <c:pt idx="18">
                  <c:v>0.857</c:v>
                </c:pt>
                <c:pt idx="19">
                  <c:v>1.058</c:v>
                </c:pt>
                <c:pt idx="20">
                  <c:v>1.052</c:v>
                </c:pt>
                <c:pt idx="21">
                  <c:v>1.004</c:v>
                </c:pt>
                <c:pt idx="22">
                  <c:v>1.011</c:v>
                </c:pt>
                <c:pt idx="23">
                  <c:v>1.043</c:v>
                </c:pt>
              </c:numCache>
            </c:numRef>
          </c:val>
          <c:smooth val="0"/>
        </c:ser>
        <c:ser>
          <c:idx val="4"/>
          <c:order val="4"/>
          <c:tx>
            <c:strRef>
              <c:f>Sheet1!$F$1</c:f>
              <c:strCache>
                <c:ptCount val="1"/>
                <c:pt idx="0">
                  <c:v>United States</c:v>
                </c:pt>
              </c:strCache>
            </c:strRef>
          </c:tx>
          <c:spPr>
            <a:ln>
              <a:solidFill>
                <a:srgbClr val="87BC24"/>
              </a:solidFill>
            </a:ln>
          </c:spPr>
          <c:marker>
            <c:symbol val="circle"/>
            <c:spPr>
              <a:solidFill>
                <a:srgbClr val="87BC24"/>
              </a:solidFill>
              <a:ln>
                <a:solidFill>
                  <a:srgbClr val="87BC24"/>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Sheet1!$A$2:$A$25</c:f>
              <c:numCache>
                <c:formatCode>General</c:formatCod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Sheet1!$F$2:$F$25</c:f>
              <c:numCache>
                <c:ptCount val="24"/>
                <c:pt idx="0">
                  <c:v>0.531</c:v>
                </c:pt>
                <c:pt idx="1">
                  <c:v>0.555</c:v>
                </c:pt>
                <c:pt idx="2">
                  <c:v>0.586</c:v>
                </c:pt>
                <c:pt idx="3">
                  <c:v>0.661</c:v>
                </c:pt>
                <c:pt idx="4">
                  <c:v>0.654</c:v>
                </c:pt>
                <c:pt idx="5">
                  <c:v>0.642</c:v>
                </c:pt>
                <c:pt idx="6">
                  <c:v>0.646</c:v>
                </c:pt>
                <c:pt idx="7">
                  <c:v>0.734</c:v>
                </c:pt>
                <c:pt idx="8">
                  <c:v>0.866</c:v>
                </c:pt>
                <c:pt idx="9">
                  <c:v>0.952</c:v>
                </c:pt>
                <c:pt idx="10">
                  <c:v>0.995</c:v>
                </c:pt>
                <c:pt idx="11">
                  <c:v>1.031</c:v>
                </c:pt>
                <c:pt idx="12">
                  <c:v>1.043</c:v>
                </c:pt>
                <c:pt idx="13">
                  <c:v>1.042</c:v>
                </c:pt>
                <c:pt idx="14">
                  <c:v>1.046</c:v>
                </c:pt>
                <c:pt idx="15">
                  <c:v>1.066</c:v>
                </c:pt>
                <c:pt idx="16">
                  <c:v>1.055</c:v>
                </c:pt>
                <c:pt idx="17">
                  <c:v>1.068</c:v>
                </c:pt>
                <c:pt idx="18">
                  <c:v>1.081</c:v>
                </c:pt>
                <c:pt idx="19">
                  <c:v>1.32</c:v>
                </c:pt>
                <c:pt idx="20">
                  <c:v>1.25</c:v>
                </c:pt>
                <c:pt idx="21">
                  <c:v>1.2</c:v>
                </c:pt>
                <c:pt idx="22">
                  <c:v>1.221</c:v>
                </c:pt>
                <c:pt idx="23">
                  <c:v>1.233</c:v>
                </c:pt>
              </c:numCache>
            </c:numRef>
          </c:val>
          <c:smooth val="0"/>
        </c:ser>
        <c:ser>
          <c:idx val="5"/>
          <c:order val="5"/>
          <c:tx>
            <c:strRef>
              <c:f>Sheet1!$G$1</c:f>
              <c:strCache>
                <c:ptCount val="1"/>
                <c:pt idx="0">
                  <c:v>Advanced economies*</c:v>
                </c:pt>
              </c:strCache>
            </c:strRef>
          </c:tx>
          <c:spPr>
            <a:ln>
              <a:solidFill>
                <a:srgbClr val="EBB523"/>
              </a:solidFill>
            </a:ln>
          </c:spPr>
          <c:marker>
            <c:symbol val="circle"/>
            <c:spPr>
              <a:solidFill>
                <a:srgbClr val="EBB523"/>
              </a:solidFill>
              <a:ln>
                <a:solidFill>
                  <a:srgbClr val="EBB523"/>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Sheet1!$A$2:$A$25</c:f>
              <c:numCache>
                <c:formatCode>General</c:formatCod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Sheet1!$G$2:$G$25</c:f>
              <c:numCache>
                <c:ptCount val="24"/>
                <c:pt idx="0">
                  <c:v>0.701</c:v>
                </c:pt>
                <c:pt idx="1">
                  <c:v>0.712</c:v>
                </c:pt>
                <c:pt idx="2">
                  <c:v>0.733</c:v>
                </c:pt>
                <c:pt idx="3">
                  <c:v>0.767</c:v>
                </c:pt>
                <c:pt idx="4">
                  <c:v>0.762</c:v>
                </c:pt>
                <c:pt idx="5">
                  <c:v>0.735</c:v>
                </c:pt>
                <c:pt idx="6">
                  <c:v>0.712</c:v>
                </c:pt>
                <c:pt idx="7">
                  <c:v>0.779</c:v>
                </c:pt>
                <c:pt idx="8">
                  <c:v>0.911</c:v>
                </c:pt>
                <c:pt idx="9">
                  <c:v>0.975</c:v>
                </c:pt>
                <c:pt idx="10">
                  <c:v>1.015</c:v>
                </c:pt>
                <c:pt idx="11">
                  <c:v>1.057</c:v>
                </c:pt>
                <c:pt idx="12">
                  <c:v>1.042</c:v>
                </c:pt>
                <c:pt idx="13">
                  <c:v>1.036</c:v>
                </c:pt>
                <c:pt idx="14">
                  <c:v>1.032</c:v>
                </c:pt>
                <c:pt idx="15">
                  <c:v>1.056</c:v>
                </c:pt>
                <c:pt idx="16">
                  <c:v>1.032</c:v>
                </c:pt>
                <c:pt idx="17">
                  <c:v>1.028</c:v>
                </c:pt>
                <c:pt idx="18">
                  <c:v>1.039</c:v>
                </c:pt>
                <c:pt idx="19">
                  <c:v>1.224</c:v>
                </c:pt>
                <c:pt idx="20">
                  <c:v>1.162</c:v>
                </c:pt>
                <c:pt idx="21">
                  <c:v>1.112</c:v>
                </c:pt>
                <c:pt idx="22">
                  <c:v>1.11</c:v>
                </c:pt>
                <c:pt idx="23">
                  <c:v>1.112</c:v>
                </c:pt>
              </c:numCache>
            </c:numRef>
          </c:val>
          <c:smooth val="0"/>
        </c:ser>
        <c:ser>
          <c:idx val="6"/>
          <c:order val="6"/>
          <c:tx>
            <c:strRef>
              <c:f>Sheet1!$H$1</c:f>
              <c:strCache>
                <c:ptCount val="1"/>
                <c:pt idx="0">
                  <c:v>Euro area</c:v>
                </c:pt>
              </c:strCache>
            </c:strRef>
          </c:tx>
          <c:spPr>
            <a:ln>
              <a:solidFill>
                <a:srgbClr val="5D2B76"/>
              </a:solidFill>
            </a:ln>
          </c:spPr>
          <c:marker>
            <c:symbol val="circle"/>
            <c:spPr>
              <a:solidFill>
                <a:srgbClr val="5D2B76"/>
              </a:solidFill>
              <a:ln>
                <a:solidFill>
                  <a:srgbClr val="5D2B76"/>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Sheet1!$A$2:$A$25</c:f>
              <c:numCache>
                <c:formatCode>General</c:formatCod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numCache>
            </c:numRef>
          </c:cat>
          <c:val>
            <c:numRef>
              <c:f>Sheet1!$H$2:$H$25</c:f>
              <c:numCache>
                <c:ptCount val="24"/>
                <c:pt idx="0">
                  <c:v>0.681</c:v>
                </c:pt>
                <c:pt idx="1">
                  <c:v>0.68</c:v>
                </c:pt>
                <c:pt idx="2">
                  <c:v>0.693</c:v>
                </c:pt>
                <c:pt idx="3">
                  <c:v>0.696</c:v>
                </c:pt>
                <c:pt idx="4">
                  <c:v>0.703</c:v>
                </c:pt>
                <c:pt idx="5">
                  <c:v>0.683</c:v>
                </c:pt>
                <c:pt idx="6">
                  <c:v>0.659</c:v>
                </c:pt>
                <c:pt idx="7">
                  <c:v>0.696</c:v>
                </c:pt>
                <c:pt idx="8">
                  <c:v>0.802</c:v>
                </c:pt>
                <c:pt idx="9">
                  <c:v>0.856</c:v>
                </c:pt>
                <c:pt idx="10">
                  <c:v>0.875</c:v>
                </c:pt>
                <c:pt idx="11">
                  <c:v>0.91</c:v>
                </c:pt>
                <c:pt idx="12">
                  <c:v>0.93</c:v>
                </c:pt>
                <c:pt idx="13">
                  <c:v>0.932</c:v>
                </c:pt>
                <c:pt idx="14">
                  <c:v>0.913</c:v>
                </c:pt>
                <c:pt idx="15">
                  <c:v>0.904</c:v>
                </c:pt>
                <c:pt idx="16">
                  <c:v>0.881</c:v>
                </c:pt>
                <c:pt idx="17">
                  <c:v>0.861</c:v>
                </c:pt>
                <c:pt idx="18">
                  <c:v>0.841</c:v>
                </c:pt>
                <c:pt idx="19">
                  <c:v>0.972</c:v>
                </c:pt>
                <c:pt idx="20">
                  <c:v>0.947</c:v>
                </c:pt>
                <c:pt idx="21">
                  <c:v>0.908</c:v>
                </c:pt>
                <c:pt idx="22">
                  <c:v>0.886</c:v>
                </c:pt>
                <c:pt idx="23">
                  <c:v>0.887</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Gross government debt as a share of GDP</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China</c:v>
                </c:pt>
              </c:strCache>
            </c:strRef>
          </c:tx>
          <c:spPr>
            <a:ln>
              <a:solidFill>
                <a:srgbClr val="2875DD"/>
              </a:solidFill>
            </a:ln>
          </c:spPr>
          <c:marker>
            <c:symbol val="circle"/>
            <c:spPr>
              <a:solidFill>
                <a:srgbClr val="2875DD"/>
              </a:solidFill>
              <a:ln>
                <a:solidFill>
                  <a:srgbClr val="2875DD"/>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Sheet1!$A$2:$A$25</c:f>
              <c:strCach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strCache>
            </c:strRef>
          </c:cat>
          <c:val>
            <c:numRef>
              <c:f>Sheet1!$B$2:$B$25</c:f>
              <c:numCache>
                <c:ptCount val="24"/>
                <c:pt idx="0">
                  <c:v>0.246</c:v>
                </c:pt>
                <c:pt idx="1">
                  <c:v>0.259</c:v>
                </c:pt>
                <c:pt idx="2">
                  <c:v>0.268</c:v>
                </c:pt>
                <c:pt idx="3">
                  <c:v>0.264</c:v>
                </c:pt>
                <c:pt idx="4">
                  <c:v>0.263</c:v>
                </c:pt>
                <c:pt idx="5">
                  <c:v>0.256</c:v>
                </c:pt>
                <c:pt idx="6">
                  <c:v>0.292</c:v>
                </c:pt>
                <c:pt idx="7">
                  <c:v>0.272</c:v>
                </c:pt>
                <c:pt idx="8">
                  <c:v>0.346</c:v>
                </c:pt>
                <c:pt idx="9">
                  <c:v>0.339</c:v>
                </c:pt>
                <c:pt idx="10">
                  <c:v>0.338</c:v>
                </c:pt>
                <c:pt idx="11">
                  <c:v>0.344</c:v>
                </c:pt>
                <c:pt idx="12">
                  <c:v>0.37</c:v>
                </c:pt>
                <c:pt idx="13">
                  <c:v>0.4</c:v>
                </c:pt>
                <c:pt idx="14">
                  <c:v>0.415</c:v>
                </c:pt>
                <c:pt idx="15">
                  <c:v>0.507</c:v>
                </c:pt>
                <c:pt idx="16">
                  <c:v>0.55</c:v>
                </c:pt>
                <c:pt idx="17">
                  <c:v>0.567</c:v>
                </c:pt>
                <c:pt idx="18">
                  <c:v>0.604</c:v>
                </c:pt>
                <c:pt idx="19">
                  <c:v>0.701</c:v>
                </c:pt>
                <c:pt idx="20">
                  <c:v>0.718</c:v>
                </c:pt>
                <c:pt idx="21">
                  <c:v>0.771</c:v>
                </c:pt>
                <c:pt idx="22">
                  <c:v>0.836</c:v>
                </c:pt>
                <c:pt idx="23">
                  <c:v>0.886</c:v>
                </c:pt>
              </c:numCache>
            </c:numRef>
          </c:val>
          <c:smooth val="0"/>
        </c:ser>
        <c:ser>
          <c:idx val="1"/>
          <c:order val="1"/>
          <c:tx>
            <c:strRef>
              <c:f>Sheet1!$C$1</c:f>
              <c:strCache>
                <c:ptCount val="1"/>
                <c:pt idx="0">
                  <c:v>India</c:v>
                </c:pt>
              </c:strCache>
            </c:strRef>
          </c:tx>
          <c:spPr>
            <a:ln>
              <a:solidFill>
                <a:srgbClr val="0F283E"/>
              </a:solidFill>
            </a:ln>
          </c:spPr>
          <c:marker>
            <c:symbol val="circle"/>
            <c:spPr>
              <a:solidFill>
                <a:srgbClr val="0F283E"/>
              </a:solidFill>
              <a:ln>
                <a:solidFill>
                  <a:srgbClr val="0F283E"/>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Sheet1!$A$2:$A$25</c:f>
              <c:strCach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strCache>
            </c:strRef>
          </c:cat>
          <c:val>
            <c:numRef>
              <c:f>Sheet1!$C$2:$C$25</c:f>
              <c:numCache>
                <c:ptCount val="24"/>
                <c:pt idx="0">
                  <c:v>0.801</c:v>
                </c:pt>
                <c:pt idx="1">
                  <c:v>0.843</c:v>
                </c:pt>
                <c:pt idx="2">
                  <c:v>0.859</c:v>
                </c:pt>
                <c:pt idx="3">
                  <c:v>0.849</c:v>
                </c:pt>
                <c:pt idx="4">
                  <c:v>0.824</c:v>
                </c:pt>
                <c:pt idx="5">
                  <c:v>0.779</c:v>
                </c:pt>
                <c:pt idx="6">
                  <c:v>0.755</c:v>
                </c:pt>
                <c:pt idx="7">
                  <c:v>0.744</c:v>
                </c:pt>
                <c:pt idx="8">
                  <c:v>0.728</c:v>
                </c:pt>
                <c:pt idx="9">
                  <c:v>0.677</c:v>
                </c:pt>
                <c:pt idx="10">
                  <c:v>0.686</c:v>
                </c:pt>
                <c:pt idx="11">
                  <c:v>0.68</c:v>
                </c:pt>
                <c:pt idx="12">
                  <c:v>0.677</c:v>
                </c:pt>
                <c:pt idx="13">
                  <c:v>0.671</c:v>
                </c:pt>
                <c:pt idx="14">
                  <c:v>0.69</c:v>
                </c:pt>
                <c:pt idx="15">
                  <c:v>0.689</c:v>
                </c:pt>
                <c:pt idx="16">
                  <c:v>0.697</c:v>
                </c:pt>
                <c:pt idx="17">
                  <c:v>0.704</c:v>
                </c:pt>
                <c:pt idx="18">
                  <c:v>0.75</c:v>
                </c:pt>
                <c:pt idx="19">
                  <c:v>0.884</c:v>
                </c:pt>
                <c:pt idx="20">
                  <c:v>0.835</c:v>
                </c:pt>
                <c:pt idx="21">
                  <c:v>0.817</c:v>
                </c:pt>
                <c:pt idx="22">
                  <c:v>0.827</c:v>
                </c:pt>
                <c:pt idx="23">
                  <c:v>0.825</c:v>
                </c:pt>
              </c:numCache>
            </c:numRef>
          </c:val>
          <c:smooth val="0"/>
        </c:ser>
        <c:ser>
          <c:idx val="2"/>
          <c:order val="2"/>
          <c:tx>
            <c:strRef>
              <c:f>Sheet1!$D$1</c:f>
              <c:strCache>
                <c:ptCount val="1"/>
                <c:pt idx="0">
                  <c:v>Russia</c:v>
                </c:pt>
              </c:strCache>
            </c:strRef>
          </c:tx>
          <c:spPr>
            <a:ln>
              <a:solidFill>
                <a:srgbClr val="BABABA"/>
              </a:solidFill>
            </a:ln>
          </c:spPr>
          <c:marker>
            <c:symbol val="circle"/>
            <c:spPr>
              <a:solidFill>
                <a:srgbClr val="BABABA"/>
              </a:solidFill>
              <a:ln>
                <a:solidFill>
                  <a:srgbClr val="BABABA"/>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Sheet1!$A$2:$A$25</c:f>
              <c:strCach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strCache>
            </c:strRef>
          </c:cat>
          <c:val>
            <c:numRef>
              <c:f>Sheet1!$D$2:$D$25</c:f>
              <c:numCache>
                <c:ptCount val="24"/>
                <c:pt idx="0">
                  <c:v>0.444</c:v>
                </c:pt>
                <c:pt idx="1">
                  <c:v>0.376</c:v>
                </c:pt>
                <c:pt idx="2">
                  <c:v>0.283</c:v>
                </c:pt>
                <c:pt idx="3">
                  <c:v>0.208</c:v>
                </c:pt>
                <c:pt idx="4">
                  <c:v>0.149</c:v>
                </c:pt>
                <c:pt idx="5">
                  <c:v>0.098</c:v>
                </c:pt>
                <c:pt idx="6">
                  <c:v>0.08</c:v>
                </c:pt>
                <c:pt idx="7">
                  <c:v>0.074</c:v>
                </c:pt>
                <c:pt idx="8">
                  <c:v>0.099</c:v>
                </c:pt>
                <c:pt idx="9">
                  <c:v>0.101</c:v>
                </c:pt>
                <c:pt idx="10">
                  <c:v>0.103</c:v>
                </c:pt>
                <c:pt idx="11">
                  <c:v>0.112</c:v>
                </c:pt>
                <c:pt idx="12">
                  <c:v>0.123</c:v>
                </c:pt>
                <c:pt idx="13">
                  <c:v>0.151</c:v>
                </c:pt>
                <c:pt idx="14">
                  <c:v>0.153</c:v>
                </c:pt>
                <c:pt idx="15">
                  <c:v>0.148</c:v>
                </c:pt>
                <c:pt idx="16">
                  <c:v>0.143</c:v>
                </c:pt>
                <c:pt idx="17">
                  <c:v>0.136</c:v>
                </c:pt>
                <c:pt idx="18">
                  <c:v>0.137</c:v>
                </c:pt>
                <c:pt idx="19">
                  <c:v>0.192</c:v>
                </c:pt>
                <c:pt idx="20">
                  <c:v>0.164</c:v>
                </c:pt>
                <c:pt idx="21">
                  <c:v>0.185</c:v>
                </c:pt>
                <c:pt idx="22">
                  <c:v>0.197</c:v>
                </c:pt>
                <c:pt idx="23">
                  <c:v>0.208</c:v>
                </c:pt>
              </c:numCache>
            </c:numRef>
          </c:val>
          <c:smooth val="0"/>
        </c:ser>
        <c:ser>
          <c:idx val="3"/>
          <c:order val="3"/>
          <c:tx>
            <c:strRef>
              <c:f>Sheet1!$E$1</c:f>
              <c:strCache>
                <c:ptCount val="1"/>
                <c:pt idx="0">
                  <c:v>Emerging market and developing economies*</c:v>
                </c:pt>
              </c:strCache>
            </c:strRef>
          </c:tx>
          <c:spPr>
            <a:ln>
              <a:solidFill>
                <a:srgbClr val="A60B0B"/>
              </a:solidFill>
            </a:ln>
          </c:spPr>
          <c:marker>
            <c:symbol val="circle"/>
            <c:spPr>
              <a:solidFill>
                <a:srgbClr val="A60B0B"/>
              </a:solidFill>
              <a:ln>
                <a:solidFill>
                  <a:srgbClr val="A60B0B"/>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Sheet1!$A$2:$A$25</c:f>
              <c:strCach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strCache>
            </c:strRef>
          </c:cat>
          <c:val>
            <c:numRef>
              <c:f>Sheet1!$E$2:$E$25</c:f>
              <c:numCache>
                <c:ptCount val="24"/>
                <c:pt idx="0">
                  <c:v>0.48</c:v>
                </c:pt>
                <c:pt idx="1">
                  <c:v>0.511</c:v>
                </c:pt>
                <c:pt idx="2">
                  <c:v>0.493</c:v>
                </c:pt>
                <c:pt idx="3">
                  <c:v>0.464</c:v>
                </c:pt>
                <c:pt idx="4">
                  <c:v>0.415</c:v>
                </c:pt>
                <c:pt idx="5">
                  <c:v>0.37</c:v>
                </c:pt>
                <c:pt idx="6">
                  <c:v>0.356</c:v>
                </c:pt>
                <c:pt idx="7">
                  <c:v>0.334</c:v>
                </c:pt>
                <c:pt idx="8">
                  <c:v>0.385</c:v>
                </c:pt>
                <c:pt idx="9">
                  <c:v>0.374</c:v>
                </c:pt>
                <c:pt idx="10">
                  <c:v>0.367</c:v>
                </c:pt>
                <c:pt idx="11">
                  <c:v>0.367</c:v>
                </c:pt>
                <c:pt idx="12">
                  <c:v>0.379</c:v>
                </c:pt>
                <c:pt idx="13">
                  <c:v>0.398</c:v>
                </c:pt>
                <c:pt idx="14">
                  <c:v>0.437</c:v>
                </c:pt>
                <c:pt idx="15">
                  <c:v>0.491</c:v>
                </c:pt>
                <c:pt idx="16">
                  <c:v>0.512</c:v>
                </c:pt>
                <c:pt idx="17">
                  <c:v>0.525</c:v>
                </c:pt>
                <c:pt idx="18">
                  <c:v>0.55</c:v>
                </c:pt>
                <c:pt idx="19">
                  <c:v>0.646</c:v>
                </c:pt>
                <c:pt idx="20">
                  <c:v>0.639</c:v>
                </c:pt>
                <c:pt idx="21">
                  <c:v>0.64</c:v>
                </c:pt>
                <c:pt idx="22">
                  <c:v>0.68</c:v>
                </c:pt>
                <c:pt idx="23">
                  <c:v>0.694</c:v>
                </c:pt>
              </c:numCache>
            </c:numRef>
          </c:val>
          <c:smooth val="0"/>
        </c:ser>
        <c:ser>
          <c:idx val="4"/>
          <c:order val="4"/>
          <c:tx>
            <c:strRef>
              <c:f>Sheet1!$F$1</c:f>
              <c:strCache>
                <c:ptCount val="1"/>
                <c:pt idx="0">
                  <c:v>Brazil</c:v>
                </c:pt>
              </c:strCache>
            </c:strRef>
          </c:tx>
          <c:spPr>
            <a:ln>
              <a:solidFill>
                <a:srgbClr val="87BC24"/>
              </a:solidFill>
            </a:ln>
          </c:spPr>
          <c:marker>
            <c:symbol val="circle"/>
            <c:spPr>
              <a:solidFill>
                <a:srgbClr val="87BC24"/>
              </a:solidFill>
              <a:ln>
                <a:solidFill>
                  <a:srgbClr val="87BC24"/>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Sheet1!$A$2:$A$25</c:f>
              <c:strCach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strCache>
            </c:strRef>
          </c:cat>
          <c:val>
            <c:numRef>
              <c:f>Sheet1!$F$2:$F$25</c:f>
              <c:numCache>
                <c:ptCount val="24"/>
                <c:pt idx="0">
                  <c:v>0.673</c:v>
                </c:pt>
                <c:pt idx="1">
                  <c:v>0.761</c:v>
                </c:pt>
                <c:pt idx="2">
                  <c:v>0.715</c:v>
                </c:pt>
                <c:pt idx="3">
                  <c:v>0.68</c:v>
                </c:pt>
                <c:pt idx="4">
                  <c:v>0.67</c:v>
                </c:pt>
                <c:pt idx="5">
                  <c:v>0.646</c:v>
                </c:pt>
                <c:pt idx="6">
                  <c:v>0.63</c:v>
                </c:pt>
                <c:pt idx="7">
                  <c:v>0.614</c:v>
                </c:pt>
                <c:pt idx="8">
                  <c:v>0.647</c:v>
                </c:pt>
                <c:pt idx="9">
                  <c:v>0.624</c:v>
                </c:pt>
                <c:pt idx="10">
                  <c:v>0.606</c:v>
                </c:pt>
                <c:pt idx="11">
                  <c:v>0.616</c:v>
                </c:pt>
                <c:pt idx="12">
                  <c:v>0.596</c:v>
                </c:pt>
                <c:pt idx="13">
                  <c:v>0.616</c:v>
                </c:pt>
                <c:pt idx="14">
                  <c:v>0.717</c:v>
                </c:pt>
                <c:pt idx="15">
                  <c:v>0.774</c:v>
                </c:pt>
                <c:pt idx="16">
                  <c:v>0.827</c:v>
                </c:pt>
                <c:pt idx="17">
                  <c:v>0.848</c:v>
                </c:pt>
                <c:pt idx="18">
                  <c:v>0.871</c:v>
                </c:pt>
                <c:pt idx="19">
                  <c:v>0.96</c:v>
                </c:pt>
                <c:pt idx="20">
                  <c:v>0.889</c:v>
                </c:pt>
                <c:pt idx="21">
                  <c:v>0.839</c:v>
                </c:pt>
                <c:pt idx="22">
                  <c:v>0.847</c:v>
                </c:pt>
                <c:pt idx="23">
                  <c:v>0.867</c:v>
                </c:pt>
              </c:numCache>
            </c:numRef>
          </c:val>
          <c:smooth val="0"/>
        </c:ser>
        <c:ser>
          <c:idx val="5"/>
          <c:order val="5"/>
          <c:tx>
            <c:strRef>
              <c:f>Sheet1!$G$1</c:f>
              <c:strCache>
                <c:ptCount val="1"/>
                <c:pt idx="0">
                  <c:v>South Africa</c:v>
                </c:pt>
              </c:strCache>
            </c:strRef>
          </c:tx>
          <c:spPr>
            <a:ln>
              <a:solidFill>
                <a:srgbClr val="EBB523"/>
              </a:solidFill>
            </a:ln>
          </c:spPr>
          <c:marker>
            <c:symbol val="circle"/>
            <c:spPr>
              <a:solidFill>
                <a:srgbClr val="EBB523"/>
              </a:solidFill>
              <a:ln>
                <a:solidFill>
                  <a:srgbClr val="EBB523"/>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Sheet1!$A$2:$A$25</c:f>
              <c:strCache>
                <c:ptCount val="24"/>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pt idx="23">
                  <c:v>2024**</c:v>
                </c:pt>
              </c:strCache>
            </c:strRef>
          </c:cat>
          <c:val>
            <c:numRef>
              <c:f>Sheet1!$G$2:$G$25</c:f>
              <c:numCache>
                <c:ptCount val="24"/>
                <c:pt idx="0">
                  <c:v>0.38</c:v>
                </c:pt>
                <c:pt idx="1">
                  <c:v>0.318</c:v>
                </c:pt>
                <c:pt idx="2">
                  <c:v>0.315</c:v>
                </c:pt>
                <c:pt idx="3">
                  <c:v>0.307</c:v>
                </c:pt>
                <c:pt idx="4">
                  <c:v>0.296</c:v>
                </c:pt>
                <c:pt idx="5">
                  <c:v>0.28</c:v>
                </c:pt>
                <c:pt idx="6">
                  <c:v>0.243</c:v>
                </c:pt>
                <c:pt idx="7">
                  <c:v>0.24</c:v>
                </c:pt>
                <c:pt idx="8">
                  <c:v>0.27</c:v>
                </c:pt>
                <c:pt idx="9">
                  <c:v>0.312</c:v>
                </c:pt>
                <c:pt idx="10">
                  <c:v>0.347</c:v>
                </c:pt>
                <c:pt idx="11">
                  <c:v>0.374</c:v>
                </c:pt>
                <c:pt idx="12">
                  <c:v>0.404</c:v>
                </c:pt>
                <c:pt idx="13">
                  <c:v>0.433</c:v>
                </c:pt>
                <c:pt idx="14">
                  <c:v>0.452</c:v>
                </c:pt>
                <c:pt idx="15">
                  <c:v>0.471</c:v>
                </c:pt>
                <c:pt idx="16">
                  <c:v>0.486</c:v>
                </c:pt>
                <c:pt idx="17">
                  <c:v>0.515</c:v>
                </c:pt>
                <c:pt idx="18">
                  <c:v>0.561</c:v>
                </c:pt>
                <c:pt idx="19">
                  <c:v>0.689</c:v>
                </c:pt>
                <c:pt idx="20">
                  <c:v>0.688</c:v>
                </c:pt>
                <c:pt idx="21">
                  <c:v>0.711</c:v>
                </c:pt>
                <c:pt idx="22">
                  <c:v>0.739</c:v>
                </c:pt>
                <c:pt idx="23">
                  <c:v>0.754</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Gross government debt as a share of GDP</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Canada</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Sheet1!$B$2:$B$11</c:f>
              <c:numCache>
                <c:ptCount val="10"/>
                <c:pt idx="0">
                  <c:v>1.25</c:v>
                </c:pt>
                <c:pt idx="1">
                  <c:v>1.34</c:v>
                </c:pt>
                <c:pt idx="2">
                  <c:v>1.37</c:v>
                </c:pt>
                <c:pt idx="3">
                  <c:v>1.42</c:v>
                </c:pt>
                <c:pt idx="4">
                  <c:v>1.48</c:v>
                </c:pt>
                <c:pt idx="5">
                  <c:v>1.53</c:v>
                </c:pt>
                <c:pt idx="6">
                  <c:v>1.92</c:v>
                </c:pt>
                <c:pt idx="7">
                  <c:v>2.11</c:v>
                </c:pt>
                <c:pt idx="8">
                  <c:v>2.19</c:v>
                </c:pt>
                <c:pt idx="9">
                  <c:v>2.21</c:v>
                </c:pt>
              </c:numCache>
            </c:numRef>
          </c:val>
          <c:smooth val="0"/>
        </c:ser>
        <c:ser>
          <c:idx val="1"/>
          <c:order val="1"/>
          <c:tx>
            <c:strRef>
              <c:f>Sheet1!$C$1</c:f>
              <c:strCache>
                <c:ptCount val="1"/>
                <c:pt idx="0">
                  <c:v>France</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Sheet1!$C$2:$C$11</c:f>
              <c:numCache>
                <c:ptCount val="10"/>
                <c:pt idx="0">
                  <c:v>2.15</c:v>
                </c:pt>
                <c:pt idx="1">
                  <c:v>2.22</c:v>
                </c:pt>
                <c:pt idx="2">
                  <c:v>2.31</c:v>
                </c:pt>
                <c:pt idx="3">
                  <c:v>2.38</c:v>
                </c:pt>
                <c:pt idx="4">
                  <c:v>2.44</c:v>
                </c:pt>
                <c:pt idx="5">
                  <c:v>2.5</c:v>
                </c:pt>
                <c:pt idx="6">
                  <c:v>2.8</c:v>
                </c:pt>
                <c:pt idx="7">
                  <c:v>2.98</c:v>
                </c:pt>
                <c:pt idx="8">
                  <c:v>3.11</c:v>
                </c:pt>
                <c:pt idx="9">
                  <c:v>3.25</c:v>
                </c:pt>
              </c:numCache>
            </c:numRef>
          </c:val>
          <c:smooth val="0"/>
        </c:ser>
        <c:ser>
          <c:idx val="2"/>
          <c:order val="2"/>
          <c:tx>
            <c:strRef>
              <c:f>Sheet1!$D$1</c:f>
              <c:strCache>
                <c:ptCount val="1"/>
                <c:pt idx="0">
                  <c:v>Germany</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Sheet1!$D$2:$D$11</c:f>
              <c:numCache>
                <c:ptCount val="10"/>
                <c:pt idx="0">
                  <c:v>2.32</c:v>
                </c:pt>
                <c:pt idx="1">
                  <c:v>2.3</c:v>
                </c:pt>
                <c:pt idx="2">
                  <c:v>2.28</c:v>
                </c:pt>
                <c:pt idx="3">
                  <c:v>2.25</c:v>
                </c:pt>
                <c:pt idx="4">
                  <c:v>2.2</c:v>
                </c:pt>
                <c:pt idx="5">
                  <c:v>2.18</c:v>
                </c:pt>
                <c:pt idx="6">
                  <c:v>2.47</c:v>
                </c:pt>
                <c:pt idx="7">
                  <c:v>2.63</c:v>
                </c:pt>
                <c:pt idx="8">
                  <c:v>2.7</c:v>
                </c:pt>
                <c:pt idx="9">
                  <c:v>2.83</c:v>
                </c:pt>
              </c:numCache>
            </c:numRef>
          </c:val>
          <c:smooth val="0"/>
        </c:ser>
        <c:ser>
          <c:idx val="3"/>
          <c:order val="3"/>
          <c:tx>
            <c:strRef>
              <c:f>Sheet1!$E$1</c:f>
              <c:strCache>
                <c:ptCount val="1"/>
                <c:pt idx="0">
                  <c:v>Italy</c:v>
                </c:pt>
              </c:strCache>
            </c:strRef>
          </c:tx>
          <c:spPr>
            <a:ln>
              <a:solidFill>
                <a:srgbClr val="A60B0B"/>
              </a:solidFill>
            </a:ln>
          </c:spPr>
          <c:marker>
            <c:symbol val="circle"/>
            <c:spPr>
              <a:solidFill>
                <a:srgbClr val="A60B0B"/>
              </a:solidFill>
              <a:ln>
                <a:solidFill>
                  <a:srgbClr val="A60B0B"/>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Sheet1!$E$2:$E$11</c:f>
              <c:numCache>
                <c:ptCount val="10"/>
                <c:pt idx="0">
                  <c:v>2.32</c:v>
                </c:pt>
                <c:pt idx="1">
                  <c:v>2.36</c:v>
                </c:pt>
                <c:pt idx="2">
                  <c:v>2.41</c:v>
                </c:pt>
                <c:pt idx="3">
                  <c:v>2.46</c:v>
                </c:pt>
                <c:pt idx="4">
                  <c:v>2.51</c:v>
                </c:pt>
                <c:pt idx="5">
                  <c:v>2.54</c:v>
                </c:pt>
                <c:pt idx="6">
                  <c:v>2.71</c:v>
                </c:pt>
                <c:pt idx="7">
                  <c:v>2.83</c:v>
                </c:pt>
                <c:pt idx="8">
                  <c:v>2.91</c:v>
                </c:pt>
                <c:pt idx="9">
                  <c:v>3.05</c:v>
                </c:pt>
              </c:numCache>
            </c:numRef>
          </c:val>
          <c:smooth val="0"/>
        </c:ser>
        <c:ser>
          <c:idx val="4"/>
          <c:order val="4"/>
          <c:tx>
            <c:strRef>
              <c:f>Sheet1!$F$1</c:f>
              <c:strCache>
                <c:ptCount val="1"/>
                <c:pt idx="0">
                  <c:v>Japan</c:v>
                </c:pt>
              </c:strCache>
            </c:strRef>
          </c:tx>
          <c:spPr>
            <a:ln>
              <a:solidFill>
                <a:srgbClr val="87BC24"/>
              </a:solidFill>
            </a:ln>
          </c:spPr>
          <c:marker>
            <c:symbol val="circle"/>
            <c:spPr>
              <a:solidFill>
                <a:srgbClr val="87BC24"/>
              </a:solidFill>
              <a:ln>
                <a:solidFill>
                  <a:srgbClr val="87BC24"/>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Sheet1!$F$2:$F$11</c:f>
              <c:numCache>
                <c:ptCount val="10"/>
                <c:pt idx="0">
                  <c:v>8.11</c:v>
                </c:pt>
                <c:pt idx="1">
                  <c:v>8.23</c:v>
                </c:pt>
                <c:pt idx="2">
                  <c:v>8.48</c:v>
                </c:pt>
                <c:pt idx="3">
                  <c:v>8.57</c:v>
                </c:pt>
                <c:pt idx="4">
                  <c:v>8.67</c:v>
                </c:pt>
                <c:pt idx="5">
                  <c:v>8.84</c:v>
                </c:pt>
                <c:pt idx="6">
                  <c:v>9.34</c:v>
                </c:pt>
                <c:pt idx="7">
                  <c:v>9.4</c:v>
                </c:pt>
                <c:pt idx="8">
                  <c:v>9.71</c:v>
                </c:pt>
                <c:pt idx="9">
                  <c:v>10.07</c:v>
                </c:pt>
              </c:numCache>
            </c:numRef>
          </c:val>
          <c:smooth val="0"/>
        </c:ser>
        <c:ser>
          <c:idx val="5"/>
          <c:order val="5"/>
          <c:tx>
            <c:strRef>
              <c:f>Sheet1!$G$1</c:f>
              <c:strCache>
                <c:ptCount val="1"/>
                <c:pt idx="0">
                  <c:v>United Kingdom</c:v>
                </c:pt>
              </c:strCache>
            </c:strRef>
          </c:tx>
          <c:spPr>
            <a:ln>
              <a:solidFill>
                <a:srgbClr val="EBB523"/>
              </a:solidFill>
            </a:ln>
          </c:spPr>
          <c:marker>
            <c:symbol val="circle"/>
            <c:spPr>
              <a:solidFill>
                <a:srgbClr val="EBB523"/>
              </a:solidFill>
              <a:ln>
                <a:solidFill>
                  <a:srgbClr val="EBB523"/>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Sheet1!$G$2:$G$11</c:f>
              <c:numCache>
                <c:ptCount val="10"/>
                <c:pt idx="0">
                  <c:v>1.95</c:v>
                </c:pt>
                <c:pt idx="1">
                  <c:v>2.02</c:v>
                </c:pt>
                <c:pt idx="2">
                  <c:v>2.1</c:v>
                </c:pt>
                <c:pt idx="3">
                  <c:v>2.17</c:v>
                </c:pt>
                <c:pt idx="4">
                  <c:v>2.23</c:v>
                </c:pt>
                <c:pt idx="5">
                  <c:v>2.3</c:v>
                </c:pt>
                <c:pt idx="6">
                  <c:v>2.68</c:v>
                </c:pt>
                <c:pt idx="7">
                  <c:v>2.9</c:v>
                </c:pt>
                <c:pt idx="8">
                  <c:v>3.08</c:v>
                </c:pt>
                <c:pt idx="9">
                  <c:v>3.35</c:v>
                </c:pt>
              </c:numCache>
            </c:numRef>
          </c:val>
          <c:smooth val="0"/>
        </c:ser>
        <c:ser>
          <c:idx val="6"/>
          <c:order val="6"/>
          <c:tx>
            <c:strRef>
              <c:f>Sheet1!$H$1</c:f>
              <c:strCache>
                <c:ptCount val="1"/>
                <c:pt idx="0">
                  <c:v>United States</c:v>
                </c:pt>
              </c:strCache>
            </c:strRef>
          </c:tx>
          <c:spPr>
            <a:ln>
              <a:solidFill>
                <a:srgbClr val="5D2B76"/>
              </a:solidFill>
            </a:ln>
          </c:spPr>
          <c:marker>
            <c:symbol val="circle"/>
            <c:spPr>
              <a:solidFill>
                <a:srgbClr val="5D2B76"/>
              </a:solidFill>
              <a:ln>
                <a:solidFill>
                  <a:srgbClr val="5D2B76"/>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Sheet1!$H$2:$H$11</c:f>
              <c:numCache>
                <c:ptCount val="10"/>
                <c:pt idx="0">
                  <c:v>18.35</c:v>
                </c:pt>
                <c:pt idx="1">
                  <c:v>19.14</c:v>
                </c:pt>
                <c:pt idx="2">
                  <c:v>20.03</c:v>
                </c:pt>
                <c:pt idx="3">
                  <c:v>20.69</c:v>
                </c:pt>
                <c:pt idx="4">
                  <c:v>22.06</c:v>
                </c:pt>
                <c:pt idx="5">
                  <c:v>23.25</c:v>
                </c:pt>
                <c:pt idx="6">
                  <c:v>28.11</c:v>
                </c:pt>
                <c:pt idx="7">
                  <c:v>29.47</c:v>
                </c:pt>
                <c:pt idx="8">
                  <c:v>30.89</c:v>
                </c:pt>
                <c:pt idx="9">
                  <c:v>33.22</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Gross government debt in trillion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Brazil</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Sheet1!$B$2:$B$11</c:f>
              <c:numCache>
                <c:ptCount val="10"/>
                <c:pt idx="0">
                  <c:v>705.76</c:v>
                </c:pt>
                <c:pt idx="1">
                  <c:v>852.41</c:v>
                </c:pt>
                <c:pt idx="2">
                  <c:v>962.03</c:v>
                </c:pt>
                <c:pt idx="3">
                  <c:v>1080.02</c:v>
                </c:pt>
                <c:pt idx="4">
                  <c:v>1176.89</c:v>
                </c:pt>
                <c:pt idx="5">
                  <c:v>1275.87</c:v>
                </c:pt>
                <c:pt idx="6">
                  <c:v>1448</c:v>
                </c:pt>
                <c:pt idx="7">
                  <c:v>1588.55</c:v>
                </c:pt>
                <c:pt idx="8">
                  <c:v>1676.92</c:v>
                </c:pt>
                <c:pt idx="9">
                  <c:v>1853.37</c:v>
                </c:pt>
              </c:numCache>
            </c:numRef>
          </c:val>
          <c:smooth val="0"/>
        </c:ser>
        <c:ser>
          <c:idx val="1"/>
          <c:order val="1"/>
          <c:tx>
            <c:strRef>
              <c:f>Sheet1!$C$1</c:f>
              <c:strCache>
                <c:ptCount val="1"/>
                <c:pt idx="0">
                  <c:v>China</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Sheet1!$C$2:$C$11</c:f>
              <c:numCache>
                <c:ptCount val="10"/>
                <c:pt idx="0">
                  <c:v>3532.61</c:v>
                </c:pt>
                <c:pt idx="1">
                  <c:v>3925.22</c:v>
                </c:pt>
                <c:pt idx="2">
                  <c:v>5170.25</c:v>
                </c:pt>
                <c:pt idx="3">
                  <c:v>6227.11</c:v>
                </c:pt>
                <c:pt idx="4">
                  <c:v>7092.97</c:v>
                </c:pt>
                <c:pt idx="5">
                  <c:v>8180.45</c:v>
                </c:pt>
                <c:pt idx="6">
                  <c:v>9833.51</c:v>
                </c:pt>
                <c:pt idx="7">
                  <c:v>11246.65</c:v>
                </c:pt>
                <c:pt idx="8">
                  <c:v>12680.62</c:v>
                </c:pt>
                <c:pt idx="9">
                  <c:v>14214.96</c:v>
                </c:pt>
              </c:numCache>
            </c:numRef>
          </c:val>
          <c:smooth val="0"/>
        </c:ser>
        <c:ser>
          <c:idx val="2"/>
          <c:order val="2"/>
          <c:tx>
            <c:strRef>
              <c:f>Sheet1!$D$1</c:f>
              <c:strCache>
                <c:ptCount val="1"/>
                <c:pt idx="0">
                  <c:v>India</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Sheet1!$D$2:$D$11</c:f>
              <c:numCache>
                <c:ptCount val="10"/>
                <c:pt idx="0">
                  <c:v>1003.95</c:v>
                </c:pt>
                <c:pt idx="1">
                  <c:v>1141.11</c:v>
                </c:pt>
                <c:pt idx="2">
                  <c:v>1273.38</c:v>
                </c:pt>
                <c:pt idx="3">
                  <c:v>1428.78</c:v>
                </c:pt>
                <c:pt idx="4">
                  <c:v>1596.47</c:v>
                </c:pt>
                <c:pt idx="5">
                  <c:v>1810.3</c:v>
                </c:pt>
                <c:pt idx="6">
                  <c:v>2106.76</c:v>
                </c:pt>
                <c:pt idx="7">
                  <c:v>2358.89</c:v>
                </c:pt>
                <c:pt idx="8">
                  <c:v>2648.31</c:v>
                </c:pt>
                <c:pt idx="9">
                  <c:v>2958.37</c:v>
                </c:pt>
              </c:numCache>
            </c:numRef>
          </c:val>
          <c:smooth val="0"/>
        </c:ser>
        <c:ser>
          <c:idx val="3"/>
          <c:order val="3"/>
          <c:tx>
            <c:strRef>
              <c:f>Sheet1!$E$1</c:f>
              <c:strCache>
                <c:ptCount val="1"/>
                <c:pt idx="0">
                  <c:v>Russia</c:v>
                </c:pt>
              </c:strCache>
            </c:strRef>
          </c:tx>
          <c:spPr>
            <a:ln>
              <a:solidFill>
                <a:srgbClr val="A60B0B"/>
              </a:solidFill>
            </a:ln>
          </c:spPr>
          <c:marker>
            <c:symbol val="circle"/>
            <c:spPr>
              <a:solidFill>
                <a:srgbClr val="A60B0B"/>
              </a:solidFill>
              <a:ln>
                <a:solidFill>
                  <a:srgbClr val="A60B0B"/>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Sheet1!$E$2:$E$11</c:f>
              <c:numCache>
                <c:ptCount val="10"/>
                <c:pt idx="0">
                  <c:v>122.01</c:v>
                </c:pt>
                <c:pt idx="1">
                  <c:v>129.55</c:v>
                </c:pt>
                <c:pt idx="2">
                  <c:v>129.68</c:v>
                </c:pt>
                <c:pt idx="3">
                  <c:v>134.07</c:v>
                </c:pt>
                <c:pt idx="4">
                  <c:v>144.28</c:v>
                </c:pt>
                <c:pt idx="5">
                  <c:v>153.7</c:v>
                </c:pt>
                <c:pt idx="6">
                  <c:v>210.36</c:v>
                </c:pt>
                <c:pt idx="7">
                  <c:v>227.08</c:v>
                </c:pt>
                <c:pt idx="8">
                  <c:v>295.62</c:v>
                </c:pt>
                <c:pt idx="9">
                  <c:v>345.47</c:v>
                </c:pt>
              </c:numCache>
            </c:numRef>
          </c:val>
          <c:smooth val="0"/>
        </c:ser>
        <c:ser>
          <c:idx val="4"/>
          <c:order val="4"/>
          <c:tx>
            <c:strRef>
              <c:f>Sheet1!$F$1</c:f>
              <c:strCache>
                <c:ptCount val="1"/>
                <c:pt idx="0">
                  <c:v>South Africa</c:v>
                </c:pt>
              </c:strCache>
            </c:strRef>
          </c:tx>
          <c:spPr>
            <a:ln>
              <a:solidFill>
                <a:srgbClr val="87BC24"/>
              </a:solidFill>
            </a:ln>
          </c:spPr>
          <c:marker>
            <c:symbol val="circle"/>
            <c:spPr>
              <a:solidFill>
                <a:srgbClr val="87BC24"/>
              </a:solidFill>
              <a:ln>
                <a:solidFill>
                  <a:srgbClr val="87BC24"/>
                </a:solidFill>
              </a:ln>
            </c:spPr>
          </c:marker>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Sheet1!$A$2:$A$11</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Sheet1!$F$2:$F$11</c:f>
              <c:numCache>
                <c:ptCount val="10"/>
                <c:pt idx="0">
                  <c:v>95.3</c:v>
                </c:pt>
                <c:pt idx="1">
                  <c:v>106.49</c:v>
                </c:pt>
                <c:pt idx="2">
                  <c:v>119.57</c:v>
                </c:pt>
                <c:pt idx="3">
                  <c:v>131.51</c:v>
                </c:pt>
                <c:pt idx="4">
                  <c:v>147.32</c:v>
                </c:pt>
                <c:pt idx="5">
                  <c:v>168.2</c:v>
                </c:pt>
                <c:pt idx="6">
                  <c:v>204.37</c:v>
                </c:pt>
                <c:pt idx="7">
                  <c:v>227.67</c:v>
                </c:pt>
                <c:pt idx="8">
                  <c:v>251.27</c:v>
                </c:pt>
                <c:pt idx="9">
                  <c:v>274.47</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Gross government debt in billion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4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2024</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Venezuela*</c:v>
                </c:pt>
                <c:pt idx="1">
                  <c:v>Barbados</c:v>
                </c:pt>
                <c:pt idx="2">
                  <c:v>Dominica</c:v>
                </c:pt>
                <c:pt idx="3">
                  <c:v>Suriname</c:v>
                </c:pt>
                <c:pt idx="4">
                  <c:v>Saint Vincent and the Grenadines</c:v>
                </c:pt>
                <c:pt idx="5">
                  <c:v>Bolivia</c:v>
                </c:pt>
                <c:pt idx="6">
                  <c:v>Brazil</c:v>
                </c:pt>
                <c:pt idx="7">
                  <c:v>Argentina</c:v>
                </c:pt>
                <c:pt idx="8">
                  <c:v>El Salvador</c:v>
                </c:pt>
                <c:pt idx="9">
                  <c:v>Bahamas</c:v>
                </c:pt>
                <c:pt idx="10">
                  <c:v>Antigua and Barbuda</c:v>
                </c:pt>
                <c:pt idx="11">
                  <c:v>Saint Lucia</c:v>
                </c:pt>
                <c:pt idx="12">
                  <c:v>Jamaica</c:v>
                </c:pt>
                <c:pt idx="13">
                  <c:v>Belize</c:v>
                </c:pt>
                <c:pt idx="14">
                  <c:v>Uruguay</c:v>
                </c:pt>
              </c:strCache>
            </c:strRef>
          </c:cat>
          <c:val>
            <c:numRef>
              <c:f>Sheet1!$B$2:$B$16</c:f>
              <c:numCache>
                <c:ptCount val="15"/>
                <c:pt idx="0">
                  <c:v>1.595</c:v>
                </c:pt>
                <c:pt idx="1">
                  <c:v>1.075</c:v>
                </c:pt>
                <c:pt idx="2">
                  <c:v>0.987</c:v>
                </c:pt>
                <c:pt idx="3">
                  <c:v>0.879</c:v>
                </c:pt>
                <c:pt idx="4">
                  <c:v>0.875</c:v>
                </c:pt>
                <c:pt idx="5">
                  <c:v>0.867</c:v>
                </c:pt>
                <c:pt idx="6">
                  <c:v>0.867</c:v>
                </c:pt>
                <c:pt idx="7">
                  <c:v>0.862</c:v>
                </c:pt>
                <c:pt idx="8">
                  <c:v>0.844</c:v>
                </c:pt>
                <c:pt idx="9">
                  <c:v>0.84</c:v>
                </c:pt>
                <c:pt idx="10">
                  <c:v>0.764</c:v>
                </c:pt>
                <c:pt idx="11">
                  <c:v>0.758</c:v>
                </c:pt>
                <c:pt idx="12">
                  <c:v>0.675</c:v>
                </c:pt>
                <c:pt idx="13">
                  <c:v>0.629</c:v>
                </c:pt>
                <c:pt idx="14">
                  <c:v>0.619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Japan*</c:v>
                </c:pt>
                <c:pt idx="1">
                  <c:v>Singapore</c:v>
                </c:pt>
                <c:pt idx="2">
                  <c:v>Maldives*</c:v>
                </c:pt>
                <c:pt idx="3">
                  <c:v>Bhutan</c:v>
                </c:pt>
                <c:pt idx="4">
                  <c:v>Sri Lanka</c:v>
                </c:pt>
                <c:pt idx="5">
                  <c:v>India*</c:v>
                </c:pt>
                <c:pt idx="6">
                  <c:v>Laos*</c:v>
                </c:pt>
                <c:pt idx="7">
                  <c:v>Mongolia</c:v>
                </c:pt>
                <c:pt idx="8">
                  <c:v>Pakistan</c:v>
                </c:pt>
                <c:pt idx="9">
                  <c:v>Malaysia</c:v>
                </c:pt>
                <c:pt idx="10">
                  <c:v>China*</c:v>
                </c:pt>
                <c:pt idx="11">
                  <c:v>Thailand</c:v>
                </c:pt>
                <c:pt idx="12">
                  <c:v>Australia</c:v>
                </c:pt>
                <c:pt idx="13">
                  <c:v>Philippines</c:v>
                </c:pt>
                <c:pt idx="14">
                  <c:v>South Korea</c:v>
                </c:pt>
              </c:strCache>
            </c:strRef>
          </c:cat>
          <c:val>
            <c:numRef>
              <c:f>Sheet1!$B$2:$B$16</c:f>
              <c:numCache>
                <c:ptCount val="15"/>
                <c:pt idx="0">
                  <c:v>2.5943</c:v>
                </c:pt>
                <c:pt idx="1">
                  <c:v>1.5987</c:v>
                </c:pt>
                <c:pt idx="2">
                  <c:v>1.5439</c:v>
                </c:pt>
                <c:pt idx="3">
                  <c:v>1.3242</c:v>
                </c:pt>
                <c:pt idx="4">
                  <c:v>1.0308</c:v>
                </c:pt>
                <c:pt idx="5">
                  <c:v>0.8918</c:v>
                </c:pt>
                <c:pt idx="6">
                  <c:v>0.8275</c:v>
                </c:pt>
                <c:pt idx="7">
                  <c:v>0.7977</c:v>
                </c:pt>
                <c:pt idx="8">
                  <c:v>0.7491</c:v>
                </c:pt>
                <c:pt idx="9">
                  <c:v>0.6902</c:v>
                </c:pt>
                <c:pt idx="10">
                  <c:v>0.6806</c:v>
                </c:pt>
                <c:pt idx="11">
                  <c:v>0.5838</c:v>
                </c:pt>
                <c:pt idx="12">
                  <c:v>0.5838</c:v>
                </c:pt>
                <c:pt idx="13">
                  <c:v>0.5695</c:v>
                </c:pt>
                <c:pt idx="14">
                  <c:v>0.5133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Eritrea</c:v>
                </c:pt>
                <c:pt idx="1">
                  <c:v>Cabo Verde</c:v>
                </c:pt>
                <c:pt idx="2">
                  <c:v>Mozambique</c:v>
                </c:pt>
                <c:pt idx="3">
                  <c:v>Republic of Congo</c:v>
                </c:pt>
                <c:pt idx="4">
                  <c:v>Sierra Leone</c:v>
                </c:pt>
                <c:pt idx="5">
                  <c:v>Zimbabwe</c:v>
                </c:pt>
                <c:pt idx="6">
                  <c:v>Ghana</c:v>
                </c:pt>
                <c:pt idx="7">
                  <c:v>The Gambia</c:v>
                </c:pt>
                <c:pt idx="8">
                  <c:v>Mauritius</c:v>
                </c:pt>
                <c:pt idx="9">
                  <c:v>Guinea-Bissau</c:v>
                </c:pt>
                <c:pt idx="10">
                  <c:v>Senegal</c:v>
                </c:pt>
                <c:pt idx="11">
                  <c:v>Namibia</c:v>
                </c:pt>
                <c:pt idx="12">
                  <c:v>South Africa</c:v>
                </c:pt>
                <c:pt idx="13">
                  <c:v>Malawi</c:v>
                </c:pt>
                <c:pt idx="14">
                  <c:v>Burundi</c:v>
                </c:pt>
              </c:strCache>
            </c:strRef>
          </c:cat>
          <c:val>
            <c:numRef>
              <c:f>Sheet1!$B$2:$B$16</c:f>
              <c:numCache>
                <c:ptCount val="15"/>
                <c:pt idx="0">
                  <c:v>1.638</c:v>
                </c:pt>
                <c:pt idx="1">
                  <c:v>1.274</c:v>
                </c:pt>
                <c:pt idx="2">
                  <c:v>1.045</c:v>
                </c:pt>
                <c:pt idx="3">
                  <c:v>0.996</c:v>
                </c:pt>
                <c:pt idx="4">
                  <c:v>0.988</c:v>
                </c:pt>
                <c:pt idx="5">
                  <c:v>0.928</c:v>
                </c:pt>
                <c:pt idx="6">
                  <c:v>0.888</c:v>
                </c:pt>
                <c:pt idx="7">
                  <c:v>0.84</c:v>
                </c:pt>
                <c:pt idx="8">
                  <c:v>0.809</c:v>
                </c:pt>
                <c:pt idx="9">
                  <c:v>0.795</c:v>
                </c:pt>
                <c:pt idx="10">
                  <c:v>0.75</c:v>
                </c:pt>
                <c:pt idx="11">
                  <c:v>0.713</c:v>
                </c:pt>
                <c:pt idx="12">
                  <c:v>0.71</c:v>
                </c:pt>
                <c:pt idx="13">
                  <c:v>0.701</c:v>
                </c:pt>
                <c:pt idx="14">
                  <c:v>0.683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drawings/_rels/vmlDrawing1.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39B00B7E-4CD4-4BCE-B5A1-7E3781BA21EA}"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F6E2133D-E7AD-4BE3-B48D-F606CF15CD75}"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D2C6E9CE-7D09-49BE-8915-EF6D64CC00FE}"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619A1531-DD2C-4634-BFD4-B1E253B2FC9B}"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F3B9756A-5891-45EA-9DF7-980FA64A604D}" type="datetimeFigureOut">
              <a:rPr lang="en-US" smtClean="0"/>
              <a:t>11/7/2009</a:t>
            </a:fld>
            <a:endParaRPr lang="en-US"/>
          </a:p>
        </p:txBody>
      </p:sp>
      <p:sp>
        <p:nvSpPr>
          <p:cNvPr id="8" name="Footer Placeholder 7" title=""/>
          <p:cNvSpPr>
            <a:spLocks noGrp="1"/>
          </p:cNvSpPr>
          <p:nvPr>
            <p:ph type="ftr" sz="quarter" idx="6"/>
          </p:nvPr>
        </p:nvSpPr>
        <p:spPr/>
        <p:txBody>
          <a:bodyPr/>
          <a:lstStyle/>
          <a:p>
            <a:endParaRPr lang="en-US"/>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459D85EE-64E2-4C2A-B8B2-3D4103E20C46}" type="datetimeFigureOut">
              <a:rPr lang="en-US" smtClean="0"/>
              <a:t>11/7/2009</a:t>
            </a:fld>
            <a:endParaRPr lang="en-US"/>
          </a:p>
        </p:txBody>
      </p:sp>
      <p:sp>
        <p:nvSpPr>
          <p:cNvPr id="4" name="Footer Placeholder 3" title=""/>
          <p:cNvSpPr>
            <a:spLocks noGrp="1"/>
          </p:cNvSpPr>
          <p:nvPr>
            <p:ph type="ftr" sz="quarter" idx="2"/>
          </p:nvPr>
        </p:nvSpPr>
        <p:spPr/>
        <p:txBody>
          <a:bodyPr/>
          <a:lstStyle/>
          <a:p>
            <a:endParaRPr lang="en-US"/>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8495ABA2-5ADD-44D5-BF79-5D1B8A783EBF}" type="datetimeFigureOut">
              <a:rPr lang="en-US" smtClean="0"/>
              <a:t>11/7/2009</a:t>
            </a:fld>
            <a:endParaRPr lang="en-US"/>
          </a:p>
        </p:txBody>
      </p:sp>
      <p:sp>
        <p:nvSpPr>
          <p:cNvPr id="3" name="Footer Placeholder 2" title=""/>
          <p:cNvSpPr>
            <a:spLocks noGrp="1"/>
          </p:cNvSpPr>
          <p:nvPr>
            <p:ph type="ftr" sz="quarter" idx="1"/>
          </p:nvPr>
        </p:nvSpPr>
        <p:spPr/>
        <p:txBody>
          <a:bodyPr/>
          <a:lstStyle/>
          <a:p>
            <a:endParaRPr lang="en-US"/>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9B142F4B-6421-4D25-88C8-9E365213B231}"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91B94111-FF3C-49D0-B216-862342F5234D}"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F65698BE-8F9A-4F11-BAE1-D4347373FF7F}"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ED3F8256-5D83-45E7-BEB9-32F686E1306A}"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title=""/>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emf" /><Relationship Id="rId3" Type="http://schemas.openxmlformats.org/officeDocument/2006/relationships/image" Target="../media/image2.emf"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slide" Target="slide10.xml" TargetMode="Internal" /><Relationship Id="rId11" Type="http://schemas.openxmlformats.org/officeDocument/2006/relationships/slide" Target="slide11.xml" TargetMode="Internal" /><Relationship Id="rId12" Type="http://schemas.openxmlformats.org/officeDocument/2006/relationships/slide" Target="slide12.xml" TargetMode="Internal" /><Relationship Id="rId13" Type="http://schemas.openxmlformats.org/officeDocument/2006/relationships/slide" Target="slide14.xml" TargetMode="Internal" /><Relationship Id="rId14" Type="http://schemas.openxmlformats.org/officeDocument/2006/relationships/slide" Target="slide15.xml" TargetMode="Internal" /><Relationship Id="rId15" Type="http://schemas.openxmlformats.org/officeDocument/2006/relationships/slide" Target="slide16.xml" TargetMode="Internal" /><Relationship Id="rId16" Type="http://schemas.openxmlformats.org/officeDocument/2006/relationships/slide" Target="slide17.xml" TargetMode="Internal" /><Relationship Id="rId17" Type="http://schemas.openxmlformats.org/officeDocument/2006/relationships/slide" Target="slide18.xml" TargetMode="Internal" /><Relationship Id="rId18" Type="http://schemas.openxmlformats.org/officeDocument/2006/relationships/slide" Target="slide19.xml" TargetMode="Internal" /><Relationship Id="rId19" Type="http://schemas.openxmlformats.org/officeDocument/2006/relationships/slide" Target="slide21.xml" TargetMode="Internal" /><Relationship Id="rId2" Type="http://schemas.openxmlformats.org/officeDocument/2006/relationships/image" Target="../media/image3.emf" /><Relationship Id="rId20" Type="http://schemas.openxmlformats.org/officeDocument/2006/relationships/slide" Target="slide22.xml" TargetMode="Internal" /><Relationship Id="rId21" Type="http://schemas.openxmlformats.org/officeDocument/2006/relationships/slide" Target="slide23.xml" TargetMode="Internal" /><Relationship Id="rId22" Type="http://schemas.openxmlformats.org/officeDocument/2006/relationships/slide" Target="slide24.xml" TargetMode="Internal" /><Relationship Id="rId23" Type="http://schemas.openxmlformats.org/officeDocument/2006/relationships/slide" Target="slide25.xml" TargetMode="Internal" /><Relationship Id="rId24" Type="http://schemas.openxmlformats.org/officeDocument/2006/relationships/slide" Target="slide26.xml" TargetMode="Internal" /><Relationship Id="rId25" Type="http://schemas.openxmlformats.org/officeDocument/2006/relationships/slide" Target="slide27.xml" TargetMode="Internal" /><Relationship Id="rId26" Type="http://schemas.openxmlformats.org/officeDocument/2006/relationships/slide" Target="slide29.xml" TargetMode="Internal" /><Relationship Id="rId27" Type="http://schemas.openxmlformats.org/officeDocument/2006/relationships/slide" Target="slide30.xml" TargetMode="Internal" /><Relationship Id="rId28" Type="http://schemas.openxmlformats.org/officeDocument/2006/relationships/slide" Target="slide31.xml" TargetMode="Internal" /><Relationship Id="rId29" Type="http://schemas.openxmlformats.org/officeDocument/2006/relationships/slide" Target="slide32.xml" TargetMode="Internal" /><Relationship Id="rId3" Type="http://schemas.openxmlformats.org/officeDocument/2006/relationships/image" Target="../media/image4.emf" /><Relationship Id="rId30" Type="http://schemas.openxmlformats.org/officeDocument/2006/relationships/slide" Target="slide33.xml" TargetMode="Internal" /><Relationship Id="rId31" Type="http://schemas.openxmlformats.org/officeDocument/2006/relationships/slide" Target="slide34.xml" TargetMode="Internal" /><Relationship Id="rId32" Type="http://schemas.openxmlformats.org/officeDocument/2006/relationships/slide" Target="slide35.xml" TargetMode="Internal" /><Relationship Id="rId33" Type="http://schemas.openxmlformats.org/officeDocument/2006/relationships/slide" Target="slide36.xml" TargetMode="Internal" /><Relationship Id="rId34" Type="http://schemas.openxmlformats.org/officeDocument/2006/relationships/slide" Target="slide38.xml" TargetMode="Internal" /><Relationship Id="rId35" Type="http://schemas.openxmlformats.org/officeDocument/2006/relationships/slide" Target="slide39.xml" TargetMode="Internal" /><Relationship Id="rId36" Type="http://schemas.openxmlformats.org/officeDocument/2006/relationships/slide" Target="slide40.xml" TargetMode="Internal" /><Relationship Id="rId37" Type="http://schemas.openxmlformats.org/officeDocument/2006/relationships/slide" Target="slide41.xml" TargetMode="Internal" /><Relationship Id="rId4" Type="http://schemas.openxmlformats.org/officeDocument/2006/relationships/image" Target="../media/image5.emf" /><Relationship Id="rId5" Type="http://schemas.openxmlformats.org/officeDocument/2006/relationships/slide" Target="slide5.xml" TargetMode="Internal" /><Relationship Id="rId6" Type="http://schemas.openxmlformats.org/officeDocument/2006/relationships/slide" Target="slide6.xml" TargetMode="Internal" /><Relationship Id="rId7" Type="http://schemas.openxmlformats.org/officeDocument/2006/relationships/slide" Target="slide7.xml" TargetMode="Internal" /><Relationship Id="rId8" Type="http://schemas.openxmlformats.org/officeDocument/2006/relationships/slide" Target="slide8.xml" TargetMode="Internal" /><Relationship Id="rId9" Type="http://schemas.openxmlformats.org/officeDocument/2006/relationships/slide" Target="slide9.xml" TargetMode="Interna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slide" Target="slide48.xml" TargetMode="Internal" /><Relationship Id="rId11" Type="http://schemas.openxmlformats.org/officeDocument/2006/relationships/slide" Target="slide49.xml" TargetMode="Internal" /><Relationship Id="rId12" Type="http://schemas.openxmlformats.org/officeDocument/2006/relationships/slide" Target="slide50.xml" TargetMode="Internal" /><Relationship Id="rId13" Type="http://schemas.openxmlformats.org/officeDocument/2006/relationships/slide" Target="slide51.xml" TargetMode="Interna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slide" Target="slide42.xml" TargetMode="Internal" /><Relationship Id="rId6" Type="http://schemas.openxmlformats.org/officeDocument/2006/relationships/slide" Target="slide43.xml" TargetMode="Internal" /><Relationship Id="rId7" Type="http://schemas.openxmlformats.org/officeDocument/2006/relationships/slide" Target="slide45.xml" TargetMode="Internal" /><Relationship Id="rId8" Type="http://schemas.openxmlformats.org/officeDocument/2006/relationships/slide" Target="slide46.xml" TargetMode="Internal" /><Relationship Id="rId9" Type="http://schemas.openxmlformats.org/officeDocument/2006/relationships/slide" Target="slide47.xml" TargetMode="Interna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3951/growth-of-the-global-gross-domestic-product-gdp" TargetMode="External" /><Relationship Id="rId6" Type="http://schemas.openxmlformats.org/officeDocument/2006/relationships/chart" Target="../charts/chart1.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8734/gross-domestic-product-gdp-growth-in-the-g20-by-quarter" TargetMode="External" /><Relationship Id="rId6" Type="http://schemas.openxmlformats.org/officeDocument/2006/relationships/chart" Target="../charts/chart2.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8735/gross-domestic-product-gdp-growth-in-the-g20-states" TargetMode="External" /><Relationship Id="rId6" Type="http://schemas.openxmlformats.org/officeDocument/2006/relationships/chart" Target="../charts/chart3.xml" /><Relationship Id="rId7" Type="http://schemas.openxmlformats.org/officeDocument/2006/relationships/image" Target="../media/image7.png" /><Relationship Id="rId8" Type="http://schemas.openxmlformats.org/officeDocument/2006/relationships/oleObject" Target="../embeddings/oleObject4.bin" TargetMode="Internal" /><Relationship Id="rId9" Type="http://schemas.openxmlformats.org/officeDocument/2006/relationships/image" Target="../media/image8.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3936/industrial-production-growth-worldwide" TargetMode="External" /><Relationship Id="rId6" Type="http://schemas.openxmlformats.org/officeDocument/2006/relationships/chart" Target="../charts/chart4.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5883/global-consumer-confidence-index" TargetMode="External" /><Relationship Id="rId6" Type="http://schemas.openxmlformats.org/officeDocument/2006/relationships/chart" Target="../charts/chart5.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2.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070/consumer-confidence-developed-emerging-countries" TargetMode="External" /><Relationship Id="rId6" Type="http://schemas.openxmlformats.org/officeDocument/2006/relationships/chart" Target="../charts/chart6.xml" /><Relationship Id="rId7" Type="http://schemas.openxmlformats.org/officeDocument/2006/relationships/image" Target="../media/image7.png" /><Relationship Id="rId8" Type="http://schemas.openxmlformats.org/officeDocument/2006/relationships/oleObject" Target="../embeddings/oleObject8.bin" TargetMode="Internal" /><Relationship Id="rId9" Type="http://schemas.openxmlformats.org/officeDocument/2006/relationships/image" Target="../media/image8.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79039/monthly-gepu-index-for-the-las-tyear" TargetMode="External" /><Relationship Id="rId6" Type="http://schemas.openxmlformats.org/officeDocument/2006/relationships/chart" Target="../charts/chart7.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3.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156460/real-consumer-spending-per-capita-by-country" TargetMode="External" /><Relationship Id="rId6" Type="http://schemas.openxmlformats.org/officeDocument/2006/relationships/chart" Target="../charts/chart8.xml" /><Relationship Id="rId7" Type="http://schemas.openxmlformats.org/officeDocument/2006/relationships/image" Target="../media/image7.png" /><Relationship Id="rId8" Type="http://schemas.openxmlformats.org/officeDocument/2006/relationships/oleObject" Target="../embeddings/oleObject11.bin" TargetMode="Internal" /><Relationship Id="rId9" Type="http://schemas.openxmlformats.org/officeDocument/2006/relationships/image" Target="../media/image8.pn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9777/global-unemployment-rate" TargetMode="External" /><Relationship Id="rId6" Type="http://schemas.openxmlformats.org/officeDocument/2006/relationships/chart" Target="../charts/chart9.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005/quarterly-unemployment-rates-developed-emerging-countries" TargetMode="External" /><Relationship Id="rId6" Type="http://schemas.openxmlformats.org/officeDocument/2006/relationships/chart" Target="../charts/chart10.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9278/employment-rate-developed-countries" TargetMode="External" /><Relationship Id="rId6" Type="http://schemas.openxmlformats.org/officeDocument/2006/relationships/chart" Target="../charts/chart11.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9216/average-wages-developed-countries" TargetMode="External" /><Relationship Id="rId6" Type="http://schemas.openxmlformats.org/officeDocument/2006/relationships/chart" Target="../charts/chart12.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9240/wage-growth-developed-countries" TargetMode="External" /><Relationship Id="rId6" Type="http://schemas.openxmlformats.org/officeDocument/2006/relationships/chart" Target="../charts/chart13.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9811/wage-growth-euro-area" TargetMode="External" /><Relationship Id="rId6" Type="http://schemas.openxmlformats.org/officeDocument/2006/relationships/chart" Target="../charts/chart14.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2274/headline-consumer-price-index-inflation-worldwide" TargetMode="External" /><Relationship Id="rId6" Type="http://schemas.openxmlformats.org/officeDocument/2006/relationships/chart" Target="../charts/chart15.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26447/inflation-rate-of-selected-countries" TargetMode="External" /><Relationship Id="rId6" Type="http://schemas.openxmlformats.org/officeDocument/2006/relationships/chart" Target="../charts/chart16.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154/monthly-inflation-rates-developed-emerging-countries" TargetMode="External" /><Relationship Id="rId6" Type="http://schemas.openxmlformats.org/officeDocument/2006/relationships/chart" Target="../charts/chart17.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2297/ppi-wpi-index-inflation-worldwide" TargetMode="External" /><Relationship Id="rId6" Type="http://schemas.openxmlformats.org/officeDocument/2006/relationships/chart" Target="../charts/chart18.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504/monthly-producer-price-index-major-economies" TargetMode="External" /><Relationship Id="rId6" Type="http://schemas.openxmlformats.org/officeDocument/2006/relationships/chart" Target="../charts/chart19.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559/monthly-producer-price-index-change-major-economies" TargetMode="External" /><Relationship Id="rId6" Type="http://schemas.openxmlformats.org/officeDocument/2006/relationships/chart" Target="../charts/chart20.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09641/average-annual-spot-price-of-wti-and-brent-crude-oil" TargetMode="External" /><Relationship Id="rId6" Type="http://schemas.openxmlformats.org/officeDocument/2006/relationships/chart" Target="../charts/chart21.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2180/global-growth-goods-trade" TargetMode="External" /><Relationship Id="rId6" Type="http://schemas.openxmlformats.org/officeDocument/2006/relationships/chart" Target="../charts/chart22.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2199/global-growth-gdp-trade" TargetMode="External" /><Relationship Id="rId6" Type="http://schemas.openxmlformats.org/officeDocument/2006/relationships/chart" Target="../charts/chart23.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2322/global-merchandise-exports-index" TargetMode="External" /><Relationship Id="rId6" Type="http://schemas.openxmlformats.org/officeDocument/2006/relationships/chart" Target="../charts/chart24.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2338/global-merchandise-imports-index" TargetMode="External" /><Relationship Id="rId6" Type="http://schemas.openxmlformats.org/officeDocument/2006/relationships/chart" Target="../charts/chart25.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5919/ifo-german-export-expectations-for-manufacturing" TargetMode="External" /><Relationship Id="rId6" Type="http://schemas.openxmlformats.org/officeDocument/2006/relationships/chart" Target="../charts/chart26.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34625/south-korea-merchandise-exports-growth-rate" TargetMode="External" /><Relationship Id="rId6" Type="http://schemas.openxmlformats.org/officeDocument/2006/relationships/chart" Target="../charts/chart27.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5941/baltic-dry-index" TargetMode="External" /><Relationship Id="rId6" Type="http://schemas.openxmlformats.org/officeDocument/2006/relationships/chart" Target="../charts/chart28.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2213/global-growth-container-shipping" TargetMode="External" /><Relationship Id="rId6" Type="http://schemas.openxmlformats.org/officeDocument/2006/relationships/chart" Target="../charts/chart29.x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2233/germany-us-ten-year-government-bond-yields" TargetMode="External" /><Relationship Id="rId6" Type="http://schemas.openxmlformats.org/officeDocument/2006/relationships/chart" Target="../charts/chart30.xml"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9451/us-government-bonds-ten-minus-two-year-yield-spread" TargetMode="External" /><Relationship Id="rId6" Type="http://schemas.openxmlformats.org/officeDocument/2006/relationships/chart" Target="../charts/chart31.xml"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304/central-bank-policy-rates-advanced-emerging-economies" TargetMode="External" /><Relationship Id="rId6" Type="http://schemas.openxmlformats.org/officeDocument/2006/relationships/chart" Target="../charts/chart32.xml"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575/share-price-index-in-major-developed-and-emerging-economies" TargetMode="External" /><Relationship Id="rId6" Type="http://schemas.openxmlformats.org/officeDocument/2006/relationships/chart" Target="../charts/chart33.xml"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5972/annual-returns-share-price-indexes-major-developed-emerging-economies" TargetMode="External" /><Relationship Id="rId6" Type="http://schemas.openxmlformats.org/officeDocument/2006/relationships/chart" Target="../charts/chart34.x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259/total-credit-non-financial-sector-developed-emerging-economies" TargetMode="External" /><Relationship Id="rId6" Type="http://schemas.openxmlformats.org/officeDocument/2006/relationships/chart" Target="../charts/chart35.xml"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357/gross-government-debt-as-a-share-of-gdp-in-advanced-economies" TargetMode="External" /><Relationship Id="rId6" Type="http://schemas.openxmlformats.org/officeDocument/2006/relationships/chart" Target="../charts/chart36.xml"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422/gross-government-debt-share-gdp-emerging-economies" TargetMode="External" /><Relationship Id="rId6" Type="http://schemas.openxmlformats.org/officeDocument/2006/relationships/chart" Target="../charts/chart37.xml"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440/gross-government-debt-in-advanced-economies" TargetMode="External" /><Relationship Id="rId6" Type="http://schemas.openxmlformats.org/officeDocument/2006/relationships/chart" Target="../charts/chart38.xml"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34471/gross-government-debt-emerging-economies" TargetMode="External" /><Relationship Id="rId6" Type="http://schemas.openxmlformats.org/officeDocument/2006/relationships/chart" Target="../charts/chart39.xml" /></Relationships>
</file>

<file path=ppt/slides/_rels/slide49.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4.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813474/public-debt-gross-domestic-product-latin-america" TargetMode="External" /><Relationship Id="rId6" Type="http://schemas.openxmlformats.org/officeDocument/2006/relationships/chart" Target="../charts/chart40.xml" /><Relationship Id="rId7" Type="http://schemas.openxmlformats.org/officeDocument/2006/relationships/image" Target="../media/image7.png" /><Relationship Id="rId8" Type="http://schemas.openxmlformats.org/officeDocument/2006/relationships/oleObject" Target="../embeddings/oleObject44.bin" TargetMode="Internal" /><Relationship Id="rId9" Type="http://schemas.openxmlformats.org/officeDocument/2006/relationships/image" Target="../media/image8.png" /></Relationships>
</file>

<file path=ppt/slides/_rels/slide50.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5.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38741/general-government-gross-debt-as-percentage-of-gdp-in-asia-pacific-by-country" TargetMode="External" /><Relationship Id="rId6" Type="http://schemas.openxmlformats.org/officeDocument/2006/relationships/chart" Target="../charts/chart41.xml" /><Relationship Id="rId7" Type="http://schemas.openxmlformats.org/officeDocument/2006/relationships/image" Target="../media/image7.png" /><Relationship Id="rId8" Type="http://schemas.openxmlformats.org/officeDocument/2006/relationships/oleObject" Target="../embeddings/oleObject46.bin" TargetMode="Internal" /><Relationship Id="rId9" Type="http://schemas.openxmlformats.org/officeDocument/2006/relationships/image" Target="../media/image8.png" /></Relationships>
</file>

<file path=ppt/slides/_rels/slide51.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6.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23393/national-debt-in-relation-to-gdp-in-sub-saharan-africa-by-country" TargetMode="External" /><Relationship Id="rId6" Type="http://schemas.openxmlformats.org/officeDocument/2006/relationships/chart" Target="../charts/chart42.xml" /><Relationship Id="rId7" Type="http://schemas.openxmlformats.org/officeDocument/2006/relationships/image" Target="../media/image7.png" /><Relationship Id="rId8" Type="http://schemas.openxmlformats.org/officeDocument/2006/relationships/oleObject" Target="../embeddings/oleObject48.bin" TargetMode="Internal" /><Relationship Id="rId9" Type="http://schemas.openxmlformats.org/officeDocument/2006/relationships/image" Target="../media/image8.png" /></Relationships>
</file>

<file path=ppt/slides/_rels/slide5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5" name="New shape" title=""/>
          <p:cNvSpPr/>
          <p:nvPr/>
        </p:nvSpPr>
        <p:spPr>
          <a:xfrm>
            <a:off x="74196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583200" y="6231600"/>
            <a:ext cx="1461600" cy="28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POLITICS &amp; SOCIETY</a:t>
            </a:r>
          </a:p>
        </p:txBody>
      </p:sp>
      <p:sp>
        <p:nvSpPr>
          <p:cNvPr id="3"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Global economic indicators</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a:t>
            </a:r>
          </a:p>
        </p:txBody>
      </p:sp>
      <p:sp>
        <p:nvSpPr>
          <p:cNvPr id="7" name="New shape" title=""/>
          <p:cNvSpPr/>
          <p:nvPr/>
        </p:nvSpPr>
        <p:spPr>
          <a:xfrm>
            <a:off x="586800" y="18828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01 Indicators of real activity</a:t>
            </a:r>
          </a:p>
        </p:txBody>
      </p:sp>
      <p:sp>
        <p:nvSpPr>
          <p:cNvPr id="8" name="New shape" title=""/>
          <p:cNvSpPr/>
          <p:nvPr/>
        </p:nvSpPr>
        <p:spPr>
          <a:xfrm>
            <a:off x="5544000" y="21162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04</a:t>
            </a:r>
          </a:p>
        </p:txBody>
      </p:sp>
      <p:sp>
        <p:nvSpPr>
          <p:cNvPr id="9" name="New shape" title=""/>
          <p:cNvSpPr/>
          <p:nvPr/>
        </p:nvSpPr>
        <p:spPr>
          <a:xfrm>
            <a:off x="586800" y="21162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Growth of the global gross domestic product (GDP) 2030</a:t>
            </a:r>
          </a:p>
        </p:txBody>
      </p:sp>
      <p:sp>
        <p:nvSpPr>
          <p:cNvPr id="10" name="New shape" title=""/>
          <p:cNvSpPr/>
          <p:nvPr/>
        </p:nvSpPr>
        <p:spPr>
          <a:xfrm>
            <a:off x="5544000" y="22865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05</a:t>
            </a:r>
          </a:p>
        </p:txBody>
      </p:sp>
      <p:sp>
        <p:nvSpPr>
          <p:cNvPr id="11" name="New shape" title=""/>
          <p:cNvSpPr/>
          <p:nvPr/>
        </p:nvSpPr>
        <p:spPr>
          <a:xfrm>
            <a:off x="586800" y="22865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Gross domestic product (GDP) growth in the G20 1st quarter 2023</a:t>
            </a:r>
          </a:p>
        </p:txBody>
      </p:sp>
      <p:sp>
        <p:nvSpPr>
          <p:cNvPr id="12" name="New shape" title=""/>
          <p:cNvSpPr/>
          <p:nvPr/>
        </p:nvSpPr>
        <p:spPr>
          <a:xfrm>
            <a:off x="5544000" y="2456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06</a:t>
            </a:r>
          </a:p>
        </p:txBody>
      </p:sp>
      <p:sp>
        <p:nvSpPr>
          <p:cNvPr id="13" name="New shape" title=""/>
          <p:cNvSpPr/>
          <p:nvPr/>
        </p:nvSpPr>
        <p:spPr>
          <a:xfrm>
            <a:off x="586800" y="2456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Gross domestic product (GDP) growth in the G20 states 2nd quarter 2023</a:t>
            </a:r>
          </a:p>
        </p:txBody>
      </p:sp>
      <p:sp>
        <p:nvSpPr>
          <p:cNvPr id="14" name="New shape" title=""/>
          <p:cNvSpPr/>
          <p:nvPr/>
        </p:nvSpPr>
        <p:spPr>
          <a:xfrm>
            <a:off x="5544000" y="2627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07</a:t>
            </a:r>
          </a:p>
        </p:txBody>
      </p:sp>
      <p:sp>
        <p:nvSpPr>
          <p:cNvPr id="15" name="New shape" title=""/>
          <p:cNvSpPr/>
          <p:nvPr/>
        </p:nvSpPr>
        <p:spPr>
          <a:xfrm>
            <a:off x="586800" y="2627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Industrial production growth worldwide 2019-2025, by region</a:t>
            </a:r>
          </a:p>
        </p:txBody>
      </p:sp>
      <p:sp>
        <p:nvSpPr>
          <p:cNvPr id="16" name="New shape" title=""/>
          <p:cNvSpPr/>
          <p:nvPr/>
        </p:nvSpPr>
        <p:spPr>
          <a:xfrm>
            <a:off x="5544000" y="2797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08</a:t>
            </a:r>
          </a:p>
        </p:txBody>
      </p:sp>
      <p:sp>
        <p:nvSpPr>
          <p:cNvPr id="17" name="New shape" title=""/>
          <p:cNvSpPr/>
          <p:nvPr/>
        </p:nvSpPr>
        <p:spPr>
          <a:xfrm>
            <a:off x="586800" y="2797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consumer confidence index 2020-2025</a:t>
            </a:r>
          </a:p>
        </p:txBody>
      </p:sp>
      <p:sp>
        <p:nvSpPr>
          <p:cNvPr id="18" name="New shape" title=""/>
          <p:cNvSpPr/>
          <p:nvPr/>
        </p:nvSpPr>
        <p:spPr>
          <a:xfrm>
            <a:off x="5544000" y="2967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09</a:t>
            </a:r>
          </a:p>
        </p:txBody>
      </p:sp>
      <p:sp>
        <p:nvSpPr>
          <p:cNvPr id="19" name="New shape" title=""/>
          <p:cNvSpPr/>
          <p:nvPr/>
        </p:nvSpPr>
        <p:spPr>
          <a:xfrm>
            <a:off x="586800" y="2967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Consumer confidence in developed and emerging countries 2024</a:t>
            </a:r>
          </a:p>
        </p:txBody>
      </p:sp>
      <p:sp>
        <p:nvSpPr>
          <p:cNvPr id="20" name="New shape" title=""/>
          <p:cNvSpPr/>
          <p:nvPr/>
        </p:nvSpPr>
        <p:spPr>
          <a:xfrm>
            <a:off x="5544000" y="3137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10</a:t>
            </a:r>
          </a:p>
        </p:txBody>
      </p:sp>
      <p:sp>
        <p:nvSpPr>
          <p:cNvPr id="21" name="New shape" title=""/>
          <p:cNvSpPr/>
          <p:nvPr/>
        </p:nvSpPr>
        <p:spPr>
          <a:xfrm>
            <a:off x="586800" y="3137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EPU Index with monthly PPP GDP 1997-2024</a:t>
            </a:r>
          </a:p>
        </p:txBody>
      </p:sp>
      <p:sp>
        <p:nvSpPr>
          <p:cNvPr id="22" name="New shape" title=""/>
          <p:cNvSpPr/>
          <p:nvPr/>
        </p:nvSpPr>
        <p:spPr>
          <a:xfrm>
            <a:off x="5544000" y="3308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11</a:t>
            </a:r>
          </a:p>
        </p:txBody>
      </p:sp>
      <p:sp>
        <p:nvSpPr>
          <p:cNvPr id="23" name="New shape" title=""/>
          <p:cNvSpPr/>
          <p:nvPr/>
        </p:nvSpPr>
        <p:spPr>
          <a:xfrm>
            <a:off x="586800" y="3308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Real consumer spending per capita worldwide 2024, by country</a:t>
            </a:r>
          </a:p>
        </p:txBody>
      </p:sp>
      <p:sp>
        <p:nvSpPr>
          <p:cNvPr id="24" name="New shape" title=""/>
          <p:cNvSpPr/>
          <p:nvPr/>
        </p:nvSpPr>
        <p:spPr>
          <a:xfrm>
            <a:off x="586800" y="3605467"/>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02 Employment &amp; wages</a:t>
            </a:r>
          </a:p>
        </p:txBody>
      </p:sp>
      <p:sp>
        <p:nvSpPr>
          <p:cNvPr id="25" name="New shape" title=""/>
          <p:cNvSpPr/>
          <p:nvPr/>
        </p:nvSpPr>
        <p:spPr>
          <a:xfrm>
            <a:off x="5544000" y="383891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13</a:t>
            </a:r>
          </a:p>
        </p:txBody>
      </p:sp>
      <p:sp>
        <p:nvSpPr>
          <p:cNvPr id="26" name="New shape" title=""/>
          <p:cNvSpPr/>
          <p:nvPr/>
        </p:nvSpPr>
        <p:spPr>
          <a:xfrm>
            <a:off x="586800" y="383891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Unemployment rate in Worldwide 1991-2024</a:t>
            </a:r>
          </a:p>
        </p:txBody>
      </p:sp>
      <p:sp>
        <p:nvSpPr>
          <p:cNvPr id="27" name="New shape" title=""/>
          <p:cNvSpPr/>
          <p:nvPr/>
        </p:nvSpPr>
        <p:spPr>
          <a:xfrm>
            <a:off x="5544000" y="4009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4" action="ppaction://hlinksldjump">
                  <a:extLst>
                    <a:ext uri="{A12FA001-AC4F-418D-AE19-62706E023703}">
                      <ahyp:hlinkClr xmlns:ahyp="http://schemas.microsoft.com/office/drawing/2018/hyperlinkcolor" val="tx"/>
                    </a:ext>
                  </a:extLst>
                </a:hlinkClick>
              </a:rPr>
              <a:t>14</a:t>
            </a:r>
          </a:p>
        </p:txBody>
      </p:sp>
      <p:sp>
        <p:nvSpPr>
          <p:cNvPr id="28" name="New shape" title=""/>
          <p:cNvSpPr/>
          <p:nvPr/>
        </p:nvSpPr>
        <p:spPr>
          <a:xfrm>
            <a:off x="586800" y="4009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Quarterly unemployment rates in developed and emerging countries 2017-2025</a:t>
            </a:r>
          </a:p>
        </p:txBody>
      </p:sp>
      <p:sp>
        <p:nvSpPr>
          <p:cNvPr id="29" name="New shape" title=""/>
          <p:cNvSpPr/>
          <p:nvPr/>
        </p:nvSpPr>
        <p:spPr>
          <a:xfrm>
            <a:off x="5544000" y="4179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5" action="ppaction://hlinksldjump">
                  <a:extLst>
                    <a:ext uri="{A12FA001-AC4F-418D-AE19-62706E023703}">
                      <ahyp:hlinkClr xmlns:ahyp="http://schemas.microsoft.com/office/drawing/2018/hyperlinkcolor" val="tx"/>
                    </a:ext>
                  </a:extLst>
                </a:hlinkClick>
              </a:rPr>
              <a:t>15</a:t>
            </a:r>
          </a:p>
        </p:txBody>
      </p:sp>
      <p:sp>
        <p:nvSpPr>
          <p:cNvPr id="30" name="New shape" title=""/>
          <p:cNvSpPr/>
          <p:nvPr/>
        </p:nvSpPr>
        <p:spPr>
          <a:xfrm>
            <a:off x="586800" y="4179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Quarterly employment rate in major developed countries 2017-2024</a:t>
            </a:r>
          </a:p>
        </p:txBody>
      </p:sp>
      <p:sp>
        <p:nvSpPr>
          <p:cNvPr id="31" name="New shape" title=""/>
          <p:cNvSpPr/>
          <p:nvPr/>
        </p:nvSpPr>
        <p:spPr>
          <a:xfrm>
            <a:off x="5544000" y="4349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6" action="ppaction://hlinksldjump">
                  <a:extLst>
                    <a:ext uri="{A12FA001-AC4F-418D-AE19-62706E023703}">
                      <ahyp:hlinkClr xmlns:ahyp="http://schemas.microsoft.com/office/drawing/2018/hyperlinkcolor" val="tx"/>
                    </a:ext>
                  </a:extLst>
                </a:hlinkClick>
              </a:rPr>
              <a:t>16</a:t>
            </a:r>
          </a:p>
        </p:txBody>
      </p:sp>
      <p:sp>
        <p:nvSpPr>
          <p:cNvPr id="32" name="New shape" title=""/>
          <p:cNvSpPr/>
          <p:nvPr/>
        </p:nvSpPr>
        <p:spPr>
          <a:xfrm>
            <a:off x="586800" y="4349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Average annual wages in major developed countries 2010-2023</a:t>
            </a:r>
          </a:p>
        </p:txBody>
      </p:sp>
      <p:sp>
        <p:nvSpPr>
          <p:cNvPr id="33" name="New shape" title=""/>
          <p:cNvSpPr/>
          <p:nvPr/>
        </p:nvSpPr>
        <p:spPr>
          <a:xfrm>
            <a:off x="5544000" y="4520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7" action="ppaction://hlinksldjump">
                  <a:extLst>
                    <a:ext uri="{A12FA001-AC4F-418D-AE19-62706E023703}">
                      <ahyp:hlinkClr xmlns:ahyp="http://schemas.microsoft.com/office/drawing/2018/hyperlinkcolor" val="tx"/>
                    </a:ext>
                  </a:extLst>
                </a:hlinkClick>
              </a:rPr>
              <a:t>17</a:t>
            </a:r>
          </a:p>
        </p:txBody>
      </p:sp>
      <p:sp>
        <p:nvSpPr>
          <p:cNvPr id="34" name="New shape" title=""/>
          <p:cNvSpPr/>
          <p:nvPr/>
        </p:nvSpPr>
        <p:spPr>
          <a:xfrm>
            <a:off x="586800" y="4520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Wage growth in developed countries 2019-2025</a:t>
            </a:r>
          </a:p>
        </p:txBody>
      </p:sp>
      <p:sp>
        <p:nvSpPr>
          <p:cNvPr id="35" name="New shape" title=""/>
          <p:cNvSpPr/>
          <p:nvPr/>
        </p:nvSpPr>
        <p:spPr>
          <a:xfrm>
            <a:off x="5544000" y="4690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8" action="ppaction://hlinksldjump">
                  <a:extLst>
                    <a:ext uri="{A12FA001-AC4F-418D-AE19-62706E023703}">
                      <ahyp:hlinkClr xmlns:ahyp="http://schemas.microsoft.com/office/drawing/2018/hyperlinkcolor" val="tx"/>
                    </a:ext>
                  </a:extLst>
                </a:hlinkClick>
              </a:rPr>
              <a:t>18</a:t>
            </a:r>
          </a:p>
        </p:txBody>
      </p:sp>
      <p:sp>
        <p:nvSpPr>
          <p:cNvPr id="36" name="New shape" title=""/>
          <p:cNvSpPr/>
          <p:nvPr/>
        </p:nvSpPr>
        <p:spPr>
          <a:xfrm>
            <a:off x="586800" y="4690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Nominal wage and salary growth in the European Union and Euro area 2009-2024</a:t>
            </a:r>
          </a:p>
        </p:txBody>
      </p:sp>
      <p:sp>
        <p:nvSpPr>
          <p:cNvPr id="37" name="New shape" title=""/>
          <p:cNvSpPr/>
          <p:nvPr/>
        </p:nvSpPr>
        <p:spPr>
          <a:xfrm>
            <a:off x="586800" y="4987578"/>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03 Price indicators</a:t>
            </a:r>
          </a:p>
        </p:txBody>
      </p:sp>
      <p:sp>
        <p:nvSpPr>
          <p:cNvPr id="38" name="New shape" title=""/>
          <p:cNvSpPr/>
          <p:nvPr/>
        </p:nvSpPr>
        <p:spPr>
          <a:xfrm>
            <a:off x="5544000" y="52210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9" action="ppaction://hlinksldjump">
                  <a:extLst>
                    <a:ext uri="{A12FA001-AC4F-418D-AE19-62706E023703}">
                      <ahyp:hlinkClr xmlns:ahyp="http://schemas.microsoft.com/office/drawing/2018/hyperlinkcolor" val="tx"/>
                    </a:ext>
                  </a:extLst>
                </a:hlinkClick>
              </a:rPr>
              <a:t>20</a:t>
            </a:r>
          </a:p>
        </p:txBody>
      </p:sp>
      <p:sp>
        <p:nvSpPr>
          <p:cNvPr id="39" name="New shape" title=""/>
          <p:cNvSpPr/>
          <p:nvPr/>
        </p:nvSpPr>
        <p:spPr>
          <a:xfrm>
            <a:off x="586800" y="52210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Monthly headline consumer price index 2019-2024, by region</a:t>
            </a:r>
          </a:p>
        </p:txBody>
      </p:sp>
      <p:sp>
        <p:nvSpPr>
          <p:cNvPr id="40" name="New shape" title=""/>
          <p:cNvSpPr/>
          <p:nvPr/>
        </p:nvSpPr>
        <p:spPr>
          <a:xfrm>
            <a:off x="5544000" y="53912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0" action="ppaction://hlinksldjump">
                  <a:extLst>
                    <a:ext uri="{A12FA001-AC4F-418D-AE19-62706E023703}">
                      <ahyp:hlinkClr xmlns:ahyp="http://schemas.microsoft.com/office/drawing/2018/hyperlinkcolor" val="tx"/>
                    </a:ext>
                  </a:extLst>
                </a:hlinkClick>
              </a:rPr>
              <a:t>21</a:t>
            </a:r>
          </a:p>
        </p:txBody>
      </p:sp>
      <p:sp>
        <p:nvSpPr>
          <p:cNvPr id="41" name="New shape" title=""/>
          <p:cNvSpPr/>
          <p:nvPr/>
        </p:nvSpPr>
        <p:spPr>
          <a:xfrm>
            <a:off x="586800" y="53912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Annual change in CPI 2015-2024, by country</a:t>
            </a:r>
          </a:p>
        </p:txBody>
      </p:sp>
      <p:sp>
        <p:nvSpPr>
          <p:cNvPr id="42" name="New shape" title=""/>
          <p:cNvSpPr/>
          <p:nvPr/>
        </p:nvSpPr>
        <p:spPr>
          <a:xfrm>
            <a:off x="109152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1" action="ppaction://hlinksldjump">
                  <a:extLst>
                    <a:ext uri="{A12FA001-AC4F-418D-AE19-62706E023703}">
                      <ahyp:hlinkClr xmlns:ahyp="http://schemas.microsoft.com/office/drawing/2018/hyperlinkcolor" val="tx"/>
                    </a:ext>
                  </a:extLst>
                </a:hlinkClick>
              </a:rPr>
              <a:t>22</a:t>
            </a:r>
          </a:p>
        </p:txBody>
      </p:sp>
      <p:sp>
        <p:nvSpPr>
          <p:cNvPr id="43" name="New shape" title=""/>
          <p:cNvSpPr/>
          <p:nvPr/>
        </p:nvSpPr>
        <p:spPr>
          <a:xfrm>
            <a:off x="59580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Monthly inflation rates in developed and emerging countries 2021-2025</a:t>
            </a:r>
          </a:p>
        </p:txBody>
      </p:sp>
      <p:sp>
        <p:nvSpPr>
          <p:cNvPr id="44" name="New shape" title=""/>
          <p:cNvSpPr/>
          <p:nvPr/>
        </p:nvSpPr>
        <p:spPr>
          <a:xfrm>
            <a:off x="109152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2" action="ppaction://hlinksldjump">
                  <a:extLst>
                    <a:ext uri="{A12FA001-AC4F-418D-AE19-62706E023703}">
                      <ahyp:hlinkClr xmlns:ahyp="http://schemas.microsoft.com/office/drawing/2018/hyperlinkcolor" val="tx"/>
                    </a:ext>
                  </a:extLst>
                </a:hlinkClick>
              </a:rPr>
              <a:t>23</a:t>
            </a:r>
          </a:p>
        </p:txBody>
      </p:sp>
      <p:sp>
        <p:nvSpPr>
          <p:cNvPr id="45" name="New shape" title=""/>
          <p:cNvSpPr/>
          <p:nvPr/>
        </p:nvSpPr>
        <p:spPr>
          <a:xfrm>
            <a:off x="59580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Producer Price Index/Wholesale Price Index Inflation worldwide 2019-2024</a:t>
            </a:r>
          </a:p>
        </p:txBody>
      </p:sp>
      <p:sp>
        <p:nvSpPr>
          <p:cNvPr id="46" name="New shape" title=""/>
          <p:cNvSpPr/>
          <p:nvPr/>
        </p:nvSpPr>
        <p:spPr>
          <a:xfrm>
            <a:off x="109152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3" action="ppaction://hlinksldjump">
                  <a:extLst>
                    <a:ext uri="{A12FA001-AC4F-418D-AE19-62706E023703}">
                      <ahyp:hlinkClr xmlns:ahyp="http://schemas.microsoft.com/office/drawing/2018/hyperlinkcolor" val="tx"/>
                    </a:ext>
                  </a:extLst>
                </a:hlinkClick>
              </a:rPr>
              <a:t>24</a:t>
            </a:r>
          </a:p>
        </p:txBody>
      </p:sp>
      <p:sp>
        <p:nvSpPr>
          <p:cNvPr id="47" name="New shape" title=""/>
          <p:cNvSpPr/>
          <p:nvPr/>
        </p:nvSpPr>
        <p:spPr>
          <a:xfrm>
            <a:off x="59580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Producer price index (PPI) all commodities in major economies: 2020-2024</a:t>
            </a:r>
          </a:p>
        </p:txBody>
      </p:sp>
      <p:sp>
        <p:nvSpPr>
          <p:cNvPr id="48" name="New shape" title=""/>
          <p:cNvSpPr/>
          <p:nvPr/>
        </p:nvSpPr>
        <p:spPr>
          <a:xfrm>
            <a:off x="109152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4" action="ppaction://hlinksldjump">
                  <a:extLst>
                    <a:ext uri="{A12FA001-AC4F-418D-AE19-62706E023703}">
                      <ahyp:hlinkClr xmlns:ahyp="http://schemas.microsoft.com/office/drawing/2018/hyperlinkcolor" val="tx"/>
                    </a:ext>
                  </a:extLst>
                </a:hlinkClick>
              </a:rPr>
              <a:t>25</a:t>
            </a:r>
          </a:p>
        </p:txBody>
      </p:sp>
      <p:sp>
        <p:nvSpPr>
          <p:cNvPr id="49" name="New shape" title=""/>
          <p:cNvSpPr/>
          <p:nvPr/>
        </p:nvSpPr>
        <p:spPr>
          <a:xfrm>
            <a:off x="59580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Producer Price Index (PPI) change in major economies 2020-2024</a:t>
            </a:r>
          </a:p>
        </p:txBody>
      </p:sp>
      <p:sp>
        <p:nvSpPr>
          <p:cNvPr id="50" name="New shape" title=""/>
          <p:cNvSpPr/>
          <p:nvPr/>
        </p:nvSpPr>
        <p:spPr>
          <a:xfrm>
            <a:off x="10915200" y="256391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5" action="ppaction://hlinksldjump">
                  <a:extLst>
                    <a:ext uri="{A12FA001-AC4F-418D-AE19-62706E023703}">
                      <ahyp:hlinkClr xmlns:ahyp="http://schemas.microsoft.com/office/drawing/2018/hyperlinkcolor" val="tx"/>
                    </a:ext>
                  </a:extLst>
                </a:hlinkClick>
              </a:rPr>
              <a:t>26</a:t>
            </a:r>
          </a:p>
        </p:txBody>
      </p:sp>
      <p:sp>
        <p:nvSpPr>
          <p:cNvPr id="51" name="New shape" title=""/>
          <p:cNvSpPr/>
          <p:nvPr/>
        </p:nvSpPr>
        <p:spPr>
          <a:xfrm>
            <a:off x="5958000" y="256391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WTI and Brent crude oil's average annual spot prices 1990-2024</a:t>
            </a:r>
          </a:p>
        </p:txBody>
      </p:sp>
      <p:sp>
        <p:nvSpPr>
          <p:cNvPr id="52" name="New shape" title=""/>
          <p:cNvSpPr/>
          <p:nvPr/>
        </p:nvSpPr>
        <p:spPr>
          <a:xfrm>
            <a:off x="5958000" y="286119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04 Trade indicators</a:t>
            </a:r>
          </a:p>
        </p:txBody>
      </p:sp>
      <p:sp>
        <p:nvSpPr>
          <p:cNvPr id="53" name="New shape" title=""/>
          <p:cNvSpPr/>
          <p:nvPr/>
        </p:nvSpPr>
        <p:spPr>
          <a:xfrm>
            <a:off x="109152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6" action="ppaction://hlinksldjump">
                  <a:extLst>
                    <a:ext uri="{A12FA001-AC4F-418D-AE19-62706E023703}">
                      <ahyp:hlinkClr xmlns:ahyp="http://schemas.microsoft.com/office/drawing/2018/hyperlinkcolor" val="tx"/>
                    </a:ext>
                  </a:extLst>
                </a:hlinkClick>
              </a:rPr>
              <a:t>28</a:t>
            </a:r>
          </a:p>
        </p:txBody>
      </p:sp>
      <p:sp>
        <p:nvSpPr>
          <p:cNvPr id="54" name="New shape" title=""/>
          <p:cNvSpPr/>
          <p:nvPr/>
        </p:nvSpPr>
        <p:spPr>
          <a:xfrm>
            <a:off x="59580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Monthly change in goods trade globally 2018-2025</a:t>
            </a:r>
          </a:p>
        </p:txBody>
      </p:sp>
      <p:sp>
        <p:nvSpPr>
          <p:cNvPr id="55" name="New shape" title=""/>
          <p:cNvSpPr/>
          <p:nvPr/>
        </p:nvSpPr>
        <p:spPr>
          <a:xfrm>
            <a:off x="109152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7" action="ppaction://hlinksldjump">
                  <a:extLst>
                    <a:ext uri="{A12FA001-AC4F-418D-AE19-62706E023703}">
                      <ahyp:hlinkClr xmlns:ahyp="http://schemas.microsoft.com/office/drawing/2018/hyperlinkcolor" val="tx"/>
                    </a:ext>
                  </a:extLst>
                </a:hlinkClick>
              </a:rPr>
              <a:t>29</a:t>
            </a:r>
          </a:p>
        </p:txBody>
      </p:sp>
      <p:sp>
        <p:nvSpPr>
          <p:cNvPr id="56" name="New shape" title=""/>
          <p:cNvSpPr/>
          <p:nvPr/>
        </p:nvSpPr>
        <p:spPr>
          <a:xfrm>
            <a:off x="59580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Change in GDP and trade volume globally 2007-2026</a:t>
            </a:r>
          </a:p>
        </p:txBody>
      </p:sp>
      <p:sp>
        <p:nvSpPr>
          <p:cNvPr id="57" name="New shape" title=""/>
          <p:cNvSpPr/>
          <p:nvPr/>
        </p:nvSpPr>
        <p:spPr>
          <a:xfrm>
            <a:off x="109152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8" action="ppaction://hlinksldjump">
                  <a:extLst>
                    <a:ext uri="{A12FA001-AC4F-418D-AE19-62706E023703}">
                      <ahyp:hlinkClr xmlns:ahyp="http://schemas.microsoft.com/office/drawing/2018/hyperlinkcolor" val="tx"/>
                    </a:ext>
                  </a:extLst>
                </a:hlinkClick>
              </a:rPr>
              <a:t>30</a:t>
            </a:r>
          </a:p>
        </p:txBody>
      </p:sp>
      <p:sp>
        <p:nvSpPr>
          <p:cNvPr id="58" name="New shape" title=""/>
          <p:cNvSpPr/>
          <p:nvPr/>
        </p:nvSpPr>
        <p:spPr>
          <a:xfrm>
            <a:off x="59580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merchandise exports index 2019-2025, by region</a:t>
            </a:r>
          </a:p>
        </p:txBody>
      </p:sp>
      <p:sp>
        <p:nvSpPr>
          <p:cNvPr id="59" name="New shape" title=""/>
          <p:cNvSpPr/>
          <p:nvPr/>
        </p:nvSpPr>
        <p:spPr>
          <a:xfrm>
            <a:off x="109152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9" action="ppaction://hlinksldjump">
                  <a:extLst>
                    <a:ext uri="{A12FA001-AC4F-418D-AE19-62706E023703}">
                      <ahyp:hlinkClr xmlns:ahyp="http://schemas.microsoft.com/office/drawing/2018/hyperlinkcolor" val="tx"/>
                    </a:ext>
                  </a:extLst>
                </a:hlinkClick>
              </a:rPr>
              <a:t>31</a:t>
            </a:r>
          </a:p>
        </p:txBody>
      </p:sp>
      <p:sp>
        <p:nvSpPr>
          <p:cNvPr id="60" name="New shape" title=""/>
          <p:cNvSpPr/>
          <p:nvPr/>
        </p:nvSpPr>
        <p:spPr>
          <a:xfrm>
            <a:off x="59580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merchandise imports index 2019-2025, by region</a:t>
            </a:r>
          </a:p>
        </p:txBody>
      </p:sp>
      <p:sp>
        <p:nvSpPr>
          <p:cNvPr id="61" name="New shape" title=""/>
          <p:cNvSpPr/>
          <p:nvPr/>
        </p:nvSpPr>
        <p:spPr>
          <a:xfrm>
            <a:off x="10915200" y="377574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0" action="ppaction://hlinksldjump">
                  <a:extLst>
                    <a:ext uri="{A12FA001-AC4F-418D-AE19-62706E023703}">
                      <ahyp:hlinkClr xmlns:ahyp="http://schemas.microsoft.com/office/drawing/2018/hyperlinkcolor" val="tx"/>
                    </a:ext>
                  </a:extLst>
                </a:hlinkClick>
              </a:rPr>
              <a:t>32</a:t>
            </a:r>
          </a:p>
        </p:txBody>
      </p:sp>
      <p:sp>
        <p:nvSpPr>
          <p:cNvPr id="62" name="New shape" title=""/>
          <p:cNvSpPr/>
          <p:nvPr/>
        </p:nvSpPr>
        <p:spPr>
          <a:xfrm>
            <a:off x="5958000" y="377574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German export expectations for manufacturing 1991-2024</a:t>
            </a:r>
          </a:p>
        </p:txBody>
      </p:sp>
      <p:sp>
        <p:nvSpPr>
          <p:cNvPr id="63" name="New shape" title=""/>
          <p:cNvSpPr/>
          <p:nvPr/>
        </p:nvSpPr>
        <p:spPr>
          <a:xfrm>
            <a:off x="10915200" y="394602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1" action="ppaction://hlinksldjump">
                  <a:extLst>
                    <a:ext uri="{A12FA001-AC4F-418D-AE19-62706E023703}">
                      <ahyp:hlinkClr xmlns:ahyp="http://schemas.microsoft.com/office/drawing/2018/hyperlinkcolor" val="tx"/>
                    </a:ext>
                  </a:extLst>
                </a:hlinkClick>
              </a:rPr>
              <a:t>33</a:t>
            </a:r>
          </a:p>
        </p:txBody>
      </p:sp>
      <p:sp>
        <p:nvSpPr>
          <p:cNvPr id="64" name="New shape" title=""/>
          <p:cNvSpPr/>
          <p:nvPr/>
        </p:nvSpPr>
        <p:spPr>
          <a:xfrm>
            <a:off x="5958000" y="394602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Merchandise exports growth rate South Korea 2014-2024</a:t>
            </a:r>
          </a:p>
        </p:txBody>
      </p:sp>
      <p:sp>
        <p:nvSpPr>
          <p:cNvPr id="65" name="New shape" title=""/>
          <p:cNvSpPr/>
          <p:nvPr/>
        </p:nvSpPr>
        <p:spPr>
          <a:xfrm>
            <a:off x="10915200" y="411630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2" action="ppaction://hlinksldjump">
                  <a:extLst>
                    <a:ext uri="{A12FA001-AC4F-418D-AE19-62706E023703}">
                      <ahyp:hlinkClr xmlns:ahyp="http://schemas.microsoft.com/office/drawing/2018/hyperlinkcolor" val="tx"/>
                    </a:ext>
                  </a:extLst>
                </a:hlinkClick>
              </a:rPr>
              <a:t>34</a:t>
            </a:r>
          </a:p>
        </p:txBody>
      </p:sp>
      <p:sp>
        <p:nvSpPr>
          <p:cNvPr id="66" name="New shape" title=""/>
          <p:cNvSpPr/>
          <p:nvPr/>
        </p:nvSpPr>
        <p:spPr>
          <a:xfrm>
            <a:off x="5958000" y="411630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Monthly Baltic Dry Index value 2018-2024</a:t>
            </a:r>
          </a:p>
        </p:txBody>
      </p:sp>
      <p:sp>
        <p:nvSpPr>
          <p:cNvPr id="67" name="New shape" title=""/>
          <p:cNvSpPr/>
          <p:nvPr/>
        </p:nvSpPr>
        <p:spPr>
          <a:xfrm>
            <a:off x="10915200" y="428657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3" action="ppaction://hlinksldjump">
                  <a:extLst>
                    <a:ext uri="{A12FA001-AC4F-418D-AE19-62706E023703}">
                      <ahyp:hlinkClr xmlns:ahyp="http://schemas.microsoft.com/office/drawing/2018/hyperlinkcolor" val="tx"/>
                    </a:ext>
                  </a:extLst>
                </a:hlinkClick>
              </a:rPr>
              <a:t>35</a:t>
            </a:r>
          </a:p>
        </p:txBody>
      </p:sp>
      <p:sp>
        <p:nvSpPr>
          <p:cNvPr id="68" name="New shape" title=""/>
          <p:cNvSpPr/>
          <p:nvPr/>
        </p:nvSpPr>
        <p:spPr>
          <a:xfrm>
            <a:off x="5958000" y="428657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Global container shipping throughput 2016-2025</a:t>
            </a:r>
          </a:p>
        </p:txBody>
      </p:sp>
      <p:sp>
        <p:nvSpPr>
          <p:cNvPr id="69" name="New shape" title=""/>
          <p:cNvSpPr/>
          <p:nvPr/>
        </p:nvSpPr>
        <p:spPr>
          <a:xfrm>
            <a:off x="5958000" y="4583857"/>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05 Money and capital markets</a:t>
            </a:r>
          </a:p>
        </p:txBody>
      </p:sp>
      <p:sp>
        <p:nvSpPr>
          <p:cNvPr id="70" name="New shape" title=""/>
          <p:cNvSpPr/>
          <p:nvPr/>
        </p:nvSpPr>
        <p:spPr>
          <a:xfrm>
            <a:off x="10915200" y="4817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4" action="ppaction://hlinksldjump">
                  <a:extLst>
                    <a:ext uri="{A12FA001-AC4F-418D-AE19-62706E023703}">
                      <ahyp:hlinkClr xmlns:ahyp="http://schemas.microsoft.com/office/drawing/2018/hyperlinkcolor" val="tx"/>
                    </a:ext>
                  </a:extLst>
                </a:hlinkClick>
              </a:rPr>
              <a:t>37</a:t>
            </a:r>
          </a:p>
        </p:txBody>
      </p:sp>
      <p:sp>
        <p:nvSpPr>
          <p:cNvPr id="71" name="New shape" title=""/>
          <p:cNvSpPr/>
          <p:nvPr/>
        </p:nvSpPr>
        <p:spPr>
          <a:xfrm>
            <a:off x="5958000" y="4817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Germany and U.S. 10-year government bonds yields 2008-2025</a:t>
            </a:r>
          </a:p>
        </p:txBody>
      </p:sp>
      <p:sp>
        <p:nvSpPr>
          <p:cNvPr id="72" name="New shape" title=""/>
          <p:cNvSpPr/>
          <p:nvPr/>
        </p:nvSpPr>
        <p:spPr>
          <a:xfrm>
            <a:off x="10915200" y="49875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5" action="ppaction://hlinksldjump">
                  <a:extLst>
                    <a:ext uri="{A12FA001-AC4F-418D-AE19-62706E023703}">
                      <ahyp:hlinkClr xmlns:ahyp="http://schemas.microsoft.com/office/drawing/2018/hyperlinkcolor" val="tx"/>
                    </a:ext>
                  </a:extLst>
                </a:hlinkClick>
              </a:rPr>
              <a:t>38</a:t>
            </a:r>
          </a:p>
        </p:txBody>
      </p:sp>
      <p:sp>
        <p:nvSpPr>
          <p:cNvPr id="73" name="New shape" title=""/>
          <p:cNvSpPr/>
          <p:nvPr/>
        </p:nvSpPr>
        <p:spPr>
          <a:xfrm>
            <a:off x="5958000" y="49875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Monthly 10-year minus two-year government bond yield spread U.S. 2006-2025</a:t>
            </a:r>
          </a:p>
        </p:txBody>
      </p:sp>
      <p:sp>
        <p:nvSpPr>
          <p:cNvPr id="74" name="New shape" title=""/>
          <p:cNvSpPr/>
          <p:nvPr/>
        </p:nvSpPr>
        <p:spPr>
          <a:xfrm>
            <a:off x="10915200" y="51578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6" action="ppaction://hlinksldjump">
                  <a:extLst>
                    <a:ext uri="{A12FA001-AC4F-418D-AE19-62706E023703}">
                      <ahyp:hlinkClr xmlns:ahyp="http://schemas.microsoft.com/office/drawing/2018/hyperlinkcolor" val="tx"/>
                    </a:ext>
                  </a:extLst>
                </a:hlinkClick>
              </a:rPr>
              <a:t>39</a:t>
            </a:r>
          </a:p>
        </p:txBody>
      </p:sp>
      <p:sp>
        <p:nvSpPr>
          <p:cNvPr id="75" name="New shape" title=""/>
          <p:cNvSpPr/>
          <p:nvPr/>
        </p:nvSpPr>
        <p:spPr>
          <a:xfrm>
            <a:off x="5958000" y="51578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Central bank policy rates in advanced and emerging economies 2019-2025</a:t>
            </a:r>
          </a:p>
        </p:txBody>
      </p:sp>
      <p:sp>
        <p:nvSpPr>
          <p:cNvPr id="76" name="New shape" title=""/>
          <p:cNvSpPr/>
          <p:nvPr/>
        </p:nvSpPr>
        <p:spPr>
          <a:xfrm>
            <a:off x="10915200" y="53281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7" action="ppaction://hlinksldjump">
                  <a:extLst>
                    <a:ext uri="{A12FA001-AC4F-418D-AE19-62706E023703}">
                      <ahyp:hlinkClr xmlns:ahyp="http://schemas.microsoft.com/office/drawing/2018/hyperlinkcolor" val="tx"/>
                    </a:ext>
                  </a:extLst>
                </a:hlinkClick>
              </a:rPr>
              <a:t>40</a:t>
            </a:r>
          </a:p>
        </p:txBody>
      </p:sp>
      <p:sp>
        <p:nvSpPr>
          <p:cNvPr id="77" name="New shape" title=""/>
          <p:cNvSpPr/>
          <p:nvPr/>
        </p:nvSpPr>
        <p:spPr>
          <a:xfrm>
            <a:off x="5958000" y="53281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Share price index in major developed and emerging economies 2019-2025</a:t>
            </a: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a:t>
            </a:r>
          </a:p>
        </p:txBody>
      </p:sp>
      <p:sp>
        <p:nvSpPr>
          <p:cNvPr id="7" name="New shape" title=""/>
          <p:cNvSpPr/>
          <p:nvPr/>
        </p:nvSpPr>
        <p:spPr>
          <a:xfrm>
            <a:off x="55440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41</a:t>
            </a:r>
          </a:p>
        </p:txBody>
      </p:sp>
      <p:sp>
        <p:nvSpPr>
          <p:cNvPr id="8" name="New shape" title=""/>
          <p:cNvSpPr/>
          <p:nvPr/>
        </p:nvSpPr>
        <p:spPr>
          <a:xfrm>
            <a:off x="5868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Annual stock market returns in major developed and emerging economies 2006-2020</a:t>
            </a:r>
          </a:p>
        </p:txBody>
      </p:sp>
      <p:sp>
        <p:nvSpPr>
          <p:cNvPr id="9" name="New shape" title=""/>
          <p:cNvSpPr/>
          <p:nvPr/>
        </p:nvSpPr>
        <p:spPr>
          <a:xfrm>
            <a:off x="55440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42</a:t>
            </a:r>
          </a:p>
        </p:txBody>
      </p:sp>
      <p:sp>
        <p:nvSpPr>
          <p:cNvPr id="10" name="New shape" title=""/>
          <p:cNvSpPr/>
          <p:nvPr/>
        </p:nvSpPr>
        <p:spPr>
          <a:xfrm>
            <a:off x="5868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Credit to the non-financial sector in developed and emerging countries 2005-2024</a:t>
            </a:r>
          </a:p>
        </p:txBody>
      </p:sp>
      <p:sp>
        <p:nvSpPr>
          <p:cNvPr id="11" name="New shape" title=""/>
          <p:cNvSpPr/>
          <p:nvPr/>
        </p:nvSpPr>
        <p:spPr>
          <a:xfrm>
            <a:off x="586800" y="2350356"/>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06 Public finances</a:t>
            </a:r>
          </a:p>
        </p:txBody>
      </p:sp>
      <p:sp>
        <p:nvSpPr>
          <p:cNvPr id="12" name="New shape" title=""/>
          <p:cNvSpPr/>
          <p:nvPr/>
        </p:nvSpPr>
        <p:spPr>
          <a:xfrm>
            <a:off x="5544000" y="2583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44</a:t>
            </a:r>
          </a:p>
        </p:txBody>
      </p:sp>
      <p:sp>
        <p:nvSpPr>
          <p:cNvPr id="13" name="New shape" title=""/>
          <p:cNvSpPr/>
          <p:nvPr/>
        </p:nvSpPr>
        <p:spPr>
          <a:xfrm>
            <a:off x="586800" y="2583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Gross government debt as a share of GDP in advanced economies 2001-2024</a:t>
            </a:r>
          </a:p>
        </p:txBody>
      </p:sp>
      <p:sp>
        <p:nvSpPr>
          <p:cNvPr id="14" name="New shape" title=""/>
          <p:cNvSpPr/>
          <p:nvPr/>
        </p:nvSpPr>
        <p:spPr>
          <a:xfrm>
            <a:off x="5544000" y="2754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45</a:t>
            </a:r>
          </a:p>
        </p:txBody>
      </p:sp>
      <p:sp>
        <p:nvSpPr>
          <p:cNvPr id="15" name="New shape" title=""/>
          <p:cNvSpPr/>
          <p:nvPr/>
        </p:nvSpPr>
        <p:spPr>
          <a:xfrm>
            <a:off x="586800" y="2754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Gross government debt as a share of GDP in emerging economies 2001-2024</a:t>
            </a:r>
          </a:p>
        </p:txBody>
      </p:sp>
      <p:sp>
        <p:nvSpPr>
          <p:cNvPr id="16" name="New shape" title=""/>
          <p:cNvSpPr/>
          <p:nvPr/>
        </p:nvSpPr>
        <p:spPr>
          <a:xfrm>
            <a:off x="5544000" y="2924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46</a:t>
            </a:r>
          </a:p>
        </p:txBody>
      </p:sp>
      <p:sp>
        <p:nvSpPr>
          <p:cNvPr id="17" name="New shape" title=""/>
          <p:cNvSpPr/>
          <p:nvPr/>
        </p:nvSpPr>
        <p:spPr>
          <a:xfrm>
            <a:off x="586800" y="2924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Gross government debt in G7 countries 2014-2023</a:t>
            </a:r>
          </a:p>
        </p:txBody>
      </p:sp>
      <p:sp>
        <p:nvSpPr>
          <p:cNvPr id="18" name="New shape" title=""/>
          <p:cNvSpPr/>
          <p:nvPr/>
        </p:nvSpPr>
        <p:spPr>
          <a:xfrm>
            <a:off x="55440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47</a:t>
            </a:r>
          </a:p>
        </p:txBody>
      </p:sp>
      <p:sp>
        <p:nvSpPr>
          <p:cNvPr id="19" name="New shape" title=""/>
          <p:cNvSpPr/>
          <p:nvPr/>
        </p:nvSpPr>
        <p:spPr>
          <a:xfrm>
            <a:off x="5868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Gross government debt in BRICS countries 2014-2023</a:t>
            </a:r>
          </a:p>
        </p:txBody>
      </p:sp>
      <p:sp>
        <p:nvSpPr>
          <p:cNvPr id="20" name="New shape" title=""/>
          <p:cNvSpPr/>
          <p:nvPr/>
        </p:nvSpPr>
        <p:spPr>
          <a:xfrm>
            <a:off x="55440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48</a:t>
            </a:r>
          </a:p>
        </p:txBody>
      </p:sp>
      <p:sp>
        <p:nvSpPr>
          <p:cNvPr id="21" name="New shape" title=""/>
          <p:cNvSpPr/>
          <p:nvPr/>
        </p:nvSpPr>
        <p:spPr>
          <a:xfrm>
            <a:off x="5868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General public debt as share of GDP by country Latin America 2024</a:t>
            </a:r>
          </a:p>
        </p:txBody>
      </p:sp>
      <p:sp>
        <p:nvSpPr>
          <p:cNvPr id="22" name="New shape" title=""/>
          <p:cNvSpPr/>
          <p:nvPr/>
        </p:nvSpPr>
        <p:spPr>
          <a:xfrm>
            <a:off x="55440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49</a:t>
            </a:r>
          </a:p>
        </p:txBody>
      </p:sp>
      <p:sp>
        <p:nvSpPr>
          <p:cNvPr id="23" name="New shape" title=""/>
          <p:cNvSpPr/>
          <p:nvPr/>
        </p:nvSpPr>
        <p:spPr>
          <a:xfrm>
            <a:off x="5868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Government gross debt as share of GDP APAC 2021, by country</a:t>
            </a:r>
          </a:p>
        </p:txBody>
      </p:sp>
      <p:sp>
        <p:nvSpPr>
          <p:cNvPr id="24" name="New shape" title=""/>
          <p:cNvSpPr/>
          <p:nvPr/>
        </p:nvSpPr>
        <p:spPr>
          <a:xfrm>
            <a:off x="55440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50</a:t>
            </a:r>
          </a:p>
        </p:txBody>
      </p:sp>
      <p:sp>
        <p:nvSpPr>
          <p:cNvPr id="25" name="New shape" title=""/>
          <p:cNvSpPr/>
          <p:nvPr/>
        </p:nvSpPr>
        <p:spPr>
          <a:xfrm>
            <a:off x="5868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National debt in relation to GDP in Sub-Saharan Africa 2022, by country</a:t>
            </a: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Indicators of real activity</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01</a:t>
            </a: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most years since 1980, global GDP growth has been relatively consistent, generally fluctuating between two and five percent growth from year to year. The most notable exceptions to this were during the Great Recession in 2009, and again in 2020 during the Covid-19 pandemic, where the global economy actually shrank in both of these years. As the world economy continues to deal with the economic impact of the pandemic, as well as the fallout from Russia's invasion of Ukraine in 2022,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April 2025; *Forecast.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IMF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Growth of the global gross domestic product (GDP) from 1980 to 2024, with forecasts until 2030 (compared to the previous year)</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Growth of the global gross domestic product (GDP) 2030</a:t>
            </a: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statistic shows the growth of the real gross domestic product (GDP) in the G20 from the first quarter of 2021 to the first quarter of 2023. The G20 are the group of the twenty most significant industrial and emerging economies. The G20 is made up of 19 states and the European Union. GDP refers to the total market value of all goods and services that are produced within a country per year. It is an important indicator of the economic strength of a country. In the first quarter of 2023, the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Seasonally adjusted</a:t>
            </a:r>
          </a:p>
          <a:p>
            <a:r>
              <a:rPr sz="600" b="1">
                <a:solidFill>
                  <a:srgbClr val="0F2741"/>
                </a:solidFill>
                <a:latin typeface="Open Sans"/>
              </a:rPr>
              <a:t>Source(s): </a:t>
            </a:r>
            <a:r>
              <a:rPr sz="600" b="0">
                <a:solidFill>
                  <a:srgbClr val="0F2741"/>
                </a:solidFill>
                <a:latin typeface="Open Sans"/>
              </a:rPr>
              <a:t>OECD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Growth of the real gross domestic product (GDP) in the G20 from 1st quarter 2021 to 1st quarter 2023</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Gross domestic product (GDP) growth in the G20 1st quarter 2023</a:t>
            </a: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statistic shows the growth of the real gross domestic product (GDP) in the G20 states in the second quarter of 2023. The G20 are a group of twenty major industrial and emerging economies, consisting of 19 countries and the European Union. Gross domestic product refers to the total value of all goods and services produced during the year within a country and end use intended. It is considered an important indicator of the economic strength of a country. Real gross domestic product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Seasonally adjusted; *as of first quarter 2023.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OECD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8"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409000" y="1882800"/>
            <a:ext cx="1371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GDP growth</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Growth of the real gross domestic product (GDP) in the G20 states in 2nd quarter 2023</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Gross domestic product (GDP) growth in the G20 states 2nd quarter 2023</a:t>
            </a: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April 2025, global industrial production, excluding the United States, increased by 2.97 percent compared to the same time in the previous year, based on three month moving averages. This is compared to an increase of 1.09 percent in advanced economies (excluding the United States) for the same time period.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2019 to April 2025; aggregated using U.S. trade weights</a:t>
            </a:r>
          </a:p>
          <a:p>
            <a:r>
              <a:rPr sz="600" b="1">
                <a:solidFill>
                  <a:srgbClr val="0F2741"/>
                </a:solidFill>
                <a:latin typeface="Open Sans"/>
              </a:rPr>
              <a:t>Source(s): </a:t>
            </a:r>
            <a:r>
              <a:rPr sz="600" b="0">
                <a:solidFill>
                  <a:srgbClr val="0F2741"/>
                </a:solidFill>
                <a:latin typeface="Open Sans"/>
              </a:rPr>
              <a:t>Dallas Fed; Haver Analytics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Global industrial production growth from January 2019 to April 2025,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Industrial production growth worldwide 2019-2025, by region</a:t>
            </a: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April 2020, the global consumer confidence index of 23 countries worldwide dropped to 39.5 following the outbreak of the COVID-19 pandemic. It then slowly increased until July 2021, when it reached an index score of 49.1. Global consumer confidence dropped in the latter half of 2022 following rising inflation rates, but has been increasing since November that year.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2020 to July 2025; 21,200 respondents; 18 years and older*; 29 countries, single-month data; *18+ in India, 18-74 in Canada, Israel, Malaysia, South Africa, Turkey, and the United States, 20-74 in Thailand, 21-74 in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Ipsos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Global consumer confidence in developed and emerging countries from January 2020 to July 2025</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consumer confidence index 2020-2025</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Singapore, Indonesia, and India had the highest consumer confidence of the 29 countries as of September 2024. On the other hand, consumer confidence was lowest in Turkey and Hungary. On average, consumer confidence in the 29 countries included in the survey reached an index score of 49.1.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August 23 to September 6, 2024; 21,200 in 29 countries; 16 years and older*; *18 years and older in India, 18-74 years in Canada, Israel, Malaysia, South Africa, Turkey, and the United States, 20-74 years in Thailand, 21-74 years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Ipsos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9"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440750" y="1882800"/>
            <a:ext cx="1308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Index score</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9</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Consumer confidence in developed and emerging countries in September 2024</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Consumer confidence in developed and emerging countries 2024</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Global Economic Policy Uncertainty (GEPU) index was at its highest in May 2020, when the COVID-19 pandemic brought global economic uncertainty. The index was also high after the Russian invasion of Ukraine in February 2022. Moreover, the index rose sharply in November 2024 after Donald Trump was re-elected as President of the United States. Trump promised to impose trade tariffs against a range of countries, and did so against Canada, Mexico, and China in February 2024. The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2020 to December 2024; *The global EPU Index is measured based on purchasing power parity-adjusted GDP. PPP-adjusted GDP controls for different costs of living and price levels (usually relative to the U.S. dollar),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Economic Policy Uncertainty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Global Economic Policy Uncertainty Index from January 1997 to December 2024 (PPP adjusted)</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EPU Index with monthly PPP GDP 1997-2024</a:t>
            </a: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real per capita cosumer spending ranking is led by Iran with 120,324,699 U.S. dollars, while Vietnam is following with 49,388,580.61 U.S. dollars. In contrast, Zimbabwe is at the bottom of the ranking with 2.87 U.S. dollars, showing a difference of 120,324,696.13 U.S. dollars to Iran.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Albania; Jan 1st to Dec 31st 2024; All values are estimates.</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0"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500950" y="1882800"/>
            <a:ext cx="31877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Per capita spending in U.S. dollars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11</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Ranking of the real per capita consumer spending by country 2024 (in U.S. dollars)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Real consumer spending per capita worldwide 2024, by country</a:t>
            </a: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Employment &amp; wages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02</a:t>
            </a: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2024, the unemployment rate in Worldwide stood at 4.89 percent. Between 1991 and 2024, the figure dropped by 0.24 percentage points, though the decline followed an uneven course rather than a steady trajectory.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1991 to 2024</a:t>
            </a:r>
          </a:p>
          <a:p>
            <a:r>
              <a:rPr sz="600" b="1">
                <a:solidFill>
                  <a:srgbClr val="0F2741"/>
                </a:solidFill>
                <a:latin typeface="Open Sans"/>
              </a:rPr>
              <a:t>Source(s): </a:t>
            </a:r>
            <a:r>
              <a:rPr sz="600" b="0">
                <a:solidFill>
                  <a:srgbClr val="0F2741"/>
                </a:solidFill>
                <a:latin typeface="Open Sans"/>
              </a:rPr>
              <a:t>World Bank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Unemployment rate in Worldwide from 1991 to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Unemployment rate in Worldwide 1991-2024</a:t>
            </a: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From the second quarter of 2022, France was the country of those included in the chart with the highest unemployment rates. During the first quarter of 2024, the European country registered an unemployment rate of 7.41. In the same quarter, Japan had the lowest unemployment rates of the countries included.China does not release quarterly unemployment rate statistics anymore. Monthly unemployment data can be found here.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Q1 2017 to Q2 2025; 15-74 years; *Estimates. Data for China is available here , Russia here , and for Brazil here . The definitions of unemployment, as well as the age groups included for calculations, differ between the countries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Brazilian Institute of Geography and Statistics; MOHRSS; OECD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Quarterly unemployment rates in developed and emerging countries from Q1 2017 to Q2 2025</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Quarterly unemployment rates in developed and emerging countries 2017-2025</a:t>
            </a: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Of the major developed economies, Japan had the highest employment rate in the first quarter of 2024, with 79 percent of the working age population engaged in paid employment. This is perhaps not surprising, given the country's famously low fertility rate. In the same quarter, France reported the lowest employment rate at 68.7.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France, Germany, Japan, United Kingdom, United States, EU; Q1 2017 to Q2 2024; 15-64 years; Calendar and seasonally adjusted</a:t>
            </a:r>
          </a:p>
          <a:p>
            <a:r>
              <a:rPr sz="600" b="1">
                <a:solidFill>
                  <a:srgbClr val="0F2741"/>
                </a:solidFill>
                <a:latin typeface="Open Sans"/>
              </a:rPr>
              <a:t>Source(s): </a:t>
            </a:r>
            <a:r>
              <a:rPr sz="600" b="0">
                <a:solidFill>
                  <a:srgbClr val="0F2741"/>
                </a:solidFill>
                <a:latin typeface="Open Sans"/>
              </a:rPr>
              <a:t>OECD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Employment rate in major developed countries from 2nd quarter 2017 to 2nd quarter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Quarterly employment rate in major developed countries 2017-2024</a:t>
            </a:r>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Of the seven largest developed economies, in 2023, the United States had the highest average wage by a significant margin at over 77,000 U.S. dollars per year. Canada had the second highest annual average wages, followed by Germany. Meanwhile, Japan had the lowest average wages out of the seven largest developed economies.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Canada, France, Germany, Italy, Japan, United Kingdom, United States; 2010 to 2023; PPP converted constant prices</a:t>
            </a:r>
          </a:p>
          <a:p>
            <a:r>
              <a:rPr sz="600" b="1">
                <a:solidFill>
                  <a:srgbClr val="0F2741"/>
                </a:solidFill>
                <a:latin typeface="Open Sans"/>
              </a:rPr>
              <a:t>Source(s): </a:t>
            </a:r>
            <a:r>
              <a:rPr sz="600" b="0">
                <a:solidFill>
                  <a:srgbClr val="0F2741"/>
                </a:solidFill>
                <a:latin typeface="Open Sans"/>
              </a:rPr>
              <a:t>OECD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Average annual wages in major developed countries from 2010 to 2023 (in PPP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Average annual wages in major developed countries 2010-2023</a:t>
            </a: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Japan recorded the lowest growth rate in average wages of the three advanced major economies included here over recent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2020 to May 2025</a:t>
            </a:r>
          </a:p>
          <a:p>
            <a:r>
              <a:rPr sz="600" b="1">
                <a:solidFill>
                  <a:srgbClr val="0F2741"/>
                </a:solidFill>
                <a:latin typeface="Open Sans"/>
              </a:rPr>
              <a:t>Source(s): </a:t>
            </a:r>
            <a:r>
              <a:rPr sz="600" b="0">
                <a:solidFill>
                  <a:srgbClr val="0F2741"/>
                </a:solidFill>
                <a:latin typeface="Open Sans"/>
              </a:rPr>
              <a:t>BEA; MHLW (Japan); Office for National Statistics (UK); Trading Economics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Wage growth in Japan, the United Kingdom, and the United States from January 2020 to May 2025</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Wage growth in developed countries 2019-2025</a:t>
            </a: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Nominal wage growth in both the European Union and the Euro currency area (comprising 20 of the 27 EU members) reached a record high in the second quarter of 22, when wages increased by 5.7 and 5.6 percent respectively. This trend continued during 2023, with a wage increase of 5.7 and 5.2 percent during the third quarter of 23. Nominal wage growth is the increase in wages compared to the same period the previous year in nominal values - i.e. in monetary values unadjusted for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EU; Q1 2010 to Q3 2024</a:t>
            </a:r>
          </a:p>
          <a:p>
            <a:r>
              <a:rPr sz="600" b="1">
                <a:solidFill>
                  <a:srgbClr val="0F2741"/>
                </a:solidFill>
                <a:latin typeface="Open Sans"/>
              </a:rPr>
              <a:t>Source(s): </a:t>
            </a:r>
            <a:r>
              <a:rPr sz="600" b="0">
                <a:solidFill>
                  <a:srgbClr val="0F2741"/>
                </a:solidFill>
                <a:latin typeface="Open Sans"/>
              </a:rPr>
              <a:t>Eurostat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Nominal wage and salary growth in the European Union and Euro currency area from Q1 2010 to Q3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Nominal wage and salary growth in the European Union and Euro area 2009-2024</a:t>
            </a: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Price indicators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03</a:t>
            </a: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August 2024, the global consumer price index, excluding the United States, stood at 187.7, compared to 160.1 for the U.S. The data for the world and emerging economies are distorted by hyperinflation in Venezuela and may not accurately reflect the inflation rate of other countries. However, Russia's war in Ukraine caused a surge in prices globally through 2022 and 2023. The headline consumer price index tracks the changes in the price level of a basket of goods and services purchased by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2020 to May 2024</a:t>
            </a:r>
          </a:p>
          <a:p>
            <a:r>
              <a:rPr sz="600" b="1">
                <a:solidFill>
                  <a:srgbClr val="0F2741"/>
                </a:solidFill>
                <a:latin typeface="Open Sans"/>
              </a:rPr>
              <a:t>Source(s): </a:t>
            </a:r>
            <a:r>
              <a:rPr sz="600" b="0">
                <a:solidFill>
                  <a:srgbClr val="0F2741"/>
                </a:solidFill>
                <a:latin typeface="Open Sans"/>
              </a:rPr>
              <a:t>Dallas Fed; Haver Analytics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Headline consumer price index worldwide from January 2020 to August 2024,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Monthly headline consumer price index 2019-2024, by region</a:t>
            </a:r>
          </a:p>
        </p:txBody>
      </p:sp>
    </p:spTree>
  </p:cSld>
  <p:clrMapOvr>
    <a:masterClrMapping/>
  </p:clrMapOvr>
  <p:transition/>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and through 2024, the world saw inflation rates increase amid, among other things, post-COVID-19 effects and the Russia-Ukraine war. Argentina and Turkey were both plagued by hyperinflation, with over 219 and 58 percent in 2024, respectively. Except for these, Russia had the highest inflation rate, at nearly eight percent. On the other hand, China had the lowest rate of the countries included here, at 0.2 percent.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Argentina, Australia, Brazil, China, France, Germany, India, Italy, Japan, Russia, Saudi Arabia, South Africa, Spain, Turkey, United Kingdom, United States; 2015 to 2024</a:t>
            </a:r>
          </a:p>
          <a:p>
            <a:r>
              <a:rPr sz="600" b="1">
                <a:solidFill>
                  <a:srgbClr val="0F2741"/>
                </a:solidFill>
                <a:latin typeface="Open Sans"/>
              </a:rPr>
              <a:t>Source(s): </a:t>
            </a:r>
            <a:r>
              <a:rPr sz="600" b="0">
                <a:solidFill>
                  <a:srgbClr val="0F2741"/>
                </a:solidFill>
                <a:latin typeface="Open Sans"/>
              </a:rPr>
              <a:t>OECD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Annual change in consumer price index (CPI) in selected countries worldwide from 2015 to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Annual change in CPI 2015-2024, by country</a:t>
            </a:r>
          </a:p>
        </p:txBody>
      </p:sp>
    </p:spTree>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Of the major developed and emerging economies, China had the lowest inflation rate at 0.1 percent in June 2025. On the other end of the spectrum, the inflation rate in Russia stood at nearly 10 percent. The country's inflation rate increased sharply after the country's President, Vladimir Putin, decided to invade Ukraine, declined somewhat in 2023, before increasing slowly again since. The rate of inflation reflects changes in the cost of a specified basket containing a representative selection of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2021 to December 2024</a:t>
            </a:r>
          </a:p>
          <a:p>
            <a:r>
              <a:rPr sz="600" b="1">
                <a:solidFill>
                  <a:srgbClr val="0F2741"/>
                </a:solidFill>
                <a:latin typeface="Open Sans"/>
              </a:rPr>
              <a:t>Source(s): </a:t>
            </a:r>
            <a:r>
              <a:rPr sz="600" b="0">
                <a:solidFill>
                  <a:srgbClr val="0F2741"/>
                </a:solidFill>
                <a:latin typeface="Open Sans"/>
              </a:rPr>
              <a:t>Brazilian Institute of Geography and Statistics; Bureau of Labor Statistics; Eurostat; Insee; Istat; Labour Bureau India; National Bureau of Statistics of China; Office for National Statistics (UK); Russian Federal State Statistics Service; Statistics Bureau of [...]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Monthly inflation rates in developed and emerging countries from January 2021 to June 2025 (compared to the same month of the previous year)</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Monthly inflation rates in developed and emerging countries 2021-2025</a:t>
            </a:r>
          </a:p>
        </p:txBody>
      </p:sp>
    </p:spTree>
  </p:cSld>
  <p:clrMapOvr>
    <a:masterClrMapping/>
  </p:clrMapOvr>
  <p:transition/>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August 2024, the global producer price index (PPI)/ wholesale price index inflation (WPI), excluding the U.S., stood at 174.01. In the United States, the index value amounted to 165.3. The PPI/WPI inflation tracks changes in the level of prices received by domestic producers for their goods and services.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2019 to August 2024</a:t>
            </a:r>
          </a:p>
          <a:p>
            <a:r>
              <a:rPr sz="600" b="1">
                <a:solidFill>
                  <a:srgbClr val="0F2741"/>
                </a:solidFill>
                <a:latin typeface="Open Sans"/>
              </a:rPr>
              <a:t>Source(s): </a:t>
            </a:r>
            <a:r>
              <a:rPr sz="600" b="0">
                <a:solidFill>
                  <a:srgbClr val="0F2741"/>
                </a:solidFill>
                <a:latin typeface="Open Sans"/>
              </a:rPr>
              <a:t>Dallas Fed; Haver Analytics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Producer Price Index (PPI) / Wholesale Price Index (WPI) Inflation worldwide from January 2019 to August 2024,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Producer Price Index/Wholesale Price Index Inflation worldwide 2019-2024</a:t>
            </a:r>
          </a:p>
        </p:txBody>
      </p:sp>
    </p:spTree>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November 2024, the producer price index (PPI) in the United States was the highest in the four countries/areas under consideration. That month, its index score stood at above 146, compared to roughly 127 in the Euro Area, which was the second highest in the four areas. Contrarily, China is struggling with a decreasing PPI.The producer price index (PPI) measures the average change over time in the selling prices received by domestic producers for their output.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China, Japan, United States, EU; January 2020 to November 2024</a:t>
            </a:r>
          </a:p>
          <a:p>
            <a:r>
              <a:rPr sz="600" b="1">
                <a:solidFill>
                  <a:srgbClr val="0F2741"/>
                </a:solidFill>
                <a:latin typeface="Open Sans"/>
              </a:rPr>
              <a:t>Source(s): </a:t>
            </a:r>
            <a:r>
              <a:rPr sz="600" b="0">
                <a:solidFill>
                  <a:srgbClr val="0F2741"/>
                </a:solidFill>
                <a:latin typeface="Open Sans"/>
              </a:rPr>
              <a:t>Trading Economics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Monthly producer price index (PPI) for all commodities in major economies from January 2020 to November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Producer price index (PPI) all commodities in major economies: 2020-2024</a:t>
            </a:r>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Through 2022, the changes in the producer price index (PPI) were at a high rate across all regions, before falling through the last quarter of 2022 and the first months of 2023. In the Euro Area, the monthly change was over 40 percent in August 2022, but has been negative since mid-2023. Meanwhile, China had a negative index rate of 2.8 percent in September 2024, struggling with producer price deflation through 2023. The Producer Price Index (PPI) measures the average change over time in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Europe, China, Japan, United States; January 2020 to September 2024</a:t>
            </a:r>
          </a:p>
          <a:p>
            <a:r>
              <a:rPr sz="600" b="1">
                <a:solidFill>
                  <a:srgbClr val="0F2741"/>
                </a:solidFill>
                <a:latin typeface="Open Sans"/>
              </a:rPr>
              <a:t>Source(s): </a:t>
            </a:r>
            <a:r>
              <a:rPr sz="600" b="0">
                <a:solidFill>
                  <a:srgbClr val="0F2741"/>
                </a:solidFill>
                <a:latin typeface="Open Sans"/>
              </a:rPr>
              <a:t>Trading Economics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Monthly change in the Producer Price Index (PPI) for all commodities in major economies from January 2020 to September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Producer Price Index (PPI) change in major economies 2020-2024</a:t>
            </a: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average spot price for West Texas Intermediate crude oil came to 76.63 U.S. dollars per barrel in 2024, a decrease of nearly one U.S. dollars compared to the previous year. The 2024 average spot price for Brent crude oil was 80.52 U.S. dollars. Both Brent and WTI are light crude oils, with the first used as a benchmark for gasoline prices around the world.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1990 to 2024</a:t>
            </a:r>
          </a:p>
          <a:p>
            <a:r>
              <a:rPr sz="600" b="1">
                <a:solidFill>
                  <a:srgbClr val="0F2741"/>
                </a:solidFill>
                <a:latin typeface="Open Sans"/>
              </a:rPr>
              <a:t>Source(s): </a:t>
            </a:r>
            <a:r>
              <a:rPr sz="600" b="0">
                <a:solidFill>
                  <a:srgbClr val="0F2741"/>
                </a:solidFill>
                <a:latin typeface="Open Sans"/>
              </a:rPr>
              <a:t>EIA; Thomson Reuters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Annual average WTI and Brent crude oil spot prices from 1990 to 2024 (in U.S. dollars per barrel)</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WTI and Brent crude oil's average annual spot prices 1990-2024</a:t>
            </a: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Trade indicators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04</a:t>
            </a: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May 2025, global trade volume in goods presented no change in trade volume percent compared to the previous month. Global trade volumes fell by 12.9 percent in April 2020 following the outbreak of the COVID-19 pandemic. However, global trade quickly recovered, growing by over seven percent in June that year. Since September 2020, it has had a monthly growth level between 2.9 and minus 2.0 percent.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2018 to February 2025</a:t>
            </a:r>
          </a:p>
          <a:p>
            <a:r>
              <a:rPr sz="600" b="1">
                <a:solidFill>
                  <a:srgbClr val="0F2741"/>
                </a:solidFill>
                <a:latin typeface="Open Sans"/>
              </a:rPr>
              <a:t>Source(s): </a:t>
            </a:r>
            <a:r>
              <a:rPr sz="600" b="0">
                <a:solidFill>
                  <a:srgbClr val="0F2741"/>
                </a:solidFill>
                <a:latin typeface="Open Sans"/>
              </a:rPr>
              <a:t>Netherlands Bureau for Economic Policy Analysis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Change in global goods trade volume from January 2018 to May 2025</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Monthly change in goods trade globally 2018-2025</a:t>
            </a: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2020, both the global trade volume and the growth in GDP dropped following the outbreak of COVID-19. It increased again in 2021, but is estimated to have slowed somewhat in 2023 following the rising global inflation rates.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2007 to 2024; * Estimate. ** Forecast. Trade is the average of export and import volumes. Aggregate growth rates calculated using GDP weights at 2010 prices and market exchange rates.  GDP values prior to 2010 and trade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World Bank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Growth in GDP and trade volume worldwide from 2007 to 2024, with a forecast until 2026</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Change in GDP and trade volume globally 2007-2026</a:t>
            </a: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April 2025, the merchandise exports index worldwide, excluding the U.S., stood at 212.58. This is compared to an index value of 153.43 for the United States in the same month. The index was highest in emerging economies, reaching an index score of 370. Moreover, the merchandise imports index was also highest in emerging economies. The merchandise exports index is the U.S. dollar value of goods sold to the rest of the world, deflated by the U.S. Consumer Price Index (CPI).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2019 to May 2025; aggregated using U.S. trade weights</a:t>
            </a:r>
          </a:p>
          <a:p>
            <a:r>
              <a:rPr sz="600" b="1">
                <a:solidFill>
                  <a:srgbClr val="0F2741"/>
                </a:solidFill>
                <a:latin typeface="Open Sans"/>
              </a:rPr>
              <a:t>Source(s): </a:t>
            </a:r>
            <a:r>
              <a:rPr sz="600" b="0">
                <a:solidFill>
                  <a:srgbClr val="0F2741"/>
                </a:solidFill>
                <a:latin typeface="Open Sans"/>
              </a:rPr>
              <a:t>Dallas Fed; Haver Analytics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Global merchandise exports index from January 2019 to May 2025,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merchandise exports index 2019-2025, by region</a:t>
            </a: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April 2025, the global merchandise imports index, excluding the U.S., stood at 205.07. This is compared to a value of 120.51 for the United States in the same period. In emerging economies, it reached an index level of nearly 339.41.The merchandise imports index is the U.S. dollar value of goods bought from the rest of the world, deflated by the U.S. Consumer Price Index (CPI).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2019 to May 2025; aggregated using U.S. trade weights</a:t>
            </a:r>
          </a:p>
          <a:p>
            <a:r>
              <a:rPr sz="600" b="1">
                <a:solidFill>
                  <a:srgbClr val="0F2741"/>
                </a:solidFill>
                <a:latin typeface="Open Sans"/>
              </a:rPr>
              <a:t>Source(s): </a:t>
            </a:r>
            <a:r>
              <a:rPr sz="600" b="0">
                <a:solidFill>
                  <a:srgbClr val="0F2741"/>
                </a:solidFill>
                <a:latin typeface="Open Sans"/>
              </a:rPr>
              <a:t>Dallas Fed; Haver Analytics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Global merchandise imports index between January 2019 to May 2025,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merchandise imports index 2019-2025, by region</a:t>
            </a: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September 2024, the seasonally adjusted balance value for export expectations in the German manufacturing sector was negative 6.3 points. Between May 2023 and September 2023 the export expectations in the sector registered negative values.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Germany; January 1991 to September 2024</a:t>
            </a:r>
          </a:p>
          <a:p>
            <a:r>
              <a:rPr sz="600" b="1">
                <a:solidFill>
                  <a:srgbClr val="0F2741"/>
                </a:solidFill>
                <a:latin typeface="Open Sans"/>
              </a:rPr>
              <a:t>Source(s): </a:t>
            </a:r>
            <a:r>
              <a:rPr sz="600" b="0">
                <a:solidFill>
                  <a:srgbClr val="0F2741"/>
                </a:solidFill>
                <a:latin typeface="Open Sans"/>
              </a:rPr>
              <a:t>CESifo GmbH; ifo Institut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87500" lnSpcReduction="10000"/>
          </a:bodyPr>
          <a:lstStyle/>
          <a:p>
            <a:pPr algn="l">
              <a:lnSpc>
                <a:spcPct val="100000"/>
              </a:lnSpc>
              <a:spcAft>
                <a:spcPct val="20000"/>
              </a:spcAft>
            </a:pPr>
            <a:r>
              <a:rPr sz="2500">
                <a:solidFill>
                  <a:srgbClr val="0F2741"/>
                </a:solidFill>
                <a:latin typeface="Open Sans Light"/>
              </a:rPr>
              <a:t>Monthly balance values of the ifo export expectations for the German manufacturing sector from January 1991 to September 2024 (seasonally adjusted)</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German export expectations for manufacturing 1991-2024</a:t>
            </a:r>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growth rate of merchandise exports of South Korea in 2024 was estimated at 8.2 percent. Throughout the period of consideration, the growth rate fluctuated.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South Korea; 2014 to 2024; *Estimates.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Asian Development Bank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Growth rate of merchandise exports in South Korea from 2014 to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Merchandise exports growth rate South Korea 2014-2024</a:t>
            </a: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September 30, 2024, the Baltic Dry Index amounted to 2,065 points. This was higher than in the previous month, and higher than in May 2020, immediately after the outbreak of COVID-19, when the index stood at 504. The Baltic Dry Index is based on the current freight cost on various shipping routes and is considered a bellwether of the general shipping market.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2018 to September 2024</a:t>
            </a:r>
          </a:p>
          <a:p>
            <a:r>
              <a:rPr sz="600" b="1">
                <a:solidFill>
                  <a:srgbClr val="0F2741"/>
                </a:solidFill>
                <a:latin typeface="Open Sans"/>
              </a:rPr>
              <a:t>Source(s): </a:t>
            </a:r>
            <a:r>
              <a:rPr sz="600" b="0">
                <a:solidFill>
                  <a:srgbClr val="0F2741"/>
                </a:solidFill>
                <a:latin typeface="Open Sans"/>
              </a:rPr>
              <a:t>Baltic Exchange; Trading Economics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Baltic Dry Index from January 2018 to September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Monthly Baltic Dry Index value 2018-2024</a:t>
            </a:r>
          </a:p>
        </p:txBody>
      </p:sp>
    </p:spTree>
  </p:cSld>
  <p:clrMapOvr>
    <a:masterClrMapping/>
  </p:clrMapOvr>
  <p:transition/>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March 2025, the global container shipping throughput recorded an index value of 135.3. The index increased after the massive decrease caused by the COVID-19 pandemic, despite some setbacks since. For the container throughput index a baseline value of 100 is assigned to 2015.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August 2016 to March 2025</a:t>
            </a:r>
          </a:p>
          <a:p>
            <a:r>
              <a:rPr sz="600" b="1">
                <a:solidFill>
                  <a:srgbClr val="0F2741"/>
                </a:solidFill>
                <a:latin typeface="Open Sans"/>
              </a:rPr>
              <a:t>Source(s): </a:t>
            </a:r>
            <a:r>
              <a:rPr sz="600" b="0">
                <a:solidFill>
                  <a:srgbClr val="0F2741"/>
                </a:solidFill>
                <a:latin typeface="Open Sans"/>
              </a:rPr>
              <a:t>Haver Analytics; ISL; Netherlands Bureau for Economic Policy Analysis; RWI Essen; World Bank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Global container shipping throughput from August 2016 to March 2025 (index value)</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Global container shipping throughput 2016-2025</a:t>
            </a: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Money and capital markets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05</a:t>
            </a:r>
          </a:p>
        </p:txBody>
      </p:sp>
    </p:spTree>
  </p:cSld>
  <p:clrMapOvr>
    <a:masterClrMapping/>
  </p:clrMapOvr>
  <p:transition/>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U.S. ten-year government bonds have provided significantly higher yields compared to German ten-year bonds since 2008, with the former yielding 4.42 percent in May 2025 compared to 2.56 percent for the latter. Being safe but low-return investments, treasury bond yields are generally considered an indicator of investor confidence about the economy. A rising yield indicates falling rates and falling demand, meaning that investors prefer to invest in higher-risk, higher-reward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Germany, United States; January 2008 to May 2025</a:t>
            </a:r>
          </a:p>
          <a:p>
            <a:r>
              <a:rPr sz="600" b="1">
                <a:solidFill>
                  <a:srgbClr val="0F2741"/>
                </a:solidFill>
                <a:latin typeface="Open Sans"/>
              </a:rPr>
              <a:t>Source(s): </a:t>
            </a:r>
            <a:r>
              <a:rPr sz="600" b="0">
                <a:solidFill>
                  <a:srgbClr val="0F2741"/>
                </a:solidFill>
                <a:latin typeface="Open Sans"/>
              </a:rPr>
              <a:t>OECD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Ten-year government bonds yields from Germany and the United States between January 2008 and May 2025</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Germany and U.S. 10-year government bonds yields 2008-2025</a:t>
            </a:r>
          </a:p>
        </p:txBody>
      </p:sp>
    </p:spTree>
  </p:cSld>
  <p:clrMapOvr>
    <a:masterClrMapping/>
  </p:clrMapOvr>
  <p:transition/>
  <p:timing/>
</p:sld>
</file>

<file path=ppt/slides/slide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spread between 10–year and two–year U.S. Treasury bond yields reached a positive value of 0.49 percent in June 2025. The 10–year minus two–year Treasury bond spread is generally considered to be an advance warning of severe weakness in the stock market. Negative spreads occurred prior to the recession of the early 1990s, the tech-bubble crash in 2000–2001, and the financial crisis of 2007–2008.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United States; 2006 to June 2025</a:t>
            </a:r>
          </a:p>
          <a:p>
            <a:r>
              <a:rPr sz="600" b="1">
                <a:solidFill>
                  <a:srgbClr val="0F2741"/>
                </a:solidFill>
                <a:latin typeface="Open Sans"/>
              </a:rPr>
              <a:t>Source(s): </a:t>
            </a:r>
            <a:r>
              <a:rPr sz="600" b="0">
                <a:solidFill>
                  <a:srgbClr val="0F2741"/>
                </a:solidFill>
                <a:latin typeface="Open Sans"/>
              </a:rPr>
              <a:t>St. Louis Fed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Monthly ten-year government bond yield minus two-year government bond yield spread in the United States from 2006 to June 2025</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Monthly 10-year minus two-year government bond yield spread U.S. 2006-2025</a:t>
            </a:r>
          </a:p>
        </p:txBody>
      </p:sp>
    </p:spTree>
  </p:cSld>
  <p:clrMapOvr>
    <a:masterClrMapping/>
  </p:clrMapOvr>
  <p:transition/>
  <p:timing/>
</p:sld>
</file>

<file path=ppt/slides/slide4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From January 2022 to July 2024, a global trend emerged as almost all advanced and emerging economies increased their central bank policy rates. This widespread tightening of monetary policy was in response to inflationary pressures and economic challenges. However, a shift occurred in the latter half of 2024, with most countries beginning to lower their rates, signaling a new phase in the global economic cycle and monetary policy approach. Since September 2023, Russia has consistently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September 2019 to June 2025</a:t>
            </a:r>
          </a:p>
          <a:p>
            <a:r>
              <a:rPr sz="600" b="1">
                <a:solidFill>
                  <a:srgbClr val="0F2741"/>
                </a:solidFill>
                <a:latin typeface="Open Sans"/>
              </a:rPr>
              <a:t>Source(s): </a:t>
            </a:r>
            <a:r>
              <a:rPr sz="600" b="0">
                <a:solidFill>
                  <a:srgbClr val="0F2741"/>
                </a:solidFill>
                <a:latin typeface="Open Sans"/>
              </a:rPr>
              <a:t>Bank for International Settlements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Central bank policy rates in major advanced and emerging economies from September 2019 to June 2025</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Central bank policy rates in advanced and emerging economies 2019-2025</a:t>
            </a:r>
          </a:p>
        </p:txBody>
      </p:sp>
    </p:spTree>
  </p:cSld>
  <p:clrMapOvr>
    <a:masterClrMapping/>
  </p:clrMapOvr>
  <p:transition/>
  <p:timing/>
</p:sld>
</file>

<file path=ppt/slides/slide4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From January 2019 to June 2025, financial markets in India and Brazil outpaced developed markets, with India’s share price index more than doubling and Brazil also climbing sharply. In contrast, developed economies—the United States, Euro area, Germany, France, United Kingdom, and Japan—showed steadier, more moderate gains. Japan is an exception among developed countries, experiencing high volatility but ultimately trending upward. Also, China’s and Russia’s markets showed little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2019 to June 2025; 2015 = 100</a:t>
            </a:r>
          </a:p>
          <a:p>
            <a:r>
              <a:rPr sz="600" b="1">
                <a:solidFill>
                  <a:srgbClr val="0F2741"/>
                </a:solidFill>
                <a:latin typeface="Open Sans"/>
              </a:rPr>
              <a:t>Source(s): </a:t>
            </a:r>
            <a:r>
              <a:rPr sz="600" b="0">
                <a:solidFill>
                  <a:srgbClr val="0F2741"/>
                </a:solidFill>
                <a:latin typeface="Open Sans"/>
              </a:rPr>
              <a:t>OECD; St. Louis Fed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price index in major developed and emerging economies from January 2019 to June 2025</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Share price index in major developed and emerging economies 2019-2025</a:t>
            </a:r>
          </a:p>
        </p:txBody>
      </p:sp>
    </p:spTree>
  </p:cSld>
  <p:clrMapOvr>
    <a:masterClrMapping/>
  </p:clrMapOvr>
  <p:transition/>
  <p:timing/>
</p:sld>
</file>

<file path=ppt/slides/slide4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Using the MSCI emerging markets index, stock markets in emerging economies performed above those of developed economies in 2020, with an annual return of 18.31 percent. This compares to a 2020 annual return of 15.9 percent for the MSCI World Index, which tracks the stock markets of 23 developed economies.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2006 to 2020; * The MSCI World index includes the stock market of 23 developed economies. The MSCI indexes are based on the MSCI Global Investable Market Indexes (GIMI) Methodology, a comprehensive and consistent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Macrotrends; MSCI; S&amp;P Global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Annual returns according to share price indexes for major developed and emerging economies from 2006 to 2020</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Annual stock market returns in major developed and emerging economies 2006-2020</a:t>
            </a:r>
          </a:p>
        </p:txBody>
      </p:sp>
    </p:spTree>
  </p:cSld>
  <p:clrMapOvr>
    <a:masterClrMapping/>
  </p:clrMapOvr>
  <p:transition/>
  <p:timing/>
</p:sld>
</file>

<file path=ppt/slides/slide4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2024, over 151 trillion U.S. dollars worth of credit had been lent to the non-financial sector in advanced economies. Meanwhile, those figures were nearly twice as high as the volume of credit to the non-financial sector in emerging markets. The non-financial sector includes the private non-financial sector and the government sector.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2005 to 2024</a:t>
            </a:r>
          </a:p>
          <a:p>
            <a:r>
              <a:rPr sz="600" b="1">
                <a:solidFill>
                  <a:srgbClr val="0F2741"/>
                </a:solidFill>
                <a:latin typeface="Open Sans"/>
              </a:rPr>
              <a:t>Source(s): </a:t>
            </a:r>
            <a:r>
              <a:rPr sz="600" b="0">
                <a:solidFill>
                  <a:srgbClr val="0F2741"/>
                </a:solidFill>
                <a:latin typeface="Open Sans"/>
              </a:rPr>
              <a:t>Bank for International Settlements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Total credit to the non-financial sector (core debt) in developed and emerging countries from 2005 to 2024 (in trillion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Credit to the non-financial sector in developed and emerging countries 2005-2024</a:t>
            </a:r>
          </a:p>
        </p:txBody>
      </p:sp>
    </p:spTree>
  </p:cSld>
  <p:clrMapOvr>
    <a:masterClrMapping/>
  </p:clrMapOvr>
  <p:transition/>
  <p:timing/>
</p:sld>
</file>

<file path=ppt/slides/slide4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Public finances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06</a:t>
            </a:r>
          </a:p>
        </p:txBody>
      </p:sp>
    </p:spTree>
  </p:cSld>
  <p:clrMapOvr>
    <a:masterClrMapping/>
  </p:clrMapOvr>
  <p:transition/>
  <p:timing/>
</p:sld>
</file>

<file path=ppt/slides/slide4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2024, the gross government debt of Japan amounted to 255 percent of the country's gross domestic product (GDP), compared to 123 percent of the United States. This was an increase for both countries over 2001 levels, Meanwhile, Germany had the lowest government debt ratio at only 64 percent.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2001 to 2024; Estimates; * Includes Australia, Austria, Belgium, Canada, Cyprus, Czechia, Denmark, Estonia, Finland, France, Germany, Greece, Hong Kong SAR, Iceland, Ireland, Israel, Italy, Japan, Korea, Republic of, Latvia,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IMF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Gross government debt as a share of GDP in advanced economies from 2001 to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Gross government debt as a share of GDP in advanced economies 2001-2024</a:t>
            </a:r>
          </a:p>
        </p:txBody>
      </p:sp>
    </p:spTree>
  </p:cSld>
  <p:clrMapOvr>
    <a:masterClrMapping/>
  </p:clrMapOvr>
  <p:transition/>
  <p:timing/>
</p:sld>
</file>

<file path=ppt/slides/slide4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2024, the gross government debt of China amounted to an estimated 89 percent of the country's gross domestic product (GDP), compared to 21 percent for Russia. For China, this was an increase over 2001 levels, when the gross government debt amounted to 25 percent of the country's GDP. Russia, on the other hand, has reduced this figure from 2001 levels, when gross government debt was 44 percent of the country's GDP.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2001 to 2024; * Includes Afghanistan, Albania, Algeria, Angola, Antigua and Barbuda, Argentina, Armenia, Azerbaijan, Bahamas, The, Bahrain, Bangladesh, Barbados, Belarus, Belize, Benin, Bhutan, Bolivia, Bosnia and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IMF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Gross government debt as a share of GDP in emerging economies from 2001 to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Gross government debt as a share of GDP in emerging economies 2001-2024</a:t>
            </a:r>
          </a:p>
        </p:txBody>
      </p:sp>
    </p:spTree>
  </p:cSld>
  <p:clrMapOvr>
    <a:masterClrMapping/>
  </p:clrMapOvr>
  <p:transition/>
  <p:timing/>
</p:sld>
</file>

<file path=ppt/slides/slide4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the United States had the highest gross government debt of any G7 country, amounting to an estimated 33 trillion U.S. dollars. However, in terms of government debt as a share of GDP, Japan carries a far higher government debt load than the U.S.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October 2023; * Projection for Japan. **Estimates. Calculated using exchange rates as of October 17, 2023.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IMF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Gross government debt in G7 countries from 2014 to 2023 (in trillion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Gross government debt in G7 countries 2014-2023</a:t>
            </a:r>
          </a:p>
        </p:txBody>
      </p:sp>
    </p:spTree>
  </p:cSld>
  <p:clrMapOvr>
    <a:masterClrMapping/>
  </p:clrMapOvr>
  <p:transition/>
  <p:timing/>
</p:sld>
</file>

<file path=ppt/slides/slide4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the gross government debt in China is projected to reach around 14 trillion U.S. dollars, significantly higher than the gross government debt of other BRICS economies at this time. The major emerging economy with the lowest government debt is expected to be South Africa with 275 billion U.S. dollars.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October 2023; * Values projected for China and India.**Estimates Calculated using exchange rate as of October 17, 2023.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IMF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Gross government debt in BRICS from 2014 to 2023 (in billion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Gross government debt in BRICS countries 2014-2023</a:t>
            </a:r>
          </a:p>
        </p:txBody>
      </p:sp>
    </p:spTree>
  </p:cSld>
  <p:clrMapOvr>
    <a:masterClrMapping/>
  </p:clrMapOvr>
  <p:transition/>
  <p:timing/>
</p:sld>
</file>

<file path=ppt/slides/slide4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Venezuela was the most indebted country in Latin America and the Caribbean based on total government debt as a percentage of gross domestic product (GDP). The lowest general government debt to GDP ratio in the region was found in Haiti, where the total public debt accounted for only 14.9 percent of the country's GDP as of 2024.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LAC; April 2024; Debt held by the central and subnational governments; *Data of 2023.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IMF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1"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186750" y="1882800"/>
            <a:ext cx="1816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Debt to GDP ratio</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48</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General government debt as percentage of GDP in Latin America in 2024, by country</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General public debt as share of GDP by country Latin America 2024</a:t>
            </a:r>
          </a:p>
        </p:txBody>
      </p:sp>
    </p:spTree>
  </p:cSld>
  <p:clrMapOvr>
    <a:masterClrMapping/>
  </p:clrMapOvr>
  <p:transition/>
  <p:timing/>
</p:sld>
</file>

<file path=ppt/slides/slide5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2020, the general government gross debt in Japan amounted to more than 259 percent of the country's GDP. Comparatively, the general government gross debt in Hong Kong amounted to approximately two percent of the territory's GDP in 2021.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Asia, APAC; 2021; * 2020 data Gross debt consists of all liabilities that require payment or payments of interest and/or principal by the debtor to the creditor at a date or dates in the future. This includes debt liabilities in the form of SDRs,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IMF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2"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3821500" y="1882800"/>
            <a:ext cx="4546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General government gross debt as a share of GDP</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49</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National debt in relation to GDP in the Asia-Pacific region in 2021, by country or territory</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Government gross debt as share of GDP APAC 2021, by country</a:t>
            </a:r>
          </a:p>
        </p:txBody>
      </p:sp>
    </p:spTree>
  </p:cSld>
  <p:clrMapOvr>
    <a:masterClrMapping/>
  </p:clrMapOvr>
  <p:transition/>
  <p:timing/>
</p:sld>
</file>

<file path=ppt/slides/slide5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estimates, the general government debt in Eritrea amounted to nearly 164 percent of the country's Gross Domestic Product (GDP) in 2022. This was the highest debt-to-GDP ratio measured in Sub-Saharan Africa. Cabo Verde and Mozambique followed. In these countries, the national debt was estimated at 127 percent and 104 percent of GDP, respectively. The figures included debts of the state, communities, municipalities, and social insurances.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Africa; 2022</a:t>
            </a:r>
          </a:p>
          <a:p>
            <a:r>
              <a:rPr sz="600" b="1">
                <a:solidFill>
                  <a:srgbClr val="0F2741"/>
                </a:solidFill>
                <a:latin typeface="Open Sans"/>
              </a:rPr>
              <a:t>Source(s): </a:t>
            </a:r>
            <a:r>
              <a:rPr sz="600" b="0">
                <a:solidFill>
                  <a:srgbClr val="0F2741"/>
                </a:solidFill>
                <a:latin typeface="Open Sans"/>
              </a:rPr>
              <a:t>IMF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3"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110550" y="1882800"/>
            <a:ext cx="19685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Percentage of GDP</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50</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General government gross debt in relation to Gross Domestic Product (GDP) in Sub-Saharan Africa as of 2022, by country</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National debt in relation to GDP in Sub-Saharan Africa 2022, by country</a:t>
            </a:r>
          </a:p>
        </p:txBody>
      </p:sp>
    </p:spTree>
  </p:cSld>
  <p:clrMapOvr>
    <a:masterClrMapping/>
  </p:clrMapOvr>
  <p:transition/>
  <p:timing/>
</p:sld>
</file>

<file path=ppt/slides/slide5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Sources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51</a:t>
            </a:r>
          </a:p>
        </p:txBody>
      </p:sp>
      <p:sp>
        <p:nvSpPr>
          <p:cNvPr id="7" name="New shape" title=""/>
          <p:cNvSpPr/>
          <p:nvPr/>
        </p:nvSpPr>
        <p:spPr>
          <a:xfrm>
            <a:off x="496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Asian Development Bank</a:t>
            </a:r>
          </a:p>
        </p:txBody>
      </p:sp>
      <p:sp>
        <p:nvSpPr>
          <p:cNvPr id="8" name="New shape" title=""/>
          <p:cNvSpPr/>
          <p:nvPr/>
        </p:nvSpPr>
        <p:spPr>
          <a:xfrm>
            <a:off x="496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Baltic Exchange</a:t>
            </a:r>
          </a:p>
        </p:txBody>
      </p:sp>
      <p:sp>
        <p:nvSpPr>
          <p:cNvPr id="9" name="New shape" title=""/>
          <p:cNvSpPr/>
          <p:nvPr/>
        </p:nvSpPr>
        <p:spPr>
          <a:xfrm>
            <a:off x="496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Bank for International Settlements</a:t>
            </a:r>
          </a:p>
        </p:txBody>
      </p:sp>
      <p:sp>
        <p:nvSpPr>
          <p:cNvPr id="10" name="New shape" title=""/>
          <p:cNvSpPr/>
          <p:nvPr/>
        </p:nvSpPr>
        <p:spPr>
          <a:xfrm>
            <a:off x="496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BEA</a:t>
            </a:r>
          </a:p>
        </p:txBody>
      </p:sp>
      <p:sp>
        <p:nvSpPr>
          <p:cNvPr id="11" name="New shape" title=""/>
          <p:cNvSpPr/>
          <p:nvPr/>
        </p:nvSpPr>
        <p:spPr>
          <a:xfrm>
            <a:off x="496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Bureau of Labor Statistics</a:t>
            </a:r>
          </a:p>
        </p:txBody>
      </p:sp>
      <p:sp>
        <p:nvSpPr>
          <p:cNvPr id="12" name="New shape" title=""/>
          <p:cNvSpPr/>
          <p:nvPr/>
        </p:nvSpPr>
        <p:spPr>
          <a:xfrm>
            <a:off x="496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Centraal Planbureau Nederland</a:t>
            </a:r>
          </a:p>
        </p:txBody>
      </p:sp>
      <p:sp>
        <p:nvSpPr>
          <p:cNvPr id="13" name="New shape" title=""/>
          <p:cNvSpPr/>
          <p:nvPr/>
        </p:nvSpPr>
        <p:spPr>
          <a:xfrm>
            <a:off x="496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CESifo GmbH</a:t>
            </a:r>
          </a:p>
        </p:txBody>
      </p:sp>
      <p:sp>
        <p:nvSpPr>
          <p:cNvPr id="14" name="New shape" title=""/>
          <p:cNvSpPr/>
          <p:nvPr/>
        </p:nvSpPr>
        <p:spPr>
          <a:xfrm>
            <a:off x="496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Dallas Fed</a:t>
            </a:r>
          </a:p>
        </p:txBody>
      </p:sp>
      <p:sp>
        <p:nvSpPr>
          <p:cNvPr id="15" name="New shape" title=""/>
          <p:cNvSpPr/>
          <p:nvPr/>
        </p:nvSpPr>
        <p:spPr>
          <a:xfrm>
            <a:off x="496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Economic Policy Uncertainty</a:t>
            </a:r>
          </a:p>
        </p:txBody>
      </p:sp>
      <p:sp>
        <p:nvSpPr>
          <p:cNvPr id="16" name="New shape" title=""/>
          <p:cNvSpPr/>
          <p:nvPr/>
        </p:nvSpPr>
        <p:spPr>
          <a:xfrm>
            <a:off x="496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EIA</a:t>
            </a:r>
          </a:p>
        </p:txBody>
      </p:sp>
      <p:sp>
        <p:nvSpPr>
          <p:cNvPr id="17" name="New shape" title=""/>
          <p:cNvSpPr/>
          <p:nvPr/>
        </p:nvSpPr>
        <p:spPr>
          <a:xfrm>
            <a:off x="496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Eurostat</a:t>
            </a:r>
          </a:p>
        </p:txBody>
      </p:sp>
      <p:sp>
        <p:nvSpPr>
          <p:cNvPr id="18" name="New shape" title=""/>
          <p:cNvSpPr/>
          <p:nvPr/>
        </p:nvSpPr>
        <p:spPr>
          <a:xfrm>
            <a:off x="496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Haver Analytics</a:t>
            </a:r>
          </a:p>
        </p:txBody>
      </p:sp>
      <p:sp>
        <p:nvSpPr>
          <p:cNvPr id="19" name="New shape" title=""/>
          <p:cNvSpPr/>
          <p:nvPr/>
        </p:nvSpPr>
        <p:spPr>
          <a:xfrm>
            <a:off x="496800" y="392211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ifo Institut</a:t>
            </a:r>
          </a:p>
        </p:txBody>
      </p:sp>
      <p:sp>
        <p:nvSpPr>
          <p:cNvPr id="20" name="New shape" title=""/>
          <p:cNvSpPr/>
          <p:nvPr/>
        </p:nvSpPr>
        <p:spPr>
          <a:xfrm>
            <a:off x="496800" y="409206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IMF</a:t>
            </a:r>
          </a:p>
        </p:txBody>
      </p:sp>
      <p:sp>
        <p:nvSpPr>
          <p:cNvPr id="21" name="New shape" title=""/>
          <p:cNvSpPr/>
          <p:nvPr/>
        </p:nvSpPr>
        <p:spPr>
          <a:xfrm>
            <a:off x="496800" y="426200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Insee</a:t>
            </a:r>
          </a:p>
        </p:txBody>
      </p:sp>
      <p:sp>
        <p:nvSpPr>
          <p:cNvPr id="22" name="New shape" title=""/>
          <p:cNvSpPr/>
          <p:nvPr/>
        </p:nvSpPr>
        <p:spPr>
          <a:xfrm>
            <a:off x="496800" y="443194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Instituto Brasileiro de Geografia e Estatística</a:t>
            </a:r>
          </a:p>
        </p:txBody>
      </p:sp>
      <p:sp>
        <p:nvSpPr>
          <p:cNvPr id="23" name="New shape" title=""/>
          <p:cNvSpPr/>
          <p:nvPr/>
        </p:nvSpPr>
        <p:spPr>
          <a:xfrm>
            <a:off x="496800" y="460189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Ipsos</a:t>
            </a:r>
          </a:p>
        </p:txBody>
      </p:sp>
      <p:sp>
        <p:nvSpPr>
          <p:cNvPr id="24" name="New shape" title=""/>
          <p:cNvSpPr/>
          <p:nvPr/>
        </p:nvSpPr>
        <p:spPr>
          <a:xfrm>
            <a:off x="496800" y="477183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ISL</a:t>
            </a:r>
          </a:p>
        </p:txBody>
      </p:sp>
      <p:sp>
        <p:nvSpPr>
          <p:cNvPr id="25" name="New shape" title=""/>
          <p:cNvSpPr/>
          <p:nvPr/>
        </p:nvSpPr>
        <p:spPr>
          <a:xfrm>
            <a:off x="496800" y="494177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Istat</a:t>
            </a:r>
          </a:p>
        </p:txBody>
      </p:sp>
      <p:sp>
        <p:nvSpPr>
          <p:cNvPr id="26" name="New shape" title=""/>
          <p:cNvSpPr/>
          <p:nvPr/>
        </p:nvSpPr>
        <p:spPr>
          <a:xfrm>
            <a:off x="496800" y="511171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Labour Bureau India</a:t>
            </a:r>
          </a:p>
        </p:txBody>
      </p:sp>
      <p:sp>
        <p:nvSpPr>
          <p:cNvPr id="27" name="New shape" title=""/>
          <p:cNvSpPr/>
          <p:nvPr/>
        </p:nvSpPr>
        <p:spPr>
          <a:xfrm>
            <a:off x="496800" y="528166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Macrotrends</a:t>
            </a:r>
          </a:p>
        </p:txBody>
      </p:sp>
      <p:sp>
        <p:nvSpPr>
          <p:cNvPr id="28" name="New shape" title=""/>
          <p:cNvSpPr/>
          <p:nvPr/>
        </p:nvSpPr>
        <p:spPr>
          <a:xfrm>
            <a:off x="496800" y="545160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MHLW (Japan)</a:t>
            </a:r>
          </a:p>
        </p:txBody>
      </p:sp>
      <p:sp>
        <p:nvSpPr>
          <p:cNvPr id="29" name="New shape" title=""/>
          <p:cNvSpPr/>
          <p:nvPr/>
        </p:nvSpPr>
        <p:spPr>
          <a:xfrm>
            <a:off x="6094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MOHRSS</a:t>
            </a:r>
          </a:p>
        </p:txBody>
      </p:sp>
      <p:sp>
        <p:nvSpPr>
          <p:cNvPr id="30" name="New shape" title=""/>
          <p:cNvSpPr/>
          <p:nvPr/>
        </p:nvSpPr>
        <p:spPr>
          <a:xfrm>
            <a:off x="6094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MSCI</a:t>
            </a:r>
          </a:p>
        </p:txBody>
      </p:sp>
      <p:sp>
        <p:nvSpPr>
          <p:cNvPr id="31" name="New shape" title=""/>
          <p:cNvSpPr/>
          <p:nvPr/>
        </p:nvSpPr>
        <p:spPr>
          <a:xfrm>
            <a:off x="6094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National Bureau of Statistics of China</a:t>
            </a:r>
          </a:p>
        </p:txBody>
      </p:sp>
      <p:sp>
        <p:nvSpPr>
          <p:cNvPr id="32" name="New shape" title=""/>
          <p:cNvSpPr/>
          <p:nvPr/>
        </p:nvSpPr>
        <p:spPr>
          <a:xfrm>
            <a:off x="6094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OECD</a:t>
            </a:r>
          </a:p>
        </p:txBody>
      </p:sp>
      <p:sp>
        <p:nvSpPr>
          <p:cNvPr id="33" name="New shape" title=""/>
          <p:cNvSpPr/>
          <p:nvPr/>
        </p:nvSpPr>
        <p:spPr>
          <a:xfrm>
            <a:off x="6094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Office for National Statistics (UK)</a:t>
            </a:r>
          </a:p>
        </p:txBody>
      </p:sp>
      <p:sp>
        <p:nvSpPr>
          <p:cNvPr id="34" name="New shape" title=""/>
          <p:cNvSpPr/>
          <p:nvPr/>
        </p:nvSpPr>
        <p:spPr>
          <a:xfrm>
            <a:off x="6094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Russian Federal State Statistics Service</a:t>
            </a:r>
          </a:p>
        </p:txBody>
      </p:sp>
      <p:sp>
        <p:nvSpPr>
          <p:cNvPr id="35" name="New shape" title=""/>
          <p:cNvSpPr/>
          <p:nvPr/>
        </p:nvSpPr>
        <p:spPr>
          <a:xfrm>
            <a:off x="6094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RWI Essen</a:t>
            </a:r>
          </a:p>
        </p:txBody>
      </p:sp>
      <p:sp>
        <p:nvSpPr>
          <p:cNvPr id="36" name="New shape" title=""/>
          <p:cNvSpPr/>
          <p:nvPr/>
        </p:nvSpPr>
        <p:spPr>
          <a:xfrm>
            <a:off x="6094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S&amp;P Global</a:t>
            </a:r>
          </a:p>
        </p:txBody>
      </p:sp>
      <p:sp>
        <p:nvSpPr>
          <p:cNvPr id="37" name="New shape" title=""/>
          <p:cNvSpPr/>
          <p:nvPr/>
        </p:nvSpPr>
        <p:spPr>
          <a:xfrm>
            <a:off x="6094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 Louis Fed</a:t>
            </a:r>
          </a:p>
        </p:txBody>
      </p:sp>
      <p:sp>
        <p:nvSpPr>
          <p:cNvPr id="38" name="New shape" title=""/>
          <p:cNvSpPr/>
          <p:nvPr/>
        </p:nvSpPr>
        <p:spPr>
          <a:xfrm>
            <a:off x="6094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a:t>
            </a:r>
          </a:p>
        </p:txBody>
      </p:sp>
      <p:sp>
        <p:nvSpPr>
          <p:cNvPr id="39" name="New shape" title=""/>
          <p:cNvSpPr/>
          <p:nvPr/>
        </p:nvSpPr>
        <p:spPr>
          <a:xfrm>
            <a:off x="6094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Statistics Bureau of Japan</a:t>
            </a:r>
          </a:p>
        </p:txBody>
      </p:sp>
      <p:sp>
        <p:nvSpPr>
          <p:cNvPr id="40" name="New shape" title=""/>
          <p:cNvSpPr/>
          <p:nvPr/>
        </p:nvSpPr>
        <p:spPr>
          <a:xfrm>
            <a:off x="6094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Statistisches Bundesamt</a:t>
            </a:r>
          </a:p>
        </p:txBody>
      </p:sp>
      <p:sp>
        <p:nvSpPr>
          <p:cNvPr id="41" name="New shape" title=""/>
          <p:cNvSpPr/>
          <p:nvPr/>
        </p:nvSpPr>
        <p:spPr>
          <a:xfrm>
            <a:off x="6094800" y="392211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Thomson Reuters</a:t>
            </a:r>
          </a:p>
        </p:txBody>
      </p:sp>
      <p:sp>
        <p:nvSpPr>
          <p:cNvPr id="42" name="New shape" title=""/>
          <p:cNvSpPr/>
          <p:nvPr/>
        </p:nvSpPr>
        <p:spPr>
          <a:xfrm>
            <a:off x="6094800" y="409206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Trading Economics</a:t>
            </a:r>
          </a:p>
        </p:txBody>
      </p:sp>
      <p:sp>
        <p:nvSpPr>
          <p:cNvPr id="43" name="New shape" title=""/>
          <p:cNvSpPr/>
          <p:nvPr/>
        </p:nvSpPr>
        <p:spPr>
          <a:xfrm>
            <a:off x="6094800" y="426200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United Nations</a:t>
            </a:r>
          </a:p>
        </p:txBody>
      </p:sp>
      <p:sp>
        <p:nvSpPr>
          <p:cNvPr id="44" name="New shape" title=""/>
          <p:cNvSpPr/>
          <p:nvPr/>
        </p:nvSpPr>
        <p:spPr>
          <a:xfrm>
            <a:off x="6094800" y="443194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World Bank</a:t>
            </a:r>
          </a:p>
        </p:txBody>
      </p:sp>
    </p:spTree>
  </p:cSld>
  <p:clrMapOvr>
    <a:masterClrMapping/>
  </p:clrMapOvr>
  <p:transition/>
  <p:timing/>
</p:sld>
</file>

<file path=ppt/tags/tag1.xml><?xml version="1.0" encoding="utf-8"?>
<p:tagLst xmlns:p="http://schemas.openxmlformats.org/presentationml/2006/main">
  <p:tag name="AS_NET" val="4.0.30319.42000"/>
  <p:tag name="AS_OS" val="Microsoft Windows NT 6.2.9200.0"/>
  <p:tag name="AS_RELEASE_DATE" val="2022.07.14"/>
  <p:tag name="AS_TITLE" val="Aspose.Slides for .NET 4.0 Client Profile"/>
  <p:tag name="AS_VERSION" val="22.7"/>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406</Paragraphs>
  <Slides>52</Slides>
  <Notes>0</Notes>
  <TotalTime>1</TotalTime>
  <HiddenSlides>0</HiddenSlides>
  <MMClips>0</MMClips>
  <ScaleCrop>0</ScaleCrop>
  <HeadingPairs>
    <vt:vector baseType="variant" size="6">
      <vt:variant>
        <vt:lpstr>Fonts used</vt:lpstr>
      </vt:variant>
      <vt:variant>
        <vt:i4>4</vt:i4>
      </vt:variant>
      <vt:variant>
        <vt:lpstr>Theme</vt:lpstr>
      </vt:variant>
      <vt:variant>
        <vt:i4>1</vt:i4>
      </vt:variant>
      <vt:variant>
        <vt:lpstr>Slide Titles</vt:lpstr>
      </vt:variant>
      <vt:variant>
        <vt:i4>52</vt:i4>
      </vt:variant>
    </vt:vector>
  </HeadingPairs>
  <TitlesOfParts>
    <vt:vector baseType="lpstr" size="57">
      <vt:lpstr>Arial</vt:lpstr>
      <vt:lpstr>Calibri</vt:lpstr>
      <vt:lpstr>Open Sans</vt:lpstr>
      <vt:lpstr>Open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22.0700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2025-08-06T16:02:11.979</cp:lastPrinted>
  <dcterms:created xsi:type="dcterms:W3CDTF">2025-08-06T14:02:11Z</dcterms:created>
  <dcterms:modified xsi:type="dcterms:W3CDTF">2025-08-06T14:02:13Z</dcterms:modified>
</cp:coreProperties>
</file>